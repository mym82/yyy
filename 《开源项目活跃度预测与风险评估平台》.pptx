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7" r:id="rId2"/>
    <p:sldId id="258" r:id="rId3"/>
    <p:sldId id="256" r:id="rId4"/>
    <p:sldId id="1269" r:id="rId5"/>
    <p:sldId id="1270" r:id="rId6"/>
    <p:sldId id="1271" r:id="rId7"/>
    <p:sldId id="1272" r:id="rId8"/>
    <p:sldId id="1274" r:id="rId9"/>
    <p:sldId id="1275" r:id="rId10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1"/>
      <p:italic r:id="rId11"/>
      <p:boldItalic r:id="rId11"/>
    </p:embeddedFont>
    <p:embeddedFont>
      <p:font typeface="Montserrat ExtraBold" panose="00000900000000000000" pitchFamily="2" charset="0"/>
      <p:bold r:id="rId11"/>
      <p:italic r:id="rId11"/>
      <p:boldItalic r:id="rId11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267C"/>
    <a:srgbClr val="C6D3EC"/>
    <a:srgbClr val="CB62A2"/>
    <a:srgbClr val="140E30"/>
    <a:srgbClr val="E0DBFD"/>
    <a:srgbClr val="C0CAE2"/>
    <a:srgbClr val="6647F2"/>
    <a:srgbClr val="59BCAB"/>
    <a:srgbClr val="A37D02"/>
    <a:srgbClr val="335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91"/>
    <p:restoredTop sz="94674"/>
  </p:normalViewPr>
  <p:slideViewPr>
    <p:cSldViewPr snapToGrid="0" snapToObjects="1">
      <p:cViewPr varScale="1">
        <p:scale>
          <a:sx n="51" d="100"/>
          <a:sy n="51" d="100"/>
        </p:scale>
        <p:origin x="69" y="4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NUL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rgbClr val="C6D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70AC56F-2939-2948-8701-0756ED1A33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048" y="162962"/>
            <a:ext cx="1403240" cy="1537251"/>
          </a:xfrm>
        </p:spPr>
        <p:txBody>
          <a:bodyPr anchor="ctr">
            <a:noAutofit/>
          </a:bodyPr>
          <a:lstStyle>
            <a:lvl1pPr marL="0" indent="0" algn="ctr">
              <a:buNone/>
              <a:defRPr sz="11500" b="0" i="0">
                <a:ln w="31750">
                  <a:solidFill>
                    <a:schemeClr val="bg1"/>
                  </a:solidFill>
                </a:ln>
                <a:noFill/>
                <a:latin typeface="Montserrat ExtraBold" pitchFamily="2" charset="77"/>
              </a:defRPr>
            </a:lvl1pPr>
          </a:lstStyle>
          <a:p>
            <a:pPr lvl="0"/>
            <a:r>
              <a:rPr lang="es-ES" dirty="0"/>
              <a:t>2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9EA671-68C8-9746-9311-C41AE8C51D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4368" y="612556"/>
            <a:ext cx="4176712" cy="1087657"/>
          </a:xfrm>
        </p:spPr>
        <p:txBody>
          <a:bodyPr>
            <a:normAutofit/>
          </a:bodyPr>
          <a:lstStyle>
            <a:lvl1pPr>
              <a:defRPr sz="4000">
                <a:solidFill>
                  <a:srgbClr val="36267C"/>
                </a:solidFill>
              </a:defRPr>
            </a:lvl1pPr>
          </a:lstStyle>
          <a:p>
            <a:r>
              <a:rPr lang="es-ES" sz="4000" b="1" dirty="0" err="1">
                <a:solidFill>
                  <a:srgbClr val="36267C"/>
                </a:solidFill>
                <a:latin typeface="Montserrat" pitchFamily="2" charset="77"/>
              </a:rPr>
              <a:t>Instert</a:t>
            </a:r>
            <a:r>
              <a:rPr lang="es-ES" sz="4000" b="1" dirty="0">
                <a:solidFill>
                  <a:srgbClr val="36267C"/>
                </a:solidFill>
                <a:latin typeface="Montserrat" pitchFamily="2" charset="77"/>
              </a:rPr>
              <a:t> </a:t>
            </a:r>
            <a:r>
              <a:rPr lang="es-ES" sz="4000" b="1" dirty="0" err="1">
                <a:solidFill>
                  <a:srgbClr val="36267C"/>
                </a:solidFill>
                <a:latin typeface="Montserrat" pitchFamily="2" charset="77"/>
              </a:rPr>
              <a:t>section</a:t>
            </a:r>
            <a:r>
              <a:rPr lang="es-ES" sz="4000" b="1" dirty="0">
                <a:solidFill>
                  <a:srgbClr val="36267C"/>
                </a:solidFill>
                <a:latin typeface="Montserrat" pitchFamily="2" charset="77"/>
              </a:rPr>
              <a:t> </a:t>
            </a:r>
            <a:r>
              <a:rPr lang="es-ES" sz="4000" b="1" dirty="0" err="1">
                <a:solidFill>
                  <a:srgbClr val="36267C"/>
                </a:solidFill>
                <a:latin typeface="Montserrat" pitchFamily="2" charset="77"/>
              </a:rPr>
              <a:t>title</a:t>
            </a:r>
            <a:r>
              <a:rPr lang="es-ES" sz="4000" b="1" dirty="0">
                <a:solidFill>
                  <a:srgbClr val="36267C"/>
                </a:solidFill>
                <a:latin typeface="Montserrat" pitchFamily="2" charset="77"/>
              </a:rPr>
              <a:t> </a:t>
            </a:r>
            <a:r>
              <a:rPr lang="es-ES" sz="4000" b="1" dirty="0" err="1">
                <a:solidFill>
                  <a:srgbClr val="36267C"/>
                </a:solidFill>
                <a:latin typeface="Montserrat" pitchFamily="2" charset="77"/>
              </a:rPr>
              <a:t>here</a:t>
            </a:r>
            <a:endParaRPr lang="es-ES" sz="4000" b="1" dirty="0">
              <a:solidFill>
                <a:srgbClr val="36267C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1593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20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rgbClr val="C6D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10540-8B9F-E640-BA08-86AA68A58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813FC0-B44E-EA45-8AD4-C4F28686A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2237" y="3946070"/>
            <a:ext cx="5507525" cy="6802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1476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1E898-7BBC-354E-9801-AF81FCB206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332960" cy="707887"/>
          </a:xfrm>
          <a:ln>
            <a:noFill/>
          </a:ln>
        </p:spPr>
        <p:txBody>
          <a:bodyPr>
            <a:normAutofit/>
          </a:bodyPr>
          <a:lstStyle>
            <a:lvl1pPr>
              <a:defRPr sz="4000" b="1" i="0" spc="300">
                <a:ln w="19050">
                  <a:solidFill>
                    <a:schemeClr val="accent1"/>
                  </a:solidFill>
                </a:ln>
                <a:noFill/>
                <a:latin typeface="Montserrat ExtraBold" pitchFamily="2" charset="77"/>
              </a:defRPr>
            </a:lvl1pPr>
          </a:lstStyle>
          <a:p>
            <a:r>
              <a:rPr lang="es-ES" dirty="0"/>
              <a:t>SLIDE TITLE STROKE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0367B071-E4DC-3548-84BA-58F2CF1117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3151"/>
            <a:ext cx="8332960" cy="411618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rgbClr val="36267C"/>
                </a:solidFill>
                <a:latin typeface="Montserrat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 err="1"/>
              <a:t>Secondary</a:t>
            </a:r>
            <a:r>
              <a:rPr lang="es-ES" dirty="0"/>
              <a:t> </a:t>
            </a:r>
            <a:r>
              <a:rPr lang="es-ES" dirty="0" err="1"/>
              <a:t>Title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748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bre 2">
            <a:extLst>
              <a:ext uri="{FF2B5EF4-FFF2-40B4-BE49-F238E27FC236}">
                <a16:creationId xmlns:a16="http://schemas.microsoft.com/office/drawing/2014/main" id="{8C525197-A891-014B-981A-9E68641BF5FD}"/>
              </a:ext>
            </a:extLst>
          </p:cNvPr>
          <p:cNvSpPr/>
          <p:nvPr userDrawn="1"/>
        </p:nvSpPr>
        <p:spPr>
          <a:xfrm flipH="1">
            <a:off x="-833280" y="-648052"/>
            <a:ext cx="3490428" cy="4077052"/>
          </a:xfrm>
          <a:custGeom>
            <a:avLst/>
            <a:gdLst>
              <a:gd name="connsiteX0" fmla="*/ 243381 w 997497"/>
              <a:gd name="connsiteY0" fmla="*/ 32849 h 1165144"/>
              <a:gd name="connsiteX1" fmla="*/ 46955 w 997497"/>
              <a:gd name="connsiteY1" fmla="*/ 206084 h 1165144"/>
              <a:gd name="connsiteX2" fmla="*/ 18176 w 997497"/>
              <a:gd name="connsiteY2" fmla="*/ 450289 h 1165144"/>
              <a:gd name="connsiteX3" fmla="*/ 338940 w 997497"/>
              <a:gd name="connsiteY3" fmla="*/ 681642 h 1165144"/>
              <a:gd name="connsiteX4" fmla="*/ 326087 w 997497"/>
              <a:gd name="connsiteY4" fmla="*/ 1031744 h 1165144"/>
              <a:gd name="connsiteX5" fmla="*/ 505190 w 997497"/>
              <a:gd name="connsiteY5" fmla="*/ 1162788 h 1165144"/>
              <a:gd name="connsiteX6" fmla="*/ 958395 w 997497"/>
              <a:gd name="connsiteY6" fmla="*/ 336010 h 1165144"/>
              <a:gd name="connsiteX7" fmla="*/ 243381 w 997497"/>
              <a:gd name="connsiteY7" fmla="*/ 32849 h 116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7497" h="1165144">
                <a:moveTo>
                  <a:pt x="243381" y="32849"/>
                </a:moveTo>
                <a:cubicBezTo>
                  <a:pt x="215440" y="44584"/>
                  <a:pt x="107308" y="89569"/>
                  <a:pt x="46955" y="206084"/>
                </a:cubicBezTo>
                <a:cubicBezTo>
                  <a:pt x="34102" y="230951"/>
                  <a:pt x="-26250" y="347466"/>
                  <a:pt x="18176" y="450289"/>
                </a:cubicBezTo>
                <a:cubicBezTo>
                  <a:pt x="77132" y="586642"/>
                  <a:pt x="256514" y="553392"/>
                  <a:pt x="338940" y="681642"/>
                </a:cubicBezTo>
                <a:cubicBezTo>
                  <a:pt x="409631" y="792009"/>
                  <a:pt x="262940" y="900420"/>
                  <a:pt x="326087" y="1031744"/>
                </a:cubicBezTo>
                <a:cubicBezTo>
                  <a:pt x="359058" y="1100199"/>
                  <a:pt x="435057" y="1157479"/>
                  <a:pt x="505190" y="1162788"/>
                </a:cubicBezTo>
                <a:cubicBezTo>
                  <a:pt x="724527" y="1179273"/>
                  <a:pt x="1118497" y="706789"/>
                  <a:pt x="958395" y="336010"/>
                </a:cubicBezTo>
                <a:cubicBezTo>
                  <a:pt x="841601" y="66658"/>
                  <a:pt x="469425" y="-61313"/>
                  <a:pt x="243381" y="3284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12CD9BF7-CBBC-F04C-B439-CD83D1A8ABEB}"/>
              </a:ext>
            </a:extLst>
          </p:cNvPr>
          <p:cNvSpPr/>
          <p:nvPr userDrawn="1"/>
        </p:nvSpPr>
        <p:spPr>
          <a:xfrm rot="11700000" flipH="1">
            <a:off x="9912356" y="4132923"/>
            <a:ext cx="3490428" cy="4077052"/>
          </a:xfrm>
          <a:custGeom>
            <a:avLst/>
            <a:gdLst>
              <a:gd name="connsiteX0" fmla="*/ 243381 w 997497"/>
              <a:gd name="connsiteY0" fmla="*/ 32849 h 1165144"/>
              <a:gd name="connsiteX1" fmla="*/ 46955 w 997497"/>
              <a:gd name="connsiteY1" fmla="*/ 206084 h 1165144"/>
              <a:gd name="connsiteX2" fmla="*/ 18176 w 997497"/>
              <a:gd name="connsiteY2" fmla="*/ 450289 h 1165144"/>
              <a:gd name="connsiteX3" fmla="*/ 338940 w 997497"/>
              <a:gd name="connsiteY3" fmla="*/ 681642 h 1165144"/>
              <a:gd name="connsiteX4" fmla="*/ 326087 w 997497"/>
              <a:gd name="connsiteY4" fmla="*/ 1031744 h 1165144"/>
              <a:gd name="connsiteX5" fmla="*/ 505190 w 997497"/>
              <a:gd name="connsiteY5" fmla="*/ 1162788 h 1165144"/>
              <a:gd name="connsiteX6" fmla="*/ 958395 w 997497"/>
              <a:gd name="connsiteY6" fmla="*/ 336010 h 1165144"/>
              <a:gd name="connsiteX7" fmla="*/ 243381 w 997497"/>
              <a:gd name="connsiteY7" fmla="*/ 32849 h 116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7497" h="1165144">
                <a:moveTo>
                  <a:pt x="243381" y="32849"/>
                </a:moveTo>
                <a:cubicBezTo>
                  <a:pt x="215440" y="44584"/>
                  <a:pt x="107308" y="89569"/>
                  <a:pt x="46955" y="206084"/>
                </a:cubicBezTo>
                <a:cubicBezTo>
                  <a:pt x="34102" y="230951"/>
                  <a:pt x="-26250" y="347466"/>
                  <a:pt x="18176" y="450289"/>
                </a:cubicBezTo>
                <a:cubicBezTo>
                  <a:pt x="77132" y="586642"/>
                  <a:pt x="256514" y="553392"/>
                  <a:pt x="338940" y="681642"/>
                </a:cubicBezTo>
                <a:cubicBezTo>
                  <a:pt x="409631" y="792009"/>
                  <a:pt x="262940" y="900420"/>
                  <a:pt x="326087" y="1031744"/>
                </a:cubicBezTo>
                <a:cubicBezTo>
                  <a:pt x="359058" y="1100199"/>
                  <a:pt x="435057" y="1157479"/>
                  <a:pt x="505190" y="1162788"/>
                </a:cubicBezTo>
                <a:cubicBezTo>
                  <a:pt x="724527" y="1179273"/>
                  <a:pt x="1118497" y="706789"/>
                  <a:pt x="958395" y="336010"/>
                </a:cubicBezTo>
                <a:cubicBezTo>
                  <a:pt x="841601" y="66658"/>
                  <a:pt x="469425" y="-61313"/>
                  <a:pt x="243381" y="32849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074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09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500B355-CDD3-9D4E-89AD-3FDA0C34EA72}"/>
              </a:ext>
            </a:extLst>
          </p:cNvPr>
          <p:cNvGrpSpPr/>
          <p:nvPr userDrawn="1"/>
        </p:nvGrpSpPr>
        <p:grpSpPr>
          <a:xfrm>
            <a:off x="11561275" y="135800"/>
            <a:ext cx="570795" cy="389279"/>
            <a:chOff x="1384157" y="2436332"/>
            <a:chExt cx="1478314" cy="1008202"/>
          </a:xfrm>
        </p:grpSpPr>
        <p:sp>
          <p:nvSpPr>
            <p:cNvPr id="9" name="Elipse 6">
              <a:extLst>
                <a:ext uri="{FF2B5EF4-FFF2-40B4-BE49-F238E27FC236}">
                  <a16:creationId xmlns:a16="http://schemas.microsoft.com/office/drawing/2014/main" id="{AD9A51E7-162A-EC4C-B0D9-BA81758C5A9A}"/>
                </a:ext>
              </a:extLst>
            </p:cNvPr>
            <p:cNvSpPr/>
            <p:nvPr/>
          </p:nvSpPr>
          <p:spPr>
            <a:xfrm rot="20018396">
              <a:off x="1727752" y="2436332"/>
              <a:ext cx="1116011" cy="711744"/>
            </a:xfrm>
            <a:custGeom>
              <a:avLst/>
              <a:gdLst>
                <a:gd name="connsiteX0" fmla="*/ 0 w 4470400"/>
                <a:gd name="connsiteY0" fmla="*/ 2235200 h 4470400"/>
                <a:gd name="connsiteX1" fmla="*/ 2235200 w 4470400"/>
                <a:gd name="connsiteY1" fmla="*/ 0 h 4470400"/>
                <a:gd name="connsiteX2" fmla="*/ 4470400 w 4470400"/>
                <a:gd name="connsiteY2" fmla="*/ 2235200 h 4470400"/>
                <a:gd name="connsiteX3" fmla="*/ 2235200 w 4470400"/>
                <a:gd name="connsiteY3" fmla="*/ 4470400 h 4470400"/>
                <a:gd name="connsiteX4" fmla="*/ 0 w 4470400"/>
                <a:gd name="connsiteY4" fmla="*/ 2235200 h 4470400"/>
                <a:gd name="connsiteX0" fmla="*/ 20592 w 4490992"/>
                <a:gd name="connsiteY0" fmla="*/ 1511300 h 3746500"/>
                <a:gd name="connsiteX1" fmla="*/ 1531892 w 4490992"/>
                <a:gd name="connsiteY1" fmla="*/ 0 h 3746500"/>
                <a:gd name="connsiteX2" fmla="*/ 4490992 w 4490992"/>
                <a:gd name="connsiteY2" fmla="*/ 1511300 h 3746500"/>
                <a:gd name="connsiteX3" fmla="*/ 2255792 w 4490992"/>
                <a:gd name="connsiteY3" fmla="*/ 3746500 h 3746500"/>
                <a:gd name="connsiteX4" fmla="*/ 20592 w 4490992"/>
                <a:gd name="connsiteY4" fmla="*/ 1511300 h 3746500"/>
                <a:gd name="connsiteX0" fmla="*/ 12039 w 4965039"/>
                <a:gd name="connsiteY0" fmla="*/ 1797845 h 4044607"/>
                <a:gd name="connsiteX1" fmla="*/ 1523339 w 4965039"/>
                <a:gd name="connsiteY1" fmla="*/ 286545 h 4044607"/>
                <a:gd name="connsiteX2" fmla="*/ 4965039 w 4965039"/>
                <a:gd name="connsiteY2" fmla="*/ 769145 h 4044607"/>
                <a:gd name="connsiteX3" fmla="*/ 2247239 w 4965039"/>
                <a:gd name="connsiteY3" fmla="*/ 4033045 h 4044607"/>
                <a:gd name="connsiteX4" fmla="*/ 12039 w 4965039"/>
                <a:gd name="connsiteY4" fmla="*/ 1797845 h 4044607"/>
                <a:gd name="connsiteX0" fmla="*/ 10236 w 4963236"/>
                <a:gd name="connsiteY0" fmla="*/ 1797845 h 3200509"/>
                <a:gd name="connsiteX1" fmla="*/ 1521536 w 4963236"/>
                <a:gd name="connsiteY1" fmla="*/ 286545 h 3200509"/>
                <a:gd name="connsiteX2" fmla="*/ 4963236 w 4963236"/>
                <a:gd name="connsiteY2" fmla="*/ 769145 h 3200509"/>
                <a:gd name="connsiteX3" fmla="*/ 2181936 w 4963236"/>
                <a:gd name="connsiteY3" fmla="*/ 3182145 h 3200509"/>
                <a:gd name="connsiteX4" fmla="*/ 10236 w 4963236"/>
                <a:gd name="connsiteY4" fmla="*/ 1797845 h 3200509"/>
                <a:gd name="connsiteX0" fmla="*/ 10586 w 4963586"/>
                <a:gd name="connsiteY0" fmla="*/ 1797845 h 4107795"/>
                <a:gd name="connsiteX1" fmla="*/ 1521886 w 4963586"/>
                <a:gd name="connsiteY1" fmla="*/ 286545 h 4107795"/>
                <a:gd name="connsiteX2" fmla="*/ 4963586 w 4963586"/>
                <a:gd name="connsiteY2" fmla="*/ 769145 h 4107795"/>
                <a:gd name="connsiteX3" fmla="*/ 2194986 w 4963586"/>
                <a:gd name="connsiteY3" fmla="*/ 4096545 h 4107795"/>
                <a:gd name="connsiteX4" fmla="*/ 10586 w 4963586"/>
                <a:gd name="connsiteY4" fmla="*/ 1797845 h 4107795"/>
                <a:gd name="connsiteX0" fmla="*/ 10586 w 4963586"/>
                <a:gd name="connsiteY0" fmla="*/ 1797845 h 4139511"/>
                <a:gd name="connsiteX1" fmla="*/ 1521886 w 4963586"/>
                <a:gd name="connsiteY1" fmla="*/ 286545 h 4139511"/>
                <a:gd name="connsiteX2" fmla="*/ 4963586 w 4963586"/>
                <a:gd name="connsiteY2" fmla="*/ 769145 h 4139511"/>
                <a:gd name="connsiteX3" fmla="*/ 2194986 w 4963586"/>
                <a:gd name="connsiteY3" fmla="*/ 4096545 h 4139511"/>
                <a:gd name="connsiteX4" fmla="*/ 10586 w 4963586"/>
                <a:gd name="connsiteY4" fmla="*/ 1797845 h 4139511"/>
                <a:gd name="connsiteX0" fmla="*/ 26370 w 4979370"/>
                <a:gd name="connsiteY0" fmla="*/ 1797845 h 3246403"/>
                <a:gd name="connsiteX1" fmla="*/ 1537670 w 4979370"/>
                <a:gd name="connsiteY1" fmla="*/ 286545 h 3246403"/>
                <a:gd name="connsiteX2" fmla="*/ 4979370 w 4979370"/>
                <a:gd name="connsiteY2" fmla="*/ 769145 h 3246403"/>
                <a:gd name="connsiteX3" fmla="*/ 2680670 w 4979370"/>
                <a:gd name="connsiteY3" fmla="*/ 3182145 h 3246403"/>
                <a:gd name="connsiteX4" fmla="*/ 26370 w 4979370"/>
                <a:gd name="connsiteY4" fmla="*/ 1797845 h 3246403"/>
                <a:gd name="connsiteX0" fmla="*/ 26370 w 4979370"/>
                <a:gd name="connsiteY0" fmla="*/ 1797845 h 3378043"/>
                <a:gd name="connsiteX1" fmla="*/ 1537670 w 4979370"/>
                <a:gd name="connsiteY1" fmla="*/ 286545 h 3378043"/>
                <a:gd name="connsiteX2" fmla="*/ 4979370 w 4979370"/>
                <a:gd name="connsiteY2" fmla="*/ 769145 h 3378043"/>
                <a:gd name="connsiteX3" fmla="*/ 2680670 w 4979370"/>
                <a:gd name="connsiteY3" fmla="*/ 3182145 h 3378043"/>
                <a:gd name="connsiteX4" fmla="*/ 26370 w 4979370"/>
                <a:gd name="connsiteY4" fmla="*/ 1797845 h 3378043"/>
                <a:gd name="connsiteX0" fmla="*/ 31940 w 4762759"/>
                <a:gd name="connsiteY0" fmla="*/ 2754499 h 3367259"/>
                <a:gd name="connsiteX1" fmla="*/ 1321059 w 4762759"/>
                <a:gd name="connsiteY1" fmla="*/ 342385 h 3367259"/>
                <a:gd name="connsiteX2" fmla="*/ 4762759 w 4762759"/>
                <a:gd name="connsiteY2" fmla="*/ 824985 h 3367259"/>
                <a:gd name="connsiteX3" fmla="*/ 2464059 w 4762759"/>
                <a:gd name="connsiteY3" fmla="*/ 3237985 h 3367259"/>
                <a:gd name="connsiteX4" fmla="*/ 31940 w 4762759"/>
                <a:gd name="connsiteY4" fmla="*/ 2754499 h 3367259"/>
                <a:gd name="connsiteX0" fmla="*/ 37411 w 4768230"/>
                <a:gd name="connsiteY0" fmla="*/ 2991005 h 3615249"/>
                <a:gd name="connsiteX1" fmla="*/ 1263050 w 4768230"/>
                <a:gd name="connsiteY1" fmla="*/ 192827 h 3615249"/>
                <a:gd name="connsiteX2" fmla="*/ 4768230 w 4768230"/>
                <a:gd name="connsiteY2" fmla="*/ 1061491 h 3615249"/>
                <a:gd name="connsiteX3" fmla="*/ 2469530 w 4768230"/>
                <a:gd name="connsiteY3" fmla="*/ 3474491 h 3615249"/>
                <a:gd name="connsiteX4" fmla="*/ 37411 w 4768230"/>
                <a:gd name="connsiteY4" fmla="*/ 2991005 h 3615249"/>
                <a:gd name="connsiteX0" fmla="*/ 94229 w 4825048"/>
                <a:gd name="connsiteY0" fmla="*/ 2888783 h 3513027"/>
                <a:gd name="connsiteX1" fmla="*/ 1319868 w 4825048"/>
                <a:gd name="connsiteY1" fmla="*/ 90605 h 3513027"/>
                <a:gd name="connsiteX2" fmla="*/ 4825048 w 4825048"/>
                <a:gd name="connsiteY2" fmla="*/ 959269 h 3513027"/>
                <a:gd name="connsiteX3" fmla="*/ 2526348 w 4825048"/>
                <a:gd name="connsiteY3" fmla="*/ 3372269 h 3513027"/>
                <a:gd name="connsiteX4" fmla="*/ 94229 w 4825048"/>
                <a:gd name="connsiteY4" fmla="*/ 2888783 h 3513027"/>
                <a:gd name="connsiteX0" fmla="*/ 198101 w 4928920"/>
                <a:gd name="connsiteY0" fmla="*/ 2901841 h 3641408"/>
                <a:gd name="connsiteX1" fmla="*/ 1423740 w 4928920"/>
                <a:gd name="connsiteY1" fmla="*/ 103663 h 3641408"/>
                <a:gd name="connsiteX2" fmla="*/ 4928920 w 4928920"/>
                <a:gd name="connsiteY2" fmla="*/ 972327 h 3641408"/>
                <a:gd name="connsiteX3" fmla="*/ 2630220 w 4928920"/>
                <a:gd name="connsiteY3" fmla="*/ 3385327 h 3641408"/>
                <a:gd name="connsiteX4" fmla="*/ 198101 w 4928920"/>
                <a:gd name="connsiteY4" fmla="*/ 2901841 h 36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8920" h="3641408">
                  <a:moveTo>
                    <a:pt x="198101" y="2901841"/>
                  </a:moveTo>
                  <a:cubicBezTo>
                    <a:pt x="-241029" y="1913681"/>
                    <a:pt x="469" y="-530718"/>
                    <a:pt x="1423740" y="103663"/>
                  </a:cubicBezTo>
                  <a:cubicBezTo>
                    <a:pt x="2847011" y="738044"/>
                    <a:pt x="4928920" y="-262140"/>
                    <a:pt x="4928920" y="972327"/>
                  </a:cubicBezTo>
                  <a:cubicBezTo>
                    <a:pt x="4928920" y="2206794"/>
                    <a:pt x="3418690" y="3063741"/>
                    <a:pt x="2630220" y="3385327"/>
                  </a:cubicBezTo>
                  <a:cubicBezTo>
                    <a:pt x="1841750" y="3706913"/>
                    <a:pt x="637231" y="3890001"/>
                    <a:pt x="198101" y="290184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Elipse 6">
              <a:extLst>
                <a:ext uri="{FF2B5EF4-FFF2-40B4-BE49-F238E27FC236}">
                  <a16:creationId xmlns:a16="http://schemas.microsoft.com/office/drawing/2014/main" id="{58266DDC-6887-E84C-9DB5-BDB45DEAF491}"/>
                </a:ext>
              </a:extLst>
            </p:cNvPr>
            <p:cNvSpPr/>
            <p:nvPr/>
          </p:nvSpPr>
          <p:spPr>
            <a:xfrm>
              <a:off x="1384157" y="2501729"/>
              <a:ext cx="1478314" cy="942805"/>
            </a:xfrm>
            <a:custGeom>
              <a:avLst/>
              <a:gdLst>
                <a:gd name="connsiteX0" fmla="*/ 0 w 4470400"/>
                <a:gd name="connsiteY0" fmla="*/ 2235200 h 4470400"/>
                <a:gd name="connsiteX1" fmla="*/ 2235200 w 4470400"/>
                <a:gd name="connsiteY1" fmla="*/ 0 h 4470400"/>
                <a:gd name="connsiteX2" fmla="*/ 4470400 w 4470400"/>
                <a:gd name="connsiteY2" fmla="*/ 2235200 h 4470400"/>
                <a:gd name="connsiteX3" fmla="*/ 2235200 w 4470400"/>
                <a:gd name="connsiteY3" fmla="*/ 4470400 h 4470400"/>
                <a:gd name="connsiteX4" fmla="*/ 0 w 4470400"/>
                <a:gd name="connsiteY4" fmla="*/ 2235200 h 4470400"/>
                <a:gd name="connsiteX0" fmla="*/ 20592 w 4490992"/>
                <a:gd name="connsiteY0" fmla="*/ 1511300 h 3746500"/>
                <a:gd name="connsiteX1" fmla="*/ 1531892 w 4490992"/>
                <a:gd name="connsiteY1" fmla="*/ 0 h 3746500"/>
                <a:gd name="connsiteX2" fmla="*/ 4490992 w 4490992"/>
                <a:gd name="connsiteY2" fmla="*/ 1511300 h 3746500"/>
                <a:gd name="connsiteX3" fmla="*/ 2255792 w 4490992"/>
                <a:gd name="connsiteY3" fmla="*/ 3746500 h 3746500"/>
                <a:gd name="connsiteX4" fmla="*/ 20592 w 4490992"/>
                <a:gd name="connsiteY4" fmla="*/ 1511300 h 3746500"/>
                <a:gd name="connsiteX0" fmla="*/ 12039 w 4965039"/>
                <a:gd name="connsiteY0" fmla="*/ 1797845 h 4044607"/>
                <a:gd name="connsiteX1" fmla="*/ 1523339 w 4965039"/>
                <a:gd name="connsiteY1" fmla="*/ 286545 h 4044607"/>
                <a:gd name="connsiteX2" fmla="*/ 4965039 w 4965039"/>
                <a:gd name="connsiteY2" fmla="*/ 769145 h 4044607"/>
                <a:gd name="connsiteX3" fmla="*/ 2247239 w 4965039"/>
                <a:gd name="connsiteY3" fmla="*/ 4033045 h 4044607"/>
                <a:gd name="connsiteX4" fmla="*/ 12039 w 4965039"/>
                <a:gd name="connsiteY4" fmla="*/ 1797845 h 4044607"/>
                <a:gd name="connsiteX0" fmla="*/ 10236 w 4963236"/>
                <a:gd name="connsiteY0" fmla="*/ 1797845 h 3200509"/>
                <a:gd name="connsiteX1" fmla="*/ 1521536 w 4963236"/>
                <a:gd name="connsiteY1" fmla="*/ 286545 h 3200509"/>
                <a:gd name="connsiteX2" fmla="*/ 4963236 w 4963236"/>
                <a:gd name="connsiteY2" fmla="*/ 769145 h 3200509"/>
                <a:gd name="connsiteX3" fmla="*/ 2181936 w 4963236"/>
                <a:gd name="connsiteY3" fmla="*/ 3182145 h 3200509"/>
                <a:gd name="connsiteX4" fmla="*/ 10236 w 4963236"/>
                <a:gd name="connsiteY4" fmla="*/ 1797845 h 3200509"/>
                <a:gd name="connsiteX0" fmla="*/ 10586 w 4963586"/>
                <a:gd name="connsiteY0" fmla="*/ 1797845 h 4107795"/>
                <a:gd name="connsiteX1" fmla="*/ 1521886 w 4963586"/>
                <a:gd name="connsiteY1" fmla="*/ 286545 h 4107795"/>
                <a:gd name="connsiteX2" fmla="*/ 4963586 w 4963586"/>
                <a:gd name="connsiteY2" fmla="*/ 769145 h 4107795"/>
                <a:gd name="connsiteX3" fmla="*/ 2194986 w 4963586"/>
                <a:gd name="connsiteY3" fmla="*/ 4096545 h 4107795"/>
                <a:gd name="connsiteX4" fmla="*/ 10586 w 4963586"/>
                <a:gd name="connsiteY4" fmla="*/ 1797845 h 4107795"/>
                <a:gd name="connsiteX0" fmla="*/ 10586 w 4963586"/>
                <a:gd name="connsiteY0" fmla="*/ 1797845 h 4139511"/>
                <a:gd name="connsiteX1" fmla="*/ 1521886 w 4963586"/>
                <a:gd name="connsiteY1" fmla="*/ 286545 h 4139511"/>
                <a:gd name="connsiteX2" fmla="*/ 4963586 w 4963586"/>
                <a:gd name="connsiteY2" fmla="*/ 769145 h 4139511"/>
                <a:gd name="connsiteX3" fmla="*/ 2194986 w 4963586"/>
                <a:gd name="connsiteY3" fmla="*/ 4096545 h 4139511"/>
                <a:gd name="connsiteX4" fmla="*/ 10586 w 4963586"/>
                <a:gd name="connsiteY4" fmla="*/ 1797845 h 4139511"/>
                <a:gd name="connsiteX0" fmla="*/ 26370 w 4979370"/>
                <a:gd name="connsiteY0" fmla="*/ 1797845 h 3246403"/>
                <a:gd name="connsiteX1" fmla="*/ 1537670 w 4979370"/>
                <a:gd name="connsiteY1" fmla="*/ 286545 h 3246403"/>
                <a:gd name="connsiteX2" fmla="*/ 4979370 w 4979370"/>
                <a:gd name="connsiteY2" fmla="*/ 769145 h 3246403"/>
                <a:gd name="connsiteX3" fmla="*/ 2680670 w 4979370"/>
                <a:gd name="connsiteY3" fmla="*/ 3182145 h 3246403"/>
                <a:gd name="connsiteX4" fmla="*/ 26370 w 4979370"/>
                <a:gd name="connsiteY4" fmla="*/ 1797845 h 3246403"/>
                <a:gd name="connsiteX0" fmla="*/ 26370 w 4979370"/>
                <a:gd name="connsiteY0" fmla="*/ 1797845 h 3378043"/>
                <a:gd name="connsiteX1" fmla="*/ 1537670 w 4979370"/>
                <a:gd name="connsiteY1" fmla="*/ 286545 h 3378043"/>
                <a:gd name="connsiteX2" fmla="*/ 4979370 w 4979370"/>
                <a:gd name="connsiteY2" fmla="*/ 769145 h 3378043"/>
                <a:gd name="connsiteX3" fmla="*/ 2680670 w 4979370"/>
                <a:gd name="connsiteY3" fmla="*/ 3182145 h 3378043"/>
                <a:gd name="connsiteX4" fmla="*/ 26370 w 4979370"/>
                <a:gd name="connsiteY4" fmla="*/ 1797845 h 3378043"/>
                <a:gd name="connsiteX0" fmla="*/ 31940 w 4762759"/>
                <a:gd name="connsiteY0" fmla="*/ 2754499 h 3367259"/>
                <a:gd name="connsiteX1" fmla="*/ 1321059 w 4762759"/>
                <a:gd name="connsiteY1" fmla="*/ 342385 h 3367259"/>
                <a:gd name="connsiteX2" fmla="*/ 4762759 w 4762759"/>
                <a:gd name="connsiteY2" fmla="*/ 824985 h 3367259"/>
                <a:gd name="connsiteX3" fmla="*/ 2464059 w 4762759"/>
                <a:gd name="connsiteY3" fmla="*/ 3237985 h 3367259"/>
                <a:gd name="connsiteX4" fmla="*/ 31940 w 4762759"/>
                <a:gd name="connsiteY4" fmla="*/ 2754499 h 3367259"/>
                <a:gd name="connsiteX0" fmla="*/ 37411 w 4768230"/>
                <a:gd name="connsiteY0" fmla="*/ 2991005 h 3615249"/>
                <a:gd name="connsiteX1" fmla="*/ 1263050 w 4768230"/>
                <a:gd name="connsiteY1" fmla="*/ 192827 h 3615249"/>
                <a:gd name="connsiteX2" fmla="*/ 4768230 w 4768230"/>
                <a:gd name="connsiteY2" fmla="*/ 1061491 h 3615249"/>
                <a:gd name="connsiteX3" fmla="*/ 2469530 w 4768230"/>
                <a:gd name="connsiteY3" fmla="*/ 3474491 h 3615249"/>
                <a:gd name="connsiteX4" fmla="*/ 37411 w 4768230"/>
                <a:gd name="connsiteY4" fmla="*/ 2991005 h 3615249"/>
                <a:gd name="connsiteX0" fmla="*/ 94229 w 4825048"/>
                <a:gd name="connsiteY0" fmla="*/ 2888783 h 3513027"/>
                <a:gd name="connsiteX1" fmla="*/ 1319868 w 4825048"/>
                <a:gd name="connsiteY1" fmla="*/ 90605 h 3513027"/>
                <a:gd name="connsiteX2" fmla="*/ 4825048 w 4825048"/>
                <a:gd name="connsiteY2" fmla="*/ 959269 h 3513027"/>
                <a:gd name="connsiteX3" fmla="*/ 2526348 w 4825048"/>
                <a:gd name="connsiteY3" fmla="*/ 3372269 h 3513027"/>
                <a:gd name="connsiteX4" fmla="*/ 94229 w 4825048"/>
                <a:gd name="connsiteY4" fmla="*/ 2888783 h 3513027"/>
                <a:gd name="connsiteX0" fmla="*/ 198101 w 4928920"/>
                <a:gd name="connsiteY0" fmla="*/ 2901841 h 3641408"/>
                <a:gd name="connsiteX1" fmla="*/ 1423740 w 4928920"/>
                <a:gd name="connsiteY1" fmla="*/ 103663 h 3641408"/>
                <a:gd name="connsiteX2" fmla="*/ 4928920 w 4928920"/>
                <a:gd name="connsiteY2" fmla="*/ 972327 h 3641408"/>
                <a:gd name="connsiteX3" fmla="*/ 2630220 w 4928920"/>
                <a:gd name="connsiteY3" fmla="*/ 3385327 h 3641408"/>
                <a:gd name="connsiteX4" fmla="*/ 198101 w 4928920"/>
                <a:gd name="connsiteY4" fmla="*/ 2901841 h 36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8920" h="3641408">
                  <a:moveTo>
                    <a:pt x="198101" y="2901841"/>
                  </a:moveTo>
                  <a:cubicBezTo>
                    <a:pt x="-241029" y="1913681"/>
                    <a:pt x="469" y="-530718"/>
                    <a:pt x="1423740" y="103663"/>
                  </a:cubicBezTo>
                  <a:cubicBezTo>
                    <a:pt x="2847011" y="738044"/>
                    <a:pt x="4928920" y="-262140"/>
                    <a:pt x="4928920" y="972327"/>
                  </a:cubicBezTo>
                  <a:cubicBezTo>
                    <a:pt x="4928920" y="2206794"/>
                    <a:pt x="3418690" y="3063741"/>
                    <a:pt x="2630220" y="3385327"/>
                  </a:cubicBezTo>
                  <a:cubicBezTo>
                    <a:pt x="1841750" y="3706913"/>
                    <a:pt x="637231" y="3890001"/>
                    <a:pt x="198101" y="290184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9BB1500-58C6-C34F-940B-578E961A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C0521D-A293-9743-B38C-66D23A44D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3306ED-EE2F-0C41-87C2-00C1606F3098}"/>
              </a:ext>
            </a:extLst>
          </p:cNvPr>
          <p:cNvSpPr txBox="1">
            <a:spLocks/>
          </p:cNvSpPr>
          <p:nvPr userDrawn="1"/>
        </p:nvSpPr>
        <p:spPr>
          <a:xfrm>
            <a:off x="11488848" y="9053"/>
            <a:ext cx="703152" cy="633743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800" b="0" i="0" spc="300" smtClean="0">
                <a:solidFill>
                  <a:schemeClr val="accent1"/>
                </a:solidFill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pPr algn="ctr"/>
              <a:t>‹#›</a:t>
            </a:fld>
            <a:endParaRPr lang="en-US" sz="1000" b="0" i="0" spc="300" dirty="0">
              <a:solidFill>
                <a:schemeClr val="accent1"/>
              </a:solidFill>
              <a:latin typeface="Arial" panose="020B0604020202020204" pitchFamily="34" charset="0"/>
              <a:ea typeface="Source Sans Pro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150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55" r:id="rId3"/>
    <p:sldLayoutId id="2147483653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3EC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ángulo 110">
            <a:extLst>
              <a:ext uri="{FF2B5EF4-FFF2-40B4-BE49-F238E27FC236}">
                <a16:creationId xmlns:a16="http://schemas.microsoft.com/office/drawing/2014/main" id="{E71673EE-178D-7E4A-A27C-03EA26AB0060}"/>
              </a:ext>
            </a:extLst>
          </p:cNvPr>
          <p:cNvSpPr/>
          <p:nvPr/>
        </p:nvSpPr>
        <p:spPr>
          <a:xfrm>
            <a:off x="4572452" y="-16302"/>
            <a:ext cx="6821382" cy="6871256"/>
          </a:xfrm>
          <a:custGeom>
            <a:avLst/>
            <a:gdLst>
              <a:gd name="connsiteX0" fmla="*/ 0 w 3918744"/>
              <a:gd name="connsiteY0" fmla="*/ 0 h 6858000"/>
              <a:gd name="connsiteX1" fmla="*/ 3918744 w 3918744"/>
              <a:gd name="connsiteY1" fmla="*/ 0 h 6858000"/>
              <a:gd name="connsiteX2" fmla="*/ 3918744 w 3918744"/>
              <a:gd name="connsiteY2" fmla="*/ 6858000 h 6858000"/>
              <a:gd name="connsiteX3" fmla="*/ 0 w 3918744"/>
              <a:gd name="connsiteY3" fmla="*/ 6858000 h 6858000"/>
              <a:gd name="connsiteX4" fmla="*/ 0 w 3918744"/>
              <a:gd name="connsiteY4" fmla="*/ 0 h 6858000"/>
              <a:gd name="connsiteX0" fmla="*/ 1653822 w 5572566"/>
              <a:gd name="connsiteY0" fmla="*/ 0 h 6858000"/>
              <a:gd name="connsiteX1" fmla="*/ 5572566 w 5572566"/>
              <a:gd name="connsiteY1" fmla="*/ 0 h 6858000"/>
              <a:gd name="connsiteX2" fmla="*/ 5572566 w 5572566"/>
              <a:gd name="connsiteY2" fmla="*/ 6858000 h 6858000"/>
              <a:gd name="connsiteX3" fmla="*/ 1653822 w 5572566"/>
              <a:gd name="connsiteY3" fmla="*/ 6858000 h 6858000"/>
              <a:gd name="connsiteX4" fmla="*/ 1653822 w 5572566"/>
              <a:gd name="connsiteY4" fmla="*/ 0 h 6858000"/>
              <a:gd name="connsiteX0" fmla="*/ 1590796 w 5509540"/>
              <a:gd name="connsiteY0" fmla="*/ 0 h 6858000"/>
              <a:gd name="connsiteX1" fmla="*/ 5509540 w 5509540"/>
              <a:gd name="connsiteY1" fmla="*/ 0 h 6858000"/>
              <a:gd name="connsiteX2" fmla="*/ 5509540 w 5509540"/>
              <a:gd name="connsiteY2" fmla="*/ 6858000 h 6858000"/>
              <a:gd name="connsiteX3" fmla="*/ 1590796 w 5509540"/>
              <a:gd name="connsiteY3" fmla="*/ 6858000 h 6858000"/>
              <a:gd name="connsiteX4" fmla="*/ 1590796 w 5509540"/>
              <a:gd name="connsiteY4" fmla="*/ 0 h 6858000"/>
              <a:gd name="connsiteX0" fmla="*/ 1072356 w 4991100"/>
              <a:gd name="connsiteY0" fmla="*/ 0 h 6858000"/>
              <a:gd name="connsiteX1" fmla="*/ 4991100 w 4991100"/>
              <a:gd name="connsiteY1" fmla="*/ 0 h 6858000"/>
              <a:gd name="connsiteX2" fmla="*/ 4991100 w 4991100"/>
              <a:gd name="connsiteY2" fmla="*/ 6858000 h 6858000"/>
              <a:gd name="connsiteX3" fmla="*/ 1072356 w 4991100"/>
              <a:gd name="connsiteY3" fmla="*/ 6858000 h 6858000"/>
              <a:gd name="connsiteX4" fmla="*/ 0 w 4991100"/>
              <a:gd name="connsiteY4" fmla="*/ 5562600 h 6858000"/>
              <a:gd name="connsiteX5" fmla="*/ 1072356 w 4991100"/>
              <a:gd name="connsiteY5" fmla="*/ 0 h 6858000"/>
              <a:gd name="connsiteX0" fmla="*/ 2210127 w 6128871"/>
              <a:gd name="connsiteY0" fmla="*/ 0 h 6858000"/>
              <a:gd name="connsiteX1" fmla="*/ 6128871 w 6128871"/>
              <a:gd name="connsiteY1" fmla="*/ 0 h 6858000"/>
              <a:gd name="connsiteX2" fmla="*/ 6128871 w 6128871"/>
              <a:gd name="connsiteY2" fmla="*/ 6858000 h 6858000"/>
              <a:gd name="connsiteX3" fmla="*/ 2210127 w 6128871"/>
              <a:gd name="connsiteY3" fmla="*/ 6858000 h 6858000"/>
              <a:gd name="connsiteX4" fmla="*/ 1137771 w 6128871"/>
              <a:gd name="connsiteY4" fmla="*/ 5562600 h 6858000"/>
              <a:gd name="connsiteX5" fmla="*/ 2210127 w 6128871"/>
              <a:gd name="connsiteY5" fmla="*/ 0 h 6858000"/>
              <a:gd name="connsiteX0" fmla="*/ 2210127 w 6128871"/>
              <a:gd name="connsiteY0" fmla="*/ 0 h 7254955"/>
              <a:gd name="connsiteX1" fmla="*/ 6128871 w 6128871"/>
              <a:gd name="connsiteY1" fmla="*/ 0 h 7254955"/>
              <a:gd name="connsiteX2" fmla="*/ 6128871 w 6128871"/>
              <a:gd name="connsiteY2" fmla="*/ 6858000 h 7254955"/>
              <a:gd name="connsiteX3" fmla="*/ 2210127 w 6128871"/>
              <a:gd name="connsiteY3" fmla="*/ 6858000 h 7254955"/>
              <a:gd name="connsiteX4" fmla="*/ 1137771 w 6128871"/>
              <a:gd name="connsiteY4" fmla="*/ 5562600 h 7254955"/>
              <a:gd name="connsiteX5" fmla="*/ 2210127 w 6128871"/>
              <a:gd name="connsiteY5" fmla="*/ 0 h 7254955"/>
              <a:gd name="connsiteX0" fmla="*/ 1305907 w 5224651"/>
              <a:gd name="connsiteY0" fmla="*/ 0 h 6858000"/>
              <a:gd name="connsiteX1" fmla="*/ 5224651 w 5224651"/>
              <a:gd name="connsiteY1" fmla="*/ 0 h 6858000"/>
              <a:gd name="connsiteX2" fmla="*/ 5224651 w 5224651"/>
              <a:gd name="connsiteY2" fmla="*/ 6858000 h 6858000"/>
              <a:gd name="connsiteX3" fmla="*/ 1305907 w 5224651"/>
              <a:gd name="connsiteY3" fmla="*/ 6858000 h 6858000"/>
              <a:gd name="connsiteX4" fmla="*/ 233551 w 5224651"/>
              <a:gd name="connsiteY4" fmla="*/ 5562600 h 6858000"/>
              <a:gd name="connsiteX5" fmla="*/ 1305907 w 5224651"/>
              <a:gd name="connsiteY5" fmla="*/ 0 h 6858000"/>
              <a:gd name="connsiteX0" fmla="*/ 1290026 w 5208770"/>
              <a:gd name="connsiteY0" fmla="*/ 0 h 6968469"/>
              <a:gd name="connsiteX1" fmla="*/ 5208770 w 5208770"/>
              <a:gd name="connsiteY1" fmla="*/ 0 h 6968469"/>
              <a:gd name="connsiteX2" fmla="*/ 5208770 w 5208770"/>
              <a:gd name="connsiteY2" fmla="*/ 6858000 h 6968469"/>
              <a:gd name="connsiteX3" fmla="*/ 1290026 w 5208770"/>
              <a:gd name="connsiteY3" fmla="*/ 6858000 h 6968469"/>
              <a:gd name="connsiteX4" fmla="*/ 217670 w 5208770"/>
              <a:gd name="connsiteY4" fmla="*/ 5562600 h 6968469"/>
              <a:gd name="connsiteX5" fmla="*/ 1290026 w 5208770"/>
              <a:gd name="connsiteY5" fmla="*/ 0 h 6968469"/>
              <a:gd name="connsiteX0" fmla="*/ 2397476 w 6316220"/>
              <a:gd name="connsiteY0" fmla="*/ 0 h 6858000"/>
              <a:gd name="connsiteX1" fmla="*/ 6316220 w 6316220"/>
              <a:gd name="connsiteY1" fmla="*/ 0 h 6858000"/>
              <a:gd name="connsiteX2" fmla="*/ 6316220 w 6316220"/>
              <a:gd name="connsiteY2" fmla="*/ 6858000 h 6858000"/>
              <a:gd name="connsiteX3" fmla="*/ 2397476 w 6316220"/>
              <a:gd name="connsiteY3" fmla="*/ 6858000 h 6858000"/>
              <a:gd name="connsiteX4" fmla="*/ 118620 w 6316220"/>
              <a:gd name="connsiteY4" fmla="*/ 3797300 h 6858000"/>
              <a:gd name="connsiteX5" fmla="*/ 2397476 w 6316220"/>
              <a:gd name="connsiteY5" fmla="*/ 0 h 6858000"/>
              <a:gd name="connsiteX0" fmla="*/ 2886274 w 6805018"/>
              <a:gd name="connsiteY0" fmla="*/ 0 h 6858000"/>
              <a:gd name="connsiteX1" fmla="*/ 6805018 w 6805018"/>
              <a:gd name="connsiteY1" fmla="*/ 0 h 6858000"/>
              <a:gd name="connsiteX2" fmla="*/ 6805018 w 6805018"/>
              <a:gd name="connsiteY2" fmla="*/ 6858000 h 6858000"/>
              <a:gd name="connsiteX3" fmla="*/ 2886274 w 6805018"/>
              <a:gd name="connsiteY3" fmla="*/ 6858000 h 6858000"/>
              <a:gd name="connsiteX4" fmla="*/ 607418 w 6805018"/>
              <a:gd name="connsiteY4" fmla="*/ 3797300 h 6858000"/>
              <a:gd name="connsiteX5" fmla="*/ 2886274 w 6805018"/>
              <a:gd name="connsiteY5" fmla="*/ 0 h 6858000"/>
              <a:gd name="connsiteX0" fmla="*/ 1541968 w 6210012"/>
              <a:gd name="connsiteY0" fmla="*/ 0 h 6921500"/>
              <a:gd name="connsiteX1" fmla="*/ 6210012 w 6210012"/>
              <a:gd name="connsiteY1" fmla="*/ 63500 h 6921500"/>
              <a:gd name="connsiteX2" fmla="*/ 6210012 w 6210012"/>
              <a:gd name="connsiteY2" fmla="*/ 6921500 h 6921500"/>
              <a:gd name="connsiteX3" fmla="*/ 2291268 w 6210012"/>
              <a:gd name="connsiteY3" fmla="*/ 6921500 h 6921500"/>
              <a:gd name="connsiteX4" fmla="*/ 12412 w 6210012"/>
              <a:gd name="connsiteY4" fmla="*/ 3860800 h 6921500"/>
              <a:gd name="connsiteX5" fmla="*/ 1541968 w 6210012"/>
              <a:gd name="connsiteY5" fmla="*/ 0 h 6921500"/>
              <a:gd name="connsiteX0" fmla="*/ 1978923 w 6646967"/>
              <a:gd name="connsiteY0" fmla="*/ 0 h 6921500"/>
              <a:gd name="connsiteX1" fmla="*/ 6646967 w 6646967"/>
              <a:gd name="connsiteY1" fmla="*/ 63500 h 6921500"/>
              <a:gd name="connsiteX2" fmla="*/ 6646967 w 6646967"/>
              <a:gd name="connsiteY2" fmla="*/ 6921500 h 6921500"/>
              <a:gd name="connsiteX3" fmla="*/ 2728223 w 6646967"/>
              <a:gd name="connsiteY3" fmla="*/ 6921500 h 6921500"/>
              <a:gd name="connsiteX4" fmla="*/ 449367 w 6646967"/>
              <a:gd name="connsiteY4" fmla="*/ 3860800 h 6921500"/>
              <a:gd name="connsiteX5" fmla="*/ 1978923 w 6646967"/>
              <a:gd name="connsiteY5" fmla="*/ 0 h 6921500"/>
              <a:gd name="connsiteX0" fmla="*/ 1541377 w 6209421"/>
              <a:gd name="connsiteY0" fmla="*/ 0 h 6959600"/>
              <a:gd name="connsiteX1" fmla="*/ 6209421 w 6209421"/>
              <a:gd name="connsiteY1" fmla="*/ 63500 h 6959600"/>
              <a:gd name="connsiteX2" fmla="*/ 6209421 w 6209421"/>
              <a:gd name="connsiteY2" fmla="*/ 6921500 h 6959600"/>
              <a:gd name="connsiteX3" fmla="*/ 1071477 w 6209421"/>
              <a:gd name="connsiteY3" fmla="*/ 6959600 h 6959600"/>
              <a:gd name="connsiteX4" fmla="*/ 11821 w 6209421"/>
              <a:gd name="connsiteY4" fmla="*/ 3860800 h 6959600"/>
              <a:gd name="connsiteX5" fmla="*/ 1541377 w 6209421"/>
              <a:gd name="connsiteY5" fmla="*/ 0 h 6959600"/>
              <a:gd name="connsiteX0" fmla="*/ 2065910 w 6733954"/>
              <a:gd name="connsiteY0" fmla="*/ 0 h 6959600"/>
              <a:gd name="connsiteX1" fmla="*/ 6733954 w 6733954"/>
              <a:gd name="connsiteY1" fmla="*/ 63500 h 6959600"/>
              <a:gd name="connsiteX2" fmla="*/ 6733954 w 6733954"/>
              <a:gd name="connsiteY2" fmla="*/ 6921500 h 6959600"/>
              <a:gd name="connsiteX3" fmla="*/ 1596010 w 6733954"/>
              <a:gd name="connsiteY3" fmla="*/ 6959600 h 6959600"/>
              <a:gd name="connsiteX4" fmla="*/ 536354 w 6733954"/>
              <a:gd name="connsiteY4" fmla="*/ 3860800 h 6959600"/>
              <a:gd name="connsiteX5" fmla="*/ 2065910 w 6733954"/>
              <a:gd name="connsiteY5" fmla="*/ 0 h 6959600"/>
              <a:gd name="connsiteX0" fmla="*/ 585794 w 6307938"/>
              <a:gd name="connsiteY0" fmla="*/ 0 h 6972488"/>
              <a:gd name="connsiteX1" fmla="*/ 6307938 w 6307938"/>
              <a:gd name="connsiteY1" fmla="*/ 76388 h 6972488"/>
              <a:gd name="connsiteX2" fmla="*/ 6307938 w 6307938"/>
              <a:gd name="connsiteY2" fmla="*/ 6934388 h 6972488"/>
              <a:gd name="connsiteX3" fmla="*/ 1169994 w 6307938"/>
              <a:gd name="connsiteY3" fmla="*/ 6972488 h 6972488"/>
              <a:gd name="connsiteX4" fmla="*/ 110338 w 6307938"/>
              <a:gd name="connsiteY4" fmla="*/ 3873688 h 6972488"/>
              <a:gd name="connsiteX5" fmla="*/ 585794 w 6307938"/>
              <a:gd name="connsiteY5" fmla="*/ 0 h 6972488"/>
              <a:gd name="connsiteX0" fmla="*/ 259007 w 5981151"/>
              <a:gd name="connsiteY0" fmla="*/ 0 h 6972488"/>
              <a:gd name="connsiteX1" fmla="*/ 5981151 w 5981151"/>
              <a:gd name="connsiteY1" fmla="*/ 76388 h 6972488"/>
              <a:gd name="connsiteX2" fmla="*/ 5981151 w 5981151"/>
              <a:gd name="connsiteY2" fmla="*/ 6934388 h 6972488"/>
              <a:gd name="connsiteX3" fmla="*/ 843207 w 5981151"/>
              <a:gd name="connsiteY3" fmla="*/ 6972488 h 6972488"/>
              <a:gd name="connsiteX4" fmla="*/ 901151 w 5981151"/>
              <a:gd name="connsiteY4" fmla="*/ 3371050 h 6972488"/>
              <a:gd name="connsiteX5" fmla="*/ 259007 w 5981151"/>
              <a:gd name="connsiteY5" fmla="*/ 0 h 6972488"/>
              <a:gd name="connsiteX0" fmla="*/ 640323 w 6362467"/>
              <a:gd name="connsiteY0" fmla="*/ 0 h 6972488"/>
              <a:gd name="connsiteX1" fmla="*/ 6362467 w 6362467"/>
              <a:gd name="connsiteY1" fmla="*/ 76388 h 6972488"/>
              <a:gd name="connsiteX2" fmla="*/ 6362467 w 6362467"/>
              <a:gd name="connsiteY2" fmla="*/ 6934388 h 6972488"/>
              <a:gd name="connsiteX3" fmla="*/ 1224523 w 6362467"/>
              <a:gd name="connsiteY3" fmla="*/ 6972488 h 6972488"/>
              <a:gd name="connsiteX4" fmla="*/ 1282467 w 6362467"/>
              <a:gd name="connsiteY4" fmla="*/ 3371050 h 6972488"/>
              <a:gd name="connsiteX5" fmla="*/ 640323 w 6362467"/>
              <a:gd name="connsiteY5" fmla="*/ 0 h 6972488"/>
              <a:gd name="connsiteX0" fmla="*/ 640323 w 6857767"/>
              <a:gd name="connsiteY0" fmla="*/ 0 h 6972488"/>
              <a:gd name="connsiteX1" fmla="*/ 6857767 w 6857767"/>
              <a:gd name="connsiteY1" fmla="*/ 11947 h 6972488"/>
              <a:gd name="connsiteX2" fmla="*/ 6362467 w 6857767"/>
              <a:gd name="connsiteY2" fmla="*/ 6934388 h 6972488"/>
              <a:gd name="connsiteX3" fmla="*/ 1224523 w 6857767"/>
              <a:gd name="connsiteY3" fmla="*/ 6972488 h 6972488"/>
              <a:gd name="connsiteX4" fmla="*/ 1282467 w 6857767"/>
              <a:gd name="connsiteY4" fmla="*/ 3371050 h 6972488"/>
              <a:gd name="connsiteX5" fmla="*/ 640323 w 6857767"/>
              <a:gd name="connsiteY5" fmla="*/ 0 h 6972488"/>
              <a:gd name="connsiteX0" fmla="*/ 640323 w 6870467"/>
              <a:gd name="connsiteY0" fmla="*/ 0 h 6973052"/>
              <a:gd name="connsiteX1" fmla="*/ 6857767 w 6870467"/>
              <a:gd name="connsiteY1" fmla="*/ 11947 h 6973052"/>
              <a:gd name="connsiteX2" fmla="*/ 6870467 w 6870467"/>
              <a:gd name="connsiteY2" fmla="*/ 6973052 h 6973052"/>
              <a:gd name="connsiteX3" fmla="*/ 1224523 w 6870467"/>
              <a:gd name="connsiteY3" fmla="*/ 6972488 h 6973052"/>
              <a:gd name="connsiteX4" fmla="*/ 1282467 w 6870467"/>
              <a:gd name="connsiteY4" fmla="*/ 3371050 h 6973052"/>
              <a:gd name="connsiteX5" fmla="*/ 640323 w 6870467"/>
              <a:gd name="connsiteY5" fmla="*/ 0 h 6973052"/>
              <a:gd name="connsiteX0" fmla="*/ 640323 w 6870467"/>
              <a:gd name="connsiteY0" fmla="*/ 0 h 6974374"/>
              <a:gd name="connsiteX1" fmla="*/ 6857767 w 6870467"/>
              <a:gd name="connsiteY1" fmla="*/ 11947 h 6974374"/>
              <a:gd name="connsiteX2" fmla="*/ 6870467 w 6870467"/>
              <a:gd name="connsiteY2" fmla="*/ 6973052 h 6974374"/>
              <a:gd name="connsiteX3" fmla="*/ 1224523 w 6870467"/>
              <a:gd name="connsiteY3" fmla="*/ 6972488 h 6974374"/>
              <a:gd name="connsiteX4" fmla="*/ 1282467 w 6870467"/>
              <a:gd name="connsiteY4" fmla="*/ 3371050 h 6974374"/>
              <a:gd name="connsiteX5" fmla="*/ 640323 w 6870467"/>
              <a:gd name="connsiteY5" fmla="*/ 0 h 6974374"/>
              <a:gd name="connsiteX0" fmla="*/ 258796 w 6488940"/>
              <a:gd name="connsiteY0" fmla="*/ 0 h 7026576"/>
              <a:gd name="connsiteX1" fmla="*/ 6476240 w 6488940"/>
              <a:gd name="connsiteY1" fmla="*/ 11947 h 7026576"/>
              <a:gd name="connsiteX2" fmla="*/ 6488940 w 6488940"/>
              <a:gd name="connsiteY2" fmla="*/ 6973052 h 7026576"/>
              <a:gd name="connsiteX3" fmla="*/ 832552 w 6488940"/>
              <a:gd name="connsiteY3" fmla="*/ 7025212 h 7026576"/>
              <a:gd name="connsiteX4" fmla="*/ 900940 w 6488940"/>
              <a:gd name="connsiteY4" fmla="*/ 3371050 h 7026576"/>
              <a:gd name="connsiteX5" fmla="*/ 258796 w 6488940"/>
              <a:gd name="connsiteY5" fmla="*/ 0 h 7026576"/>
              <a:gd name="connsiteX0" fmla="*/ 259216 w 6489360"/>
              <a:gd name="connsiteY0" fmla="*/ 0 h 6973052"/>
              <a:gd name="connsiteX1" fmla="*/ 6476660 w 6489360"/>
              <a:gd name="connsiteY1" fmla="*/ 11947 h 6973052"/>
              <a:gd name="connsiteX2" fmla="*/ 6489360 w 6489360"/>
              <a:gd name="connsiteY2" fmla="*/ 6973052 h 6973052"/>
              <a:gd name="connsiteX3" fmla="*/ 853861 w 6489360"/>
              <a:gd name="connsiteY3" fmla="*/ 6951398 h 6973052"/>
              <a:gd name="connsiteX4" fmla="*/ 901360 w 6489360"/>
              <a:gd name="connsiteY4" fmla="*/ 3371050 h 6973052"/>
              <a:gd name="connsiteX5" fmla="*/ 259216 w 6489360"/>
              <a:gd name="connsiteY5" fmla="*/ 0 h 6973052"/>
              <a:gd name="connsiteX0" fmla="*/ 424110 w 6654254"/>
              <a:gd name="connsiteY0" fmla="*/ 0 h 6973052"/>
              <a:gd name="connsiteX1" fmla="*/ 6641554 w 6654254"/>
              <a:gd name="connsiteY1" fmla="*/ 11947 h 6973052"/>
              <a:gd name="connsiteX2" fmla="*/ 6654254 w 6654254"/>
              <a:gd name="connsiteY2" fmla="*/ 6973052 h 6973052"/>
              <a:gd name="connsiteX3" fmla="*/ 1018755 w 6654254"/>
              <a:gd name="connsiteY3" fmla="*/ 6951398 h 6973052"/>
              <a:gd name="connsiteX4" fmla="*/ 1066254 w 6654254"/>
              <a:gd name="connsiteY4" fmla="*/ 3371050 h 6973052"/>
              <a:gd name="connsiteX5" fmla="*/ 424110 w 6654254"/>
              <a:gd name="connsiteY5" fmla="*/ 0 h 6973052"/>
              <a:gd name="connsiteX0" fmla="*/ 258791 w 6488935"/>
              <a:gd name="connsiteY0" fmla="*/ 0 h 6974117"/>
              <a:gd name="connsiteX1" fmla="*/ 6476235 w 6488935"/>
              <a:gd name="connsiteY1" fmla="*/ 11947 h 6974117"/>
              <a:gd name="connsiteX2" fmla="*/ 6488935 w 6488935"/>
              <a:gd name="connsiteY2" fmla="*/ 6973052 h 6974117"/>
              <a:gd name="connsiteX3" fmla="*/ 832307 w 6488935"/>
              <a:gd name="connsiteY3" fmla="*/ 6972730 h 6974117"/>
              <a:gd name="connsiteX4" fmla="*/ 900935 w 6488935"/>
              <a:gd name="connsiteY4" fmla="*/ 3371050 h 6974117"/>
              <a:gd name="connsiteX5" fmla="*/ 258791 w 6488935"/>
              <a:gd name="connsiteY5" fmla="*/ 0 h 6974117"/>
              <a:gd name="connsiteX0" fmla="*/ 258791 w 6488935"/>
              <a:gd name="connsiteY0" fmla="*/ 0 h 6974117"/>
              <a:gd name="connsiteX1" fmla="*/ 6476235 w 6488935"/>
              <a:gd name="connsiteY1" fmla="*/ 11947 h 6974117"/>
              <a:gd name="connsiteX2" fmla="*/ 6488935 w 6488935"/>
              <a:gd name="connsiteY2" fmla="*/ 6973052 h 6974117"/>
              <a:gd name="connsiteX3" fmla="*/ 832307 w 6488935"/>
              <a:gd name="connsiteY3" fmla="*/ 6972730 h 6974117"/>
              <a:gd name="connsiteX4" fmla="*/ 900935 w 6488935"/>
              <a:gd name="connsiteY4" fmla="*/ 3371050 h 6974117"/>
              <a:gd name="connsiteX5" fmla="*/ 258791 w 6488935"/>
              <a:gd name="connsiteY5" fmla="*/ 0 h 6974117"/>
              <a:gd name="connsiteX0" fmla="*/ 258791 w 6488935"/>
              <a:gd name="connsiteY0" fmla="*/ 0 h 6973052"/>
              <a:gd name="connsiteX1" fmla="*/ 6476235 w 6488935"/>
              <a:gd name="connsiteY1" fmla="*/ 11947 h 6973052"/>
              <a:gd name="connsiteX2" fmla="*/ 6488935 w 6488935"/>
              <a:gd name="connsiteY2" fmla="*/ 6973052 h 6973052"/>
              <a:gd name="connsiteX3" fmla="*/ 832307 w 6488935"/>
              <a:gd name="connsiteY3" fmla="*/ 6972730 h 6973052"/>
              <a:gd name="connsiteX4" fmla="*/ 900935 w 6488935"/>
              <a:gd name="connsiteY4" fmla="*/ 3371050 h 6973052"/>
              <a:gd name="connsiteX5" fmla="*/ 258791 w 6488935"/>
              <a:gd name="connsiteY5" fmla="*/ 0 h 6973052"/>
              <a:gd name="connsiteX0" fmla="*/ 223574 w 6453718"/>
              <a:gd name="connsiteY0" fmla="*/ 0 h 6973052"/>
              <a:gd name="connsiteX1" fmla="*/ 6441018 w 6453718"/>
              <a:gd name="connsiteY1" fmla="*/ 11947 h 6973052"/>
              <a:gd name="connsiteX2" fmla="*/ 6453718 w 6453718"/>
              <a:gd name="connsiteY2" fmla="*/ 6973052 h 6973052"/>
              <a:gd name="connsiteX3" fmla="*/ 797090 w 6453718"/>
              <a:gd name="connsiteY3" fmla="*/ 6972730 h 6973052"/>
              <a:gd name="connsiteX4" fmla="*/ 1172086 w 6453718"/>
              <a:gd name="connsiteY4" fmla="*/ 3659034 h 6973052"/>
              <a:gd name="connsiteX5" fmla="*/ 223574 w 6453718"/>
              <a:gd name="connsiteY5" fmla="*/ 0 h 697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53718" h="6973052">
                <a:moveTo>
                  <a:pt x="223574" y="0"/>
                </a:moveTo>
                <a:lnTo>
                  <a:pt x="6441018" y="11947"/>
                </a:lnTo>
                <a:cubicBezTo>
                  <a:pt x="6445251" y="2332315"/>
                  <a:pt x="6449485" y="4652684"/>
                  <a:pt x="6453718" y="6973052"/>
                </a:cubicBezTo>
                <a:lnTo>
                  <a:pt x="797090" y="6972730"/>
                </a:lnTo>
                <a:cubicBezTo>
                  <a:pt x="93693" y="6977544"/>
                  <a:pt x="1267672" y="4821156"/>
                  <a:pt x="1172086" y="3659034"/>
                </a:cubicBezTo>
                <a:cubicBezTo>
                  <a:pt x="1076500" y="2496912"/>
                  <a:pt x="-591343" y="918633"/>
                  <a:pt x="223574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华东师范大学</a:t>
            </a:r>
            <a:endParaRPr lang="es-ES" dirty="0"/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39F4B1F4-C4D6-554A-8873-564A657F9500}"/>
              </a:ext>
            </a:extLst>
          </p:cNvPr>
          <p:cNvSpPr txBox="1"/>
          <p:nvPr/>
        </p:nvSpPr>
        <p:spPr>
          <a:xfrm>
            <a:off x="6656542" y="814647"/>
            <a:ext cx="429365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solidFill>
                  <a:srgbClr val="36267C"/>
                </a:solidFill>
                <a:latin typeface="Montserrat" pitchFamily="2" charset="77"/>
              </a:rPr>
              <a:t> </a:t>
            </a:r>
            <a:r>
              <a:rPr lang="zh-CN" altLang="en-US" sz="3400" b="1" dirty="0">
                <a:solidFill>
                  <a:srgbClr val="36267C"/>
                </a:solidFill>
                <a:latin typeface="Montserrat" pitchFamily="2" charset="77"/>
              </a:rPr>
              <a:t>开源项目活跃度预测与风险评估平台</a:t>
            </a:r>
            <a:endParaRPr lang="es-ES" sz="3400" b="1" dirty="0">
              <a:solidFill>
                <a:srgbClr val="36267C"/>
              </a:solidFill>
              <a:latin typeface="Montserrat" pitchFamily="2" charset="77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2D6634E5-EB62-0049-AF07-0D4282A8EA1A}"/>
              </a:ext>
            </a:extLst>
          </p:cNvPr>
          <p:cNvGrpSpPr/>
          <p:nvPr/>
        </p:nvGrpSpPr>
        <p:grpSpPr>
          <a:xfrm>
            <a:off x="649524" y="249304"/>
            <a:ext cx="5107648" cy="6359391"/>
            <a:chOff x="649524" y="249304"/>
            <a:chExt cx="5107648" cy="6359391"/>
          </a:xfrm>
        </p:grpSpPr>
        <p:grpSp>
          <p:nvGrpSpPr>
            <p:cNvPr id="112" name="Grupo 111">
              <a:extLst>
                <a:ext uri="{FF2B5EF4-FFF2-40B4-BE49-F238E27FC236}">
                  <a16:creationId xmlns:a16="http://schemas.microsoft.com/office/drawing/2014/main" id="{D103183C-0AE4-6A4B-84EE-05611A3C233A}"/>
                </a:ext>
              </a:extLst>
            </p:cNvPr>
            <p:cNvGrpSpPr/>
            <p:nvPr/>
          </p:nvGrpSpPr>
          <p:grpSpPr>
            <a:xfrm>
              <a:off x="649524" y="249304"/>
              <a:ext cx="5107648" cy="6359391"/>
              <a:chOff x="828044" y="285063"/>
              <a:chExt cx="4572073" cy="5692561"/>
            </a:xfrm>
          </p:grpSpPr>
          <p:sp>
            <p:nvSpPr>
              <p:cNvPr id="109" name="Elipse 6">
                <a:extLst>
                  <a:ext uri="{FF2B5EF4-FFF2-40B4-BE49-F238E27FC236}">
                    <a16:creationId xmlns:a16="http://schemas.microsoft.com/office/drawing/2014/main" id="{609E7C09-1DAB-3442-9BE2-EAAE37E0C802}"/>
                  </a:ext>
                </a:extLst>
              </p:cNvPr>
              <p:cNvSpPr/>
              <p:nvPr/>
            </p:nvSpPr>
            <p:spPr>
              <a:xfrm>
                <a:off x="828044" y="285063"/>
                <a:ext cx="2967787" cy="1892728"/>
              </a:xfrm>
              <a:custGeom>
                <a:avLst/>
                <a:gdLst>
                  <a:gd name="connsiteX0" fmla="*/ 0 w 4470400"/>
                  <a:gd name="connsiteY0" fmla="*/ 2235200 h 4470400"/>
                  <a:gd name="connsiteX1" fmla="*/ 2235200 w 4470400"/>
                  <a:gd name="connsiteY1" fmla="*/ 0 h 4470400"/>
                  <a:gd name="connsiteX2" fmla="*/ 4470400 w 4470400"/>
                  <a:gd name="connsiteY2" fmla="*/ 2235200 h 4470400"/>
                  <a:gd name="connsiteX3" fmla="*/ 2235200 w 4470400"/>
                  <a:gd name="connsiteY3" fmla="*/ 4470400 h 4470400"/>
                  <a:gd name="connsiteX4" fmla="*/ 0 w 4470400"/>
                  <a:gd name="connsiteY4" fmla="*/ 2235200 h 4470400"/>
                  <a:gd name="connsiteX0" fmla="*/ 20592 w 4490992"/>
                  <a:gd name="connsiteY0" fmla="*/ 1511300 h 3746500"/>
                  <a:gd name="connsiteX1" fmla="*/ 1531892 w 4490992"/>
                  <a:gd name="connsiteY1" fmla="*/ 0 h 3746500"/>
                  <a:gd name="connsiteX2" fmla="*/ 4490992 w 4490992"/>
                  <a:gd name="connsiteY2" fmla="*/ 1511300 h 3746500"/>
                  <a:gd name="connsiteX3" fmla="*/ 2255792 w 4490992"/>
                  <a:gd name="connsiteY3" fmla="*/ 3746500 h 3746500"/>
                  <a:gd name="connsiteX4" fmla="*/ 20592 w 4490992"/>
                  <a:gd name="connsiteY4" fmla="*/ 1511300 h 3746500"/>
                  <a:gd name="connsiteX0" fmla="*/ 12039 w 4965039"/>
                  <a:gd name="connsiteY0" fmla="*/ 1797845 h 4044607"/>
                  <a:gd name="connsiteX1" fmla="*/ 1523339 w 4965039"/>
                  <a:gd name="connsiteY1" fmla="*/ 286545 h 4044607"/>
                  <a:gd name="connsiteX2" fmla="*/ 4965039 w 4965039"/>
                  <a:gd name="connsiteY2" fmla="*/ 769145 h 4044607"/>
                  <a:gd name="connsiteX3" fmla="*/ 2247239 w 4965039"/>
                  <a:gd name="connsiteY3" fmla="*/ 4033045 h 4044607"/>
                  <a:gd name="connsiteX4" fmla="*/ 12039 w 4965039"/>
                  <a:gd name="connsiteY4" fmla="*/ 1797845 h 4044607"/>
                  <a:gd name="connsiteX0" fmla="*/ 10236 w 4963236"/>
                  <a:gd name="connsiteY0" fmla="*/ 1797845 h 3200509"/>
                  <a:gd name="connsiteX1" fmla="*/ 1521536 w 4963236"/>
                  <a:gd name="connsiteY1" fmla="*/ 286545 h 3200509"/>
                  <a:gd name="connsiteX2" fmla="*/ 4963236 w 4963236"/>
                  <a:gd name="connsiteY2" fmla="*/ 769145 h 3200509"/>
                  <a:gd name="connsiteX3" fmla="*/ 2181936 w 4963236"/>
                  <a:gd name="connsiteY3" fmla="*/ 3182145 h 3200509"/>
                  <a:gd name="connsiteX4" fmla="*/ 10236 w 4963236"/>
                  <a:gd name="connsiteY4" fmla="*/ 1797845 h 3200509"/>
                  <a:gd name="connsiteX0" fmla="*/ 10586 w 4963586"/>
                  <a:gd name="connsiteY0" fmla="*/ 1797845 h 4107795"/>
                  <a:gd name="connsiteX1" fmla="*/ 1521886 w 4963586"/>
                  <a:gd name="connsiteY1" fmla="*/ 286545 h 4107795"/>
                  <a:gd name="connsiteX2" fmla="*/ 4963586 w 4963586"/>
                  <a:gd name="connsiteY2" fmla="*/ 769145 h 4107795"/>
                  <a:gd name="connsiteX3" fmla="*/ 2194986 w 4963586"/>
                  <a:gd name="connsiteY3" fmla="*/ 4096545 h 4107795"/>
                  <a:gd name="connsiteX4" fmla="*/ 10586 w 4963586"/>
                  <a:gd name="connsiteY4" fmla="*/ 1797845 h 4107795"/>
                  <a:gd name="connsiteX0" fmla="*/ 10586 w 4963586"/>
                  <a:gd name="connsiteY0" fmla="*/ 1797845 h 4139511"/>
                  <a:gd name="connsiteX1" fmla="*/ 1521886 w 4963586"/>
                  <a:gd name="connsiteY1" fmla="*/ 286545 h 4139511"/>
                  <a:gd name="connsiteX2" fmla="*/ 4963586 w 4963586"/>
                  <a:gd name="connsiteY2" fmla="*/ 769145 h 4139511"/>
                  <a:gd name="connsiteX3" fmla="*/ 2194986 w 4963586"/>
                  <a:gd name="connsiteY3" fmla="*/ 4096545 h 4139511"/>
                  <a:gd name="connsiteX4" fmla="*/ 10586 w 4963586"/>
                  <a:gd name="connsiteY4" fmla="*/ 1797845 h 4139511"/>
                  <a:gd name="connsiteX0" fmla="*/ 26370 w 4979370"/>
                  <a:gd name="connsiteY0" fmla="*/ 1797845 h 3246403"/>
                  <a:gd name="connsiteX1" fmla="*/ 1537670 w 4979370"/>
                  <a:gd name="connsiteY1" fmla="*/ 286545 h 3246403"/>
                  <a:gd name="connsiteX2" fmla="*/ 4979370 w 4979370"/>
                  <a:gd name="connsiteY2" fmla="*/ 769145 h 3246403"/>
                  <a:gd name="connsiteX3" fmla="*/ 2680670 w 4979370"/>
                  <a:gd name="connsiteY3" fmla="*/ 3182145 h 3246403"/>
                  <a:gd name="connsiteX4" fmla="*/ 26370 w 4979370"/>
                  <a:gd name="connsiteY4" fmla="*/ 1797845 h 3246403"/>
                  <a:gd name="connsiteX0" fmla="*/ 26370 w 4979370"/>
                  <a:gd name="connsiteY0" fmla="*/ 1797845 h 3378043"/>
                  <a:gd name="connsiteX1" fmla="*/ 1537670 w 4979370"/>
                  <a:gd name="connsiteY1" fmla="*/ 286545 h 3378043"/>
                  <a:gd name="connsiteX2" fmla="*/ 4979370 w 4979370"/>
                  <a:gd name="connsiteY2" fmla="*/ 769145 h 3378043"/>
                  <a:gd name="connsiteX3" fmla="*/ 2680670 w 4979370"/>
                  <a:gd name="connsiteY3" fmla="*/ 3182145 h 3378043"/>
                  <a:gd name="connsiteX4" fmla="*/ 26370 w 4979370"/>
                  <a:gd name="connsiteY4" fmla="*/ 1797845 h 3378043"/>
                  <a:gd name="connsiteX0" fmla="*/ 31940 w 4762759"/>
                  <a:gd name="connsiteY0" fmla="*/ 2754499 h 3367259"/>
                  <a:gd name="connsiteX1" fmla="*/ 1321059 w 4762759"/>
                  <a:gd name="connsiteY1" fmla="*/ 342385 h 3367259"/>
                  <a:gd name="connsiteX2" fmla="*/ 4762759 w 4762759"/>
                  <a:gd name="connsiteY2" fmla="*/ 824985 h 3367259"/>
                  <a:gd name="connsiteX3" fmla="*/ 2464059 w 4762759"/>
                  <a:gd name="connsiteY3" fmla="*/ 3237985 h 3367259"/>
                  <a:gd name="connsiteX4" fmla="*/ 31940 w 4762759"/>
                  <a:gd name="connsiteY4" fmla="*/ 2754499 h 3367259"/>
                  <a:gd name="connsiteX0" fmla="*/ 37411 w 4768230"/>
                  <a:gd name="connsiteY0" fmla="*/ 2991005 h 3615249"/>
                  <a:gd name="connsiteX1" fmla="*/ 1263050 w 4768230"/>
                  <a:gd name="connsiteY1" fmla="*/ 192827 h 3615249"/>
                  <a:gd name="connsiteX2" fmla="*/ 4768230 w 4768230"/>
                  <a:gd name="connsiteY2" fmla="*/ 1061491 h 3615249"/>
                  <a:gd name="connsiteX3" fmla="*/ 2469530 w 4768230"/>
                  <a:gd name="connsiteY3" fmla="*/ 3474491 h 3615249"/>
                  <a:gd name="connsiteX4" fmla="*/ 37411 w 4768230"/>
                  <a:gd name="connsiteY4" fmla="*/ 2991005 h 3615249"/>
                  <a:gd name="connsiteX0" fmla="*/ 94229 w 4825048"/>
                  <a:gd name="connsiteY0" fmla="*/ 2888783 h 3513027"/>
                  <a:gd name="connsiteX1" fmla="*/ 1319868 w 4825048"/>
                  <a:gd name="connsiteY1" fmla="*/ 90605 h 3513027"/>
                  <a:gd name="connsiteX2" fmla="*/ 4825048 w 4825048"/>
                  <a:gd name="connsiteY2" fmla="*/ 959269 h 3513027"/>
                  <a:gd name="connsiteX3" fmla="*/ 2526348 w 4825048"/>
                  <a:gd name="connsiteY3" fmla="*/ 3372269 h 3513027"/>
                  <a:gd name="connsiteX4" fmla="*/ 94229 w 4825048"/>
                  <a:gd name="connsiteY4" fmla="*/ 2888783 h 3513027"/>
                  <a:gd name="connsiteX0" fmla="*/ 198101 w 4928920"/>
                  <a:gd name="connsiteY0" fmla="*/ 2901841 h 3641408"/>
                  <a:gd name="connsiteX1" fmla="*/ 1423740 w 4928920"/>
                  <a:gd name="connsiteY1" fmla="*/ 103663 h 3641408"/>
                  <a:gd name="connsiteX2" fmla="*/ 4928920 w 4928920"/>
                  <a:gd name="connsiteY2" fmla="*/ 972327 h 3641408"/>
                  <a:gd name="connsiteX3" fmla="*/ 2630220 w 4928920"/>
                  <a:gd name="connsiteY3" fmla="*/ 3385327 h 3641408"/>
                  <a:gd name="connsiteX4" fmla="*/ 198101 w 4928920"/>
                  <a:gd name="connsiteY4" fmla="*/ 2901841 h 3641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28920" h="3641408">
                    <a:moveTo>
                      <a:pt x="198101" y="2901841"/>
                    </a:moveTo>
                    <a:cubicBezTo>
                      <a:pt x="-241029" y="1913681"/>
                      <a:pt x="469" y="-530718"/>
                      <a:pt x="1423740" y="103663"/>
                    </a:cubicBezTo>
                    <a:cubicBezTo>
                      <a:pt x="2847011" y="738044"/>
                      <a:pt x="4928920" y="-262140"/>
                      <a:pt x="4928920" y="972327"/>
                    </a:cubicBezTo>
                    <a:cubicBezTo>
                      <a:pt x="4928920" y="2206794"/>
                      <a:pt x="3418690" y="3063741"/>
                      <a:pt x="2630220" y="3385327"/>
                    </a:cubicBezTo>
                    <a:cubicBezTo>
                      <a:pt x="1841750" y="3706913"/>
                      <a:pt x="637231" y="3890001"/>
                      <a:pt x="198101" y="2901841"/>
                    </a:cubicBezTo>
                    <a:close/>
                  </a:path>
                </a:pathLst>
              </a:custGeom>
              <a:solidFill>
                <a:srgbClr val="6647F2">
                  <a:alpha val="4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6" name="Elipse 105">
                <a:extLst>
                  <a:ext uri="{FF2B5EF4-FFF2-40B4-BE49-F238E27FC236}">
                    <a16:creationId xmlns:a16="http://schemas.microsoft.com/office/drawing/2014/main" id="{5BA0C35E-D0F6-5943-9F46-4FC99179A655}"/>
                  </a:ext>
                </a:extLst>
              </p:cNvPr>
              <p:cNvSpPr/>
              <p:nvPr/>
            </p:nvSpPr>
            <p:spPr>
              <a:xfrm>
                <a:off x="3901668" y="2792540"/>
                <a:ext cx="1498449" cy="749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1CE8EF6A-D15F-E240-8E27-B51496B83DAF}"/>
                  </a:ext>
                </a:extLst>
              </p:cNvPr>
              <p:cNvSpPr/>
              <p:nvPr/>
            </p:nvSpPr>
            <p:spPr>
              <a:xfrm>
                <a:off x="1208311" y="880375"/>
                <a:ext cx="2033488" cy="2674037"/>
              </a:xfrm>
              <a:custGeom>
                <a:avLst/>
                <a:gdLst>
                  <a:gd name="connsiteX0" fmla="*/ 530183 w 558822"/>
                  <a:gd name="connsiteY0" fmla="*/ 443121 h 734851"/>
                  <a:gd name="connsiteX1" fmla="*/ 31154 w 558822"/>
                  <a:gd name="connsiteY1" fmla="*/ 731194 h 734851"/>
                  <a:gd name="connsiteX2" fmla="*/ 2096 w 558822"/>
                  <a:gd name="connsiteY2" fmla="*/ 709121 h 734851"/>
                  <a:gd name="connsiteX3" fmla="*/ 2096 w 558822"/>
                  <a:gd name="connsiteY3" fmla="*/ 349518 h 734851"/>
                  <a:gd name="connsiteX4" fmla="*/ 31154 w 558822"/>
                  <a:gd name="connsiteY4" fmla="*/ 293916 h 734851"/>
                  <a:gd name="connsiteX5" fmla="*/ 530183 w 558822"/>
                  <a:gd name="connsiteY5" fmla="*/ 5563 h 734851"/>
                  <a:gd name="connsiteX6" fmla="*/ 559241 w 558822"/>
                  <a:gd name="connsiteY6" fmla="*/ 27637 h 734851"/>
                  <a:gd name="connsiteX7" fmla="*/ 559241 w 558822"/>
                  <a:gd name="connsiteY7" fmla="*/ 387518 h 734851"/>
                  <a:gd name="connsiteX8" fmla="*/ 530183 w 558822"/>
                  <a:gd name="connsiteY8" fmla="*/ 443121 h 734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8822" h="734851">
                    <a:moveTo>
                      <a:pt x="530183" y="443121"/>
                    </a:moveTo>
                    <a:lnTo>
                      <a:pt x="31154" y="731194"/>
                    </a:lnTo>
                    <a:cubicBezTo>
                      <a:pt x="15228" y="740415"/>
                      <a:pt x="2096" y="730635"/>
                      <a:pt x="2096" y="709121"/>
                    </a:cubicBezTo>
                    <a:lnTo>
                      <a:pt x="2096" y="349518"/>
                    </a:lnTo>
                    <a:cubicBezTo>
                      <a:pt x="2096" y="328004"/>
                      <a:pt x="15228" y="303136"/>
                      <a:pt x="31154" y="293916"/>
                    </a:cubicBezTo>
                    <a:lnTo>
                      <a:pt x="530183" y="5563"/>
                    </a:lnTo>
                    <a:cubicBezTo>
                      <a:pt x="546109" y="-3657"/>
                      <a:pt x="559241" y="6122"/>
                      <a:pt x="559241" y="27637"/>
                    </a:cubicBezTo>
                    <a:lnTo>
                      <a:pt x="559241" y="387518"/>
                    </a:lnTo>
                    <a:cubicBezTo>
                      <a:pt x="559241" y="408754"/>
                      <a:pt x="546109" y="433901"/>
                      <a:pt x="530183" y="443121"/>
                    </a:cubicBezTo>
                    <a:close/>
                  </a:path>
                </a:pathLst>
              </a:custGeom>
              <a:solidFill>
                <a:srgbClr val="515DA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9AB1625B-430B-9B46-8621-44B36AFDDCB1}"/>
                  </a:ext>
                </a:extLst>
              </p:cNvPr>
              <p:cNvSpPr/>
              <p:nvPr/>
            </p:nvSpPr>
            <p:spPr>
              <a:xfrm>
                <a:off x="1208311" y="1388723"/>
                <a:ext cx="2033488" cy="2165667"/>
              </a:xfrm>
              <a:custGeom>
                <a:avLst/>
                <a:gdLst>
                  <a:gd name="connsiteX0" fmla="*/ 456698 w 558822"/>
                  <a:gd name="connsiteY0" fmla="*/ 30717 h 595145"/>
                  <a:gd name="connsiteX1" fmla="*/ 396904 w 558822"/>
                  <a:gd name="connsiteY1" fmla="*/ 186349 h 595145"/>
                  <a:gd name="connsiteX2" fmla="*/ 334315 w 558822"/>
                  <a:gd name="connsiteY2" fmla="*/ 215967 h 595145"/>
                  <a:gd name="connsiteX3" fmla="*/ 312521 w 558822"/>
                  <a:gd name="connsiteY3" fmla="*/ 157570 h 595145"/>
                  <a:gd name="connsiteX4" fmla="*/ 240992 w 558822"/>
                  <a:gd name="connsiteY4" fmla="*/ 195290 h 595145"/>
                  <a:gd name="connsiteX5" fmla="*/ 192654 w 558822"/>
                  <a:gd name="connsiteY5" fmla="*/ 347011 h 595145"/>
                  <a:gd name="connsiteX6" fmla="*/ 133419 w 558822"/>
                  <a:gd name="connsiteY6" fmla="*/ 384452 h 595145"/>
                  <a:gd name="connsiteX7" fmla="*/ 19140 w 558822"/>
                  <a:gd name="connsiteY7" fmla="*/ 438378 h 595145"/>
                  <a:gd name="connsiteX8" fmla="*/ 2096 w 558822"/>
                  <a:gd name="connsiteY8" fmla="*/ 471628 h 595145"/>
                  <a:gd name="connsiteX9" fmla="*/ 2096 w 558822"/>
                  <a:gd name="connsiteY9" fmla="*/ 569422 h 595145"/>
                  <a:gd name="connsiteX10" fmla="*/ 31154 w 558822"/>
                  <a:gd name="connsiteY10" fmla="*/ 591495 h 595145"/>
                  <a:gd name="connsiteX11" fmla="*/ 530183 w 558822"/>
                  <a:gd name="connsiteY11" fmla="*/ 303422 h 595145"/>
                  <a:gd name="connsiteX12" fmla="*/ 559241 w 558822"/>
                  <a:gd name="connsiteY12" fmla="*/ 247820 h 595145"/>
                  <a:gd name="connsiteX13" fmla="*/ 559241 w 558822"/>
                  <a:gd name="connsiteY13" fmla="*/ 92746 h 595145"/>
                  <a:gd name="connsiteX14" fmla="*/ 497212 w 558822"/>
                  <a:gd name="connsiteY14" fmla="*/ 6967 h 595145"/>
                  <a:gd name="connsiteX15" fmla="*/ 456698 w 558822"/>
                  <a:gd name="connsiteY15" fmla="*/ 30717 h 595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58822" h="595145">
                    <a:moveTo>
                      <a:pt x="456698" y="30717"/>
                    </a:moveTo>
                    <a:lnTo>
                      <a:pt x="396904" y="186349"/>
                    </a:lnTo>
                    <a:cubicBezTo>
                      <a:pt x="382374" y="224349"/>
                      <a:pt x="344374" y="242511"/>
                      <a:pt x="334315" y="215967"/>
                    </a:cubicBezTo>
                    <a:lnTo>
                      <a:pt x="312521" y="157570"/>
                    </a:lnTo>
                    <a:cubicBezTo>
                      <a:pt x="300786" y="126555"/>
                      <a:pt x="255521" y="150585"/>
                      <a:pt x="240992" y="195290"/>
                    </a:cubicBezTo>
                    <a:lnTo>
                      <a:pt x="192654" y="347011"/>
                    </a:lnTo>
                    <a:cubicBezTo>
                      <a:pt x="181478" y="381937"/>
                      <a:pt x="146831" y="403731"/>
                      <a:pt x="133419" y="384452"/>
                    </a:cubicBezTo>
                    <a:cubicBezTo>
                      <a:pt x="109389" y="349525"/>
                      <a:pt x="50434" y="377187"/>
                      <a:pt x="19140" y="438378"/>
                    </a:cubicBezTo>
                    <a:lnTo>
                      <a:pt x="2096" y="471628"/>
                    </a:lnTo>
                    <a:lnTo>
                      <a:pt x="2096" y="569422"/>
                    </a:lnTo>
                    <a:cubicBezTo>
                      <a:pt x="2096" y="590937"/>
                      <a:pt x="15228" y="600716"/>
                      <a:pt x="31154" y="591495"/>
                    </a:cubicBezTo>
                    <a:lnTo>
                      <a:pt x="530183" y="303422"/>
                    </a:lnTo>
                    <a:cubicBezTo>
                      <a:pt x="546109" y="294202"/>
                      <a:pt x="559241" y="269055"/>
                      <a:pt x="559241" y="247820"/>
                    </a:cubicBezTo>
                    <a:lnTo>
                      <a:pt x="559241" y="92746"/>
                    </a:lnTo>
                    <a:lnTo>
                      <a:pt x="497212" y="6967"/>
                    </a:lnTo>
                    <a:cubicBezTo>
                      <a:pt x="487992" y="-5606"/>
                      <a:pt x="465639" y="7526"/>
                      <a:pt x="456698" y="3071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" name="Forma libre 8">
                <a:extLst>
                  <a:ext uri="{FF2B5EF4-FFF2-40B4-BE49-F238E27FC236}">
                    <a16:creationId xmlns:a16="http://schemas.microsoft.com/office/drawing/2014/main" id="{05BE335C-29EF-A948-A54E-30F18003C230}"/>
                  </a:ext>
                </a:extLst>
              </p:cNvPr>
              <p:cNvSpPr/>
              <p:nvPr/>
            </p:nvSpPr>
            <p:spPr>
              <a:xfrm>
                <a:off x="1208311" y="2042933"/>
                <a:ext cx="2033488" cy="1209925"/>
              </a:xfrm>
              <a:custGeom>
                <a:avLst/>
                <a:gdLst>
                  <a:gd name="connsiteX0" fmla="*/ 559241 w 558822"/>
                  <a:gd name="connsiteY0" fmla="*/ 10198 h 332499"/>
                  <a:gd name="connsiteX1" fmla="*/ 2096 w 558822"/>
                  <a:gd name="connsiteY1" fmla="*/ 332080 h 332499"/>
                  <a:gd name="connsiteX2" fmla="*/ 2096 w 558822"/>
                  <a:gd name="connsiteY2" fmla="*/ 323698 h 332499"/>
                  <a:gd name="connsiteX3" fmla="*/ 559241 w 558822"/>
                  <a:gd name="connsiteY3" fmla="*/ 2096 h 33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822" h="332499">
                    <a:moveTo>
                      <a:pt x="559241" y="10198"/>
                    </a:moveTo>
                    <a:lnTo>
                      <a:pt x="2096" y="332080"/>
                    </a:lnTo>
                    <a:lnTo>
                      <a:pt x="2096" y="323698"/>
                    </a:lnTo>
                    <a:lnTo>
                      <a:pt x="559241" y="2096"/>
                    </a:lnTo>
                    <a:close/>
                  </a:path>
                </a:pathLst>
              </a:custGeom>
              <a:solidFill>
                <a:srgbClr val="6F8BC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0" name="Forma libre 9">
                <a:extLst>
                  <a:ext uri="{FF2B5EF4-FFF2-40B4-BE49-F238E27FC236}">
                    <a16:creationId xmlns:a16="http://schemas.microsoft.com/office/drawing/2014/main" id="{F715FDDF-29D5-674C-9641-E19601B164D6}"/>
                  </a:ext>
                </a:extLst>
              </p:cNvPr>
              <p:cNvSpPr/>
              <p:nvPr/>
            </p:nvSpPr>
            <p:spPr>
              <a:xfrm>
                <a:off x="1208311" y="1669787"/>
                <a:ext cx="2033488" cy="1209925"/>
              </a:xfrm>
              <a:custGeom>
                <a:avLst/>
                <a:gdLst>
                  <a:gd name="connsiteX0" fmla="*/ 559241 w 558822"/>
                  <a:gd name="connsiteY0" fmla="*/ 10199 h 332499"/>
                  <a:gd name="connsiteX1" fmla="*/ 2096 w 558822"/>
                  <a:gd name="connsiteY1" fmla="*/ 331801 h 332499"/>
                  <a:gd name="connsiteX2" fmla="*/ 2096 w 558822"/>
                  <a:gd name="connsiteY2" fmla="*/ 323698 h 332499"/>
                  <a:gd name="connsiteX3" fmla="*/ 559241 w 558822"/>
                  <a:gd name="connsiteY3" fmla="*/ 2096 h 33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822" h="332499">
                    <a:moveTo>
                      <a:pt x="559241" y="10199"/>
                    </a:moveTo>
                    <a:lnTo>
                      <a:pt x="2096" y="331801"/>
                    </a:lnTo>
                    <a:lnTo>
                      <a:pt x="2096" y="323698"/>
                    </a:lnTo>
                    <a:lnTo>
                      <a:pt x="559241" y="2096"/>
                    </a:lnTo>
                    <a:close/>
                  </a:path>
                </a:pathLst>
              </a:custGeom>
              <a:solidFill>
                <a:srgbClr val="6F8BC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1" name="Forma libre 10">
                <a:extLst>
                  <a:ext uri="{FF2B5EF4-FFF2-40B4-BE49-F238E27FC236}">
                    <a16:creationId xmlns:a16="http://schemas.microsoft.com/office/drawing/2014/main" id="{893AD071-9A16-C44E-8D67-2D3F9F08E2E0}"/>
                  </a:ext>
                </a:extLst>
              </p:cNvPr>
              <p:cNvSpPr/>
              <p:nvPr/>
            </p:nvSpPr>
            <p:spPr>
              <a:xfrm>
                <a:off x="1208311" y="1295626"/>
                <a:ext cx="2033488" cy="1209925"/>
              </a:xfrm>
              <a:custGeom>
                <a:avLst/>
                <a:gdLst>
                  <a:gd name="connsiteX0" fmla="*/ 559241 w 558822"/>
                  <a:gd name="connsiteY0" fmla="*/ 10199 h 332499"/>
                  <a:gd name="connsiteX1" fmla="*/ 2096 w 558822"/>
                  <a:gd name="connsiteY1" fmla="*/ 332080 h 332499"/>
                  <a:gd name="connsiteX2" fmla="*/ 2096 w 558822"/>
                  <a:gd name="connsiteY2" fmla="*/ 323977 h 332499"/>
                  <a:gd name="connsiteX3" fmla="*/ 559241 w 558822"/>
                  <a:gd name="connsiteY3" fmla="*/ 2096 h 33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822" h="332499">
                    <a:moveTo>
                      <a:pt x="559241" y="10199"/>
                    </a:moveTo>
                    <a:lnTo>
                      <a:pt x="2096" y="332080"/>
                    </a:lnTo>
                    <a:lnTo>
                      <a:pt x="2096" y="323977"/>
                    </a:lnTo>
                    <a:lnTo>
                      <a:pt x="559241" y="2096"/>
                    </a:lnTo>
                    <a:close/>
                  </a:path>
                </a:pathLst>
              </a:custGeom>
              <a:solidFill>
                <a:srgbClr val="6F8BC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2" name="Forma libre 11">
                <a:extLst>
                  <a:ext uri="{FF2B5EF4-FFF2-40B4-BE49-F238E27FC236}">
                    <a16:creationId xmlns:a16="http://schemas.microsoft.com/office/drawing/2014/main" id="{8C1AD54C-BBC0-A34F-90B0-746C83B7AE64}"/>
                  </a:ext>
                </a:extLst>
              </p:cNvPr>
              <p:cNvSpPr/>
              <p:nvPr/>
            </p:nvSpPr>
            <p:spPr>
              <a:xfrm>
                <a:off x="1079185" y="2438446"/>
                <a:ext cx="111841" cy="183014"/>
              </a:xfrm>
              <a:custGeom>
                <a:avLst/>
                <a:gdLst>
                  <a:gd name="connsiteX0" fmla="*/ 29198 w 30735"/>
                  <a:gd name="connsiteY0" fmla="*/ 33390 h 50294"/>
                  <a:gd name="connsiteX1" fmla="*/ 2096 w 30735"/>
                  <a:gd name="connsiteY1" fmla="*/ 49037 h 50294"/>
                  <a:gd name="connsiteX2" fmla="*/ 2096 w 30735"/>
                  <a:gd name="connsiteY2" fmla="*/ 17743 h 50294"/>
                  <a:gd name="connsiteX3" fmla="*/ 29198 w 30735"/>
                  <a:gd name="connsiteY3" fmla="*/ 2096 h 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735" h="50294">
                    <a:moveTo>
                      <a:pt x="29198" y="33390"/>
                    </a:moveTo>
                    <a:lnTo>
                      <a:pt x="2096" y="49037"/>
                    </a:lnTo>
                    <a:lnTo>
                      <a:pt x="2096" y="17743"/>
                    </a:lnTo>
                    <a:lnTo>
                      <a:pt x="29198" y="2096"/>
                    </a:lnTo>
                    <a:close/>
                  </a:path>
                </a:pathLst>
              </a:custGeom>
              <a:solidFill>
                <a:srgbClr val="6F8BC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3" name="Forma libre 12">
                <a:extLst>
                  <a:ext uri="{FF2B5EF4-FFF2-40B4-BE49-F238E27FC236}">
                    <a16:creationId xmlns:a16="http://schemas.microsoft.com/office/drawing/2014/main" id="{F36DED27-FD0B-794C-8B0C-FCA2B8274CE8}"/>
                  </a:ext>
                </a:extLst>
              </p:cNvPr>
              <p:cNvSpPr/>
              <p:nvPr/>
            </p:nvSpPr>
            <p:spPr>
              <a:xfrm>
                <a:off x="1079185" y="2815657"/>
                <a:ext cx="111841" cy="183014"/>
              </a:xfrm>
              <a:custGeom>
                <a:avLst/>
                <a:gdLst>
                  <a:gd name="connsiteX0" fmla="*/ 29198 w 30735"/>
                  <a:gd name="connsiteY0" fmla="*/ 33390 h 50294"/>
                  <a:gd name="connsiteX1" fmla="*/ 2096 w 30735"/>
                  <a:gd name="connsiteY1" fmla="*/ 49037 h 50294"/>
                  <a:gd name="connsiteX2" fmla="*/ 2096 w 30735"/>
                  <a:gd name="connsiteY2" fmla="*/ 17743 h 50294"/>
                  <a:gd name="connsiteX3" fmla="*/ 29198 w 30735"/>
                  <a:gd name="connsiteY3" fmla="*/ 2096 h 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735" h="50294">
                    <a:moveTo>
                      <a:pt x="29198" y="33390"/>
                    </a:moveTo>
                    <a:lnTo>
                      <a:pt x="2096" y="49037"/>
                    </a:lnTo>
                    <a:lnTo>
                      <a:pt x="2096" y="17743"/>
                    </a:lnTo>
                    <a:lnTo>
                      <a:pt x="29198" y="2096"/>
                    </a:lnTo>
                    <a:close/>
                  </a:path>
                </a:pathLst>
              </a:custGeom>
              <a:solidFill>
                <a:srgbClr val="6F8BC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4" name="Forma libre 13">
                <a:extLst>
                  <a:ext uri="{FF2B5EF4-FFF2-40B4-BE49-F238E27FC236}">
                    <a16:creationId xmlns:a16="http://schemas.microsoft.com/office/drawing/2014/main" id="{79CBD9CF-B23A-6F46-9732-04E7C17380EB}"/>
                  </a:ext>
                </a:extLst>
              </p:cNvPr>
              <p:cNvSpPr/>
              <p:nvPr/>
            </p:nvSpPr>
            <p:spPr>
              <a:xfrm>
                <a:off x="1079185" y="3192871"/>
                <a:ext cx="111841" cy="183014"/>
              </a:xfrm>
              <a:custGeom>
                <a:avLst/>
                <a:gdLst>
                  <a:gd name="connsiteX0" fmla="*/ 29198 w 30735"/>
                  <a:gd name="connsiteY0" fmla="*/ 33390 h 50294"/>
                  <a:gd name="connsiteX1" fmla="*/ 2096 w 30735"/>
                  <a:gd name="connsiteY1" fmla="*/ 49037 h 50294"/>
                  <a:gd name="connsiteX2" fmla="*/ 2096 w 30735"/>
                  <a:gd name="connsiteY2" fmla="*/ 17743 h 50294"/>
                  <a:gd name="connsiteX3" fmla="*/ 29198 w 30735"/>
                  <a:gd name="connsiteY3" fmla="*/ 2096 h 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735" h="50294">
                    <a:moveTo>
                      <a:pt x="29198" y="33390"/>
                    </a:moveTo>
                    <a:lnTo>
                      <a:pt x="2096" y="49037"/>
                    </a:lnTo>
                    <a:lnTo>
                      <a:pt x="2096" y="17743"/>
                    </a:lnTo>
                    <a:lnTo>
                      <a:pt x="29198" y="2096"/>
                    </a:lnTo>
                    <a:close/>
                  </a:path>
                </a:pathLst>
              </a:custGeom>
              <a:solidFill>
                <a:srgbClr val="6F8BC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AC431415-9FAB-7340-82F7-5A52E5C1F49F}"/>
                  </a:ext>
                </a:extLst>
              </p:cNvPr>
              <p:cNvSpPr/>
              <p:nvPr/>
            </p:nvSpPr>
            <p:spPr>
              <a:xfrm>
                <a:off x="1386241" y="975950"/>
                <a:ext cx="2033488" cy="2674037"/>
              </a:xfrm>
              <a:custGeom>
                <a:avLst/>
                <a:gdLst>
                  <a:gd name="connsiteX0" fmla="*/ 530183 w 558822"/>
                  <a:gd name="connsiteY0" fmla="*/ 443121 h 734851"/>
                  <a:gd name="connsiteX1" fmla="*/ 31154 w 558822"/>
                  <a:gd name="connsiteY1" fmla="*/ 731194 h 734851"/>
                  <a:gd name="connsiteX2" fmla="*/ 2096 w 558822"/>
                  <a:gd name="connsiteY2" fmla="*/ 709121 h 734851"/>
                  <a:gd name="connsiteX3" fmla="*/ 2096 w 558822"/>
                  <a:gd name="connsiteY3" fmla="*/ 349518 h 734851"/>
                  <a:gd name="connsiteX4" fmla="*/ 31154 w 558822"/>
                  <a:gd name="connsiteY4" fmla="*/ 293916 h 734851"/>
                  <a:gd name="connsiteX5" fmla="*/ 530183 w 558822"/>
                  <a:gd name="connsiteY5" fmla="*/ 5563 h 734851"/>
                  <a:gd name="connsiteX6" fmla="*/ 559241 w 558822"/>
                  <a:gd name="connsiteY6" fmla="*/ 27637 h 734851"/>
                  <a:gd name="connsiteX7" fmla="*/ 559241 w 558822"/>
                  <a:gd name="connsiteY7" fmla="*/ 387518 h 734851"/>
                  <a:gd name="connsiteX8" fmla="*/ 530183 w 558822"/>
                  <a:gd name="connsiteY8" fmla="*/ 443121 h 734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8822" h="734851">
                    <a:moveTo>
                      <a:pt x="530183" y="443121"/>
                    </a:moveTo>
                    <a:lnTo>
                      <a:pt x="31154" y="731194"/>
                    </a:lnTo>
                    <a:cubicBezTo>
                      <a:pt x="15228" y="740415"/>
                      <a:pt x="2096" y="730635"/>
                      <a:pt x="2096" y="709121"/>
                    </a:cubicBezTo>
                    <a:lnTo>
                      <a:pt x="2096" y="349518"/>
                    </a:lnTo>
                    <a:cubicBezTo>
                      <a:pt x="2096" y="328004"/>
                      <a:pt x="15228" y="303136"/>
                      <a:pt x="31154" y="293916"/>
                    </a:cubicBezTo>
                    <a:lnTo>
                      <a:pt x="530183" y="5563"/>
                    </a:lnTo>
                    <a:cubicBezTo>
                      <a:pt x="546109" y="-3657"/>
                      <a:pt x="559241" y="6122"/>
                      <a:pt x="559241" y="27637"/>
                    </a:cubicBezTo>
                    <a:lnTo>
                      <a:pt x="559241" y="387518"/>
                    </a:lnTo>
                    <a:cubicBezTo>
                      <a:pt x="559241" y="408754"/>
                      <a:pt x="546109" y="433901"/>
                      <a:pt x="530183" y="4431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A2F8E1D1-DDDB-DD48-B87E-AD6225C5C5E0}"/>
                  </a:ext>
                </a:extLst>
              </p:cNvPr>
              <p:cNvSpPr/>
              <p:nvPr/>
            </p:nvSpPr>
            <p:spPr>
              <a:xfrm>
                <a:off x="4260275" y="2549764"/>
                <a:ext cx="671050" cy="244020"/>
              </a:xfrm>
              <a:custGeom>
                <a:avLst/>
                <a:gdLst>
                  <a:gd name="connsiteX0" fmla="*/ 114139 w 184411"/>
                  <a:gd name="connsiteY0" fmla="*/ 2096 h 67058"/>
                  <a:gd name="connsiteX1" fmla="*/ 183992 w 184411"/>
                  <a:gd name="connsiteY1" fmla="*/ 53787 h 67058"/>
                  <a:gd name="connsiteX2" fmla="*/ 33949 w 184411"/>
                  <a:gd name="connsiteY2" fmla="*/ 48478 h 67058"/>
                  <a:gd name="connsiteX3" fmla="*/ 2096 w 184411"/>
                  <a:gd name="connsiteY3" fmla="*/ 12434 h 67058"/>
                  <a:gd name="connsiteX4" fmla="*/ 114139 w 184411"/>
                  <a:gd name="connsiteY4" fmla="*/ 2096 h 67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411" h="67058">
                    <a:moveTo>
                      <a:pt x="114139" y="2096"/>
                    </a:moveTo>
                    <a:lnTo>
                      <a:pt x="183992" y="53787"/>
                    </a:lnTo>
                    <a:cubicBezTo>
                      <a:pt x="139007" y="74184"/>
                      <a:pt x="74184" y="71948"/>
                      <a:pt x="33949" y="48478"/>
                    </a:cubicBezTo>
                    <a:cubicBezTo>
                      <a:pt x="16904" y="38698"/>
                      <a:pt x="5728" y="26125"/>
                      <a:pt x="2096" y="12434"/>
                    </a:cubicBezTo>
                    <a:lnTo>
                      <a:pt x="114139" y="2096"/>
                    </a:lnTo>
                    <a:close/>
                  </a:path>
                </a:pathLst>
              </a:custGeom>
              <a:solidFill>
                <a:srgbClr val="D9BED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7" name="Forma libre 16">
                <a:extLst>
                  <a:ext uri="{FF2B5EF4-FFF2-40B4-BE49-F238E27FC236}">
                    <a16:creationId xmlns:a16="http://schemas.microsoft.com/office/drawing/2014/main" id="{D193F83B-B071-8942-90EE-CC1E624F2895}"/>
                  </a:ext>
                </a:extLst>
              </p:cNvPr>
              <p:cNvSpPr/>
              <p:nvPr/>
            </p:nvSpPr>
            <p:spPr>
              <a:xfrm>
                <a:off x="4667990" y="2312861"/>
                <a:ext cx="411183" cy="437201"/>
              </a:xfrm>
              <a:custGeom>
                <a:avLst/>
                <a:gdLst>
                  <a:gd name="connsiteX0" fmla="*/ 2096 w 114558"/>
                  <a:gd name="connsiteY0" fmla="*/ 67198 h 120146"/>
                  <a:gd name="connsiteX1" fmla="*/ 16066 w 114558"/>
                  <a:gd name="connsiteY1" fmla="*/ 2096 h 120146"/>
                  <a:gd name="connsiteX2" fmla="*/ 82287 w 114558"/>
                  <a:gd name="connsiteY2" fmla="*/ 20816 h 120146"/>
                  <a:gd name="connsiteX3" fmla="*/ 82287 w 114558"/>
                  <a:gd name="connsiteY3" fmla="*/ 113301 h 120146"/>
                  <a:gd name="connsiteX4" fmla="*/ 71948 w 114558"/>
                  <a:gd name="connsiteY4" fmla="*/ 118610 h 120146"/>
                  <a:gd name="connsiteX5" fmla="*/ 2096 w 114558"/>
                  <a:gd name="connsiteY5" fmla="*/ 67198 h 12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4558" h="120146">
                    <a:moveTo>
                      <a:pt x="2096" y="67198"/>
                    </a:moveTo>
                    <a:lnTo>
                      <a:pt x="16066" y="2096"/>
                    </a:lnTo>
                    <a:cubicBezTo>
                      <a:pt x="41213" y="3772"/>
                      <a:pt x="64404" y="10478"/>
                      <a:pt x="82287" y="20816"/>
                    </a:cubicBezTo>
                    <a:cubicBezTo>
                      <a:pt x="126154" y="46243"/>
                      <a:pt x="126154" y="87875"/>
                      <a:pt x="82287" y="113301"/>
                    </a:cubicBezTo>
                    <a:cubicBezTo>
                      <a:pt x="78934" y="115257"/>
                      <a:pt x="75581" y="116934"/>
                      <a:pt x="71948" y="118610"/>
                    </a:cubicBezTo>
                    <a:lnTo>
                      <a:pt x="2096" y="67198"/>
                    </a:ln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8" name="Forma libre 17">
                <a:extLst>
                  <a:ext uri="{FF2B5EF4-FFF2-40B4-BE49-F238E27FC236}">
                    <a16:creationId xmlns:a16="http://schemas.microsoft.com/office/drawing/2014/main" id="{58CEAE5D-BD48-F641-8DA0-53D44C498943}"/>
                  </a:ext>
                </a:extLst>
              </p:cNvPr>
              <p:cNvSpPr/>
              <p:nvPr/>
            </p:nvSpPr>
            <p:spPr>
              <a:xfrm>
                <a:off x="4255304" y="2311027"/>
                <a:ext cx="471355" cy="284688"/>
              </a:xfrm>
              <a:custGeom>
                <a:avLst/>
                <a:gdLst>
                  <a:gd name="connsiteX0" fmla="*/ 115506 w 131323"/>
                  <a:gd name="connsiteY0" fmla="*/ 67703 h 78235"/>
                  <a:gd name="connsiteX1" fmla="*/ 3462 w 131323"/>
                  <a:gd name="connsiteY1" fmla="*/ 77762 h 78235"/>
                  <a:gd name="connsiteX2" fmla="*/ 35315 w 131323"/>
                  <a:gd name="connsiteY2" fmla="*/ 21321 h 78235"/>
                  <a:gd name="connsiteX3" fmla="*/ 129476 w 131323"/>
                  <a:gd name="connsiteY3" fmla="*/ 2600 h 78235"/>
                  <a:gd name="connsiteX4" fmla="*/ 115506 w 131323"/>
                  <a:gd name="connsiteY4" fmla="*/ 67703 h 78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323" h="78235">
                    <a:moveTo>
                      <a:pt x="115506" y="67703"/>
                    </a:moveTo>
                    <a:lnTo>
                      <a:pt x="3462" y="77762"/>
                    </a:lnTo>
                    <a:cubicBezTo>
                      <a:pt x="-2126" y="57085"/>
                      <a:pt x="9609" y="36129"/>
                      <a:pt x="35315" y="21321"/>
                    </a:cubicBezTo>
                    <a:cubicBezTo>
                      <a:pt x="59903" y="7071"/>
                      <a:pt x="94829" y="85"/>
                      <a:pt x="129476" y="2600"/>
                    </a:cubicBezTo>
                    <a:lnTo>
                      <a:pt x="115506" y="67703"/>
                    </a:lnTo>
                    <a:close/>
                  </a:path>
                </a:pathLst>
              </a:custGeom>
              <a:solidFill>
                <a:srgbClr val="A8DB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9" name="Forma libre 18">
                <a:extLst>
                  <a:ext uri="{FF2B5EF4-FFF2-40B4-BE49-F238E27FC236}">
                    <a16:creationId xmlns:a16="http://schemas.microsoft.com/office/drawing/2014/main" id="{637A4013-8E4E-914C-9E7A-81D047F59FE3}"/>
                  </a:ext>
                </a:extLst>
              </p:cNvPr>
              <p:cNvSpPr/>
              <p:nvPr/>
            </p:nvSpPr>
            <p:spPr>
              <a:xfrm>
                <a:off x="4260275" y="2586367"/>
                <a:ext cx="661902" cy="742223"/>
              </a:xfrm>
              <a:custGeom>
                <a:avLst/>
                <a:gdLst>
                  <a:gd name="connsiteX0" fmla="*/ 33949 w 184411"/>
                  <a:gd name="connsiteY0" fmla="*/ 38140 h 203970"/>
                  <a:gd name="connsiteX1" fmla="*/ 2096 w 184411"/>
                  <a:gd name="connsiteY1" fmla="*/ 2096 h 203970"/>
                  <a:gd name="connsiteX2" fmla="*/ 2096 w 184411"/>
                  <a:gd name="connsiteY2" fmla="*/ 148507 h 203970"/>
                  <a:gd name="connsiteX3" fmla="*/ 33949 w 184411"/>
                  <a:gd name="connsiteY3" fmla="*/ 184551 h 203970"/>
                  <a:gd name="connsiteX4" fmla="*/ 183992 w 184411"/>
                  <a:gd name="connsiteY4" fmla="*/ 189860 h 203970"/>
                  <a:gd name="connsiteX5" fmla="*/ 183992 w 184411"/>
                  <a:gd name="connsiteY5" fmla="*/ 43448 h 203970"/>
                  <a:gd name="connsiteX6" fmla="*/ 33949 w 184411"/>
                  <a:gd name="connsiteY6" fmla="*/ 38140 h 203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411" h="203970">
                    <a:moveTo>
                      <a:pt x="33949" y="38140"/>
                    </a:moveTo>
                    <a:cubicBezTo>
                      <a:pt x="16904" y="28360"/>
                      <a:pt x="5728" y="15787"/>
                      <a:pt x="2096" y="2096"/>
                    </a:cubicBezTo>
                    <a:lnTo>
                      <a:pt x="2096" y="148507"/>
                    </a:lnTo>
                    <a:cubicBezTo>
                      <a:pt x="5728" y="162198"/>
                      <a:pt x="16904" y="174772"/>
                      <a:pt x="33949" y="184551"/>
                    </a:cubicBezTo>
                    <a:cubicBezTo>
                      <a:pt x="74184" y="207742"/>
                      <a:pt x="139007" y="209978"/>
                      <a:pt x="183992" y="189860"/>
                    </a:cubicBezTo>
                    <a:lnTo>
                      <a:pt x="183992" y="43448"/>
                    </a:lnTo>
                    <a:cubicBezTo>
                      <a:pt x="139007" y="63845"/>
                      <a:pt x="74184" y="61610"/>
                      <a:pt x="33949" y="38140"/>
                    </a:cubicBezTo>
                    <a:close/>
                  </a:path>
                </a:pathLst>
              </a:custGeom>
              <a:solidFill>
                <a:srgbClr val="98439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20" name="Forma libre 19">
                <a:extLst>
                  <a:ext uri="{FF2B5EF4-FFF2-40B4-BE49-F238E27FC236}">
                    <a16:creationId xmlns:a16="http://schemas.microsoft.com/office/drawing/2014/main" id="{92B321A6-BD11-194A-96EE-6071FD20B589}"/>
                  </a:ext>
                </a:extLst>
              </p:cNvPr>
              <p:cNvSpPr/>
              <p:nvPr/>
            </p:nvSpPr>
            <p:spPr>
              <a:xfrm>
                <a:off x="4339882" y="3639220"/>
                <a:ext cx="10167" cy="20334"/>
              </a:xfrm>
              <a:custGeom>
                <a:avLst/>
                <a:gdLst>
                  <a:gd name="connsiteX0" fmla="*/ 2096 w 2794"/>
                  <a:gd name="connsiteY0" fmla="*/ 2096 h 5588"/>
                  <a:gd name="connsiteX1" fmla="*/ 2096 w 2794"/>
                  <a:gd name="connsiteY1" fmla="*/ 4051 h 5588"/>
                  <a:gd name="connsiteX2" fmla="*/ 2096 w 2794"/>
                  <a:gd name="connsiteY2" fmla="*/ 4331 h 5588"/>
                  <a:gd name="connsiteX3" fmla="*/ 2096 w 2794"/>
                  <a:gd name="connsiteY3" fmla="*/ 2096 h 5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94" h="5588">
                    <a:moveTo>
                      <a:pt x="2096" y="2096"/>
                    </a:moveTo>
                    <a:lnTo>
                      <a:pt x="2096" y="4051"/>
                    </a:lnTo>
                    <a:lnTo>
                      <a:pt x="2096" y="4331"/>
                    </a:lnTo>
                    <a:cubicBezTo>
                      <a:pt x="2096" y="3493"/>
                      <a:pt x="2096" y="2934"/>
                      <a:pt x="2096" y="20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22" name="Forma libre 21">
                <a:extLst>
                  <a:ext uri="{FF2B5EF4-FFF2-40B4-BE49-F238E27FC236}">
                    <a16:creationId xmlns:a16="http://schemas.microsoft.com/office/drawing/2014/main" id="{CE5D4D49-18BA-0D4D-B1B5-E07DAFF08AF9}"/>
                  </a:ext>
                </a:extLst>
              </p:cNvPr>
              <p:cNvSpPr/>
              <p:nvPr/>
            </p:nvSpPr>
            <p:spPr>
              <a:xfrm>
                <a:off x="4903702" y="2549764"/>
                <a:ext cx="188967" cy="732056"/>
              </a:xfrm>
              <a:custGeom>
                <a:avLst/>
                <a:gdLst>
                  <a:gd name="connsiteX0" fmla="*/ 12434 w 47499"/>
                  <a:gd name="connsiteY0" fmla="*/ 48198 h 201176"/>
                  <a:gd name="connsiteX1" fmla="*/ 2096 w 47499"/>
                  <a:gd name="connsiteY1" fmla="*/ 53507 h 201176"/>
                  <a:gd name="connsiteX2" fmla="*/ 2096 w 47499"/>
                  <a:gd name="connsiteY2" fmla="*/ 199919 h 201176"/>
                  <a:gd name="connsiteX3" fmla="*/ 12434 w 47499"/>
                  <a:gd name="connsiteY3" fmla="*/ 194610 h 201176"/>
                  <a:gd name="connsiteX4" fmla="*/ 45404 w 47499"/>
                  <a:gd name="connsiteY4" fmla="*/ 147948 h 201176"/>
                  <a:gd name="connsiteX5" fmla="*/ 45404 w 47499"/>
                  <a:gd name="connsiteY5" fmla="*/ 2654 h 201176"/>
                  <a:gd name="connsiteX6" fmla="*/ 45404 w 47499"/>
                  <a:gd name="connsiteY6" fmla="*/ 2096 h 201176"/>
                  <a:gd name="connsiteX7" fmla="*/ 12434 w 47499"/>
                  <a:gd name="connsiteY7" fmla="*/ 48198 h 201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499" h="201176">
                    <a:moveTo>
                      <a:pt x="12434" y="48198"/>
                    </a:moveTo>
                    <a:cubicBezTo>
                      <a:pt x="9081" y="50154"/>
                      <a:pt x="5728" y="51831"/>
                      <a:pt x="2096" y="53507"/>
                    </a:cubicBezTo>
                    <a:lnTo>
                      <a:pt x="2096" y="199919"/>
                    </a:lnTo>
                    <a:cubicBezTo>
                      <a:pt x="5728" y="198242"/>
                      <a:pt x="9081" y="196566"/>
                      <a:pt x="12434" y="194610"/>
                    </a:cubicBezTo>
                    <a:cubicBezTo>
                      <a:pt x="34507" y="181757"/>
                      <a:pt x="45684" y="164992"/>
                      <a:pt x="45404" y="147948"/>
                    </a:cubicBezTo>
                    <a:lnTo>
                      <a:pt x="45404" y="2654"/>
                    </a:lnTo>
                    <a:cubicBezTo>
                      <a:pt x="45404" y="2375"/>
                      <a:pt x="45404" y="2375"/>
                      <a:pt x="45404" y="2096"/>
                    </a:cubicBezTo>
                    <a:cubicBezTo>
                      <a:pt x="45404" y="18860"/>
                      <a:pt x="34228" y="35625"/>
                      <a:pt x="12434" y="48198"/>
                    </a:cubicBezTo>
                    <a:close/>
                  </a:path>
                </a:pathLst>
              </a:custGeom>
              <a:solidFill>
                <a:srgbClr val="13B1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23" name="Forma libre 22">
                <a:extLst>
                  <a:ext uri="{FF2B5EF4-FFF2-40B4-BE49-F238E27FC236}">
                    <a16:creationId xmlns:a16="http://schemas.microsoft.com/office/drawing/2014/main" id="{C84C5BAE-5C45-114B-8471-7A0AD3428854}"/>
                  </a:ext>
                </a:extLst>
              </p:cNvPr>
              <p:cNvSpPr/>
              <p:nvPr/>
            </p:nvSpPr>
            <p:spPr>
              <a:xfrm>
                <a:off x="4339882" y="3647356"/>
                <a:ext cx="20334" cy="40668"/>
              </a:xfrm>
              <a:custGeom>
                <a:avLst/>
                <a:gdLst>
                  <a:gd name="connsiteX0" fmla="*/ 2096 w 5588"/>
                  <a:gd name="connsiteY0" fmla="*/ 2096 h 11176"/>
                  <a:gd name="connsiteX1" fmla="*/ 3493 w 5588"/>
                  <a:gd name="connsiteY1" fmla="*/ 11037 h 11176"/>
                  <a:gd name="connsiteX2" fmla="*/ 2096 w 5588"/>
                  <a:gd name="connsiteY2" fmla="*/ 2096 h 11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588" h="11176">
                    <a:moveTo>
                      <a:pt x="2096" y="2096"/>
                    </a:moveTo>
                    <a:cubicBezTo>
                      <a:pt x="2096" y="5169"/>
                      <a:pt x="2654" y="7963"/>
                      <a:pt x="3493" y="11037"/>
                    </a:cubicBezTo>
                    <a:lnTo>
                      <a:pt x="2096" y="209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24" name="Forma libre 23">
                <a:extLst>
                  <a:ext uri="{FF2B5EF4-FFF2-40B4-BE49-F238E27FC236}">
                    <a16:creationId xmlns:a16="http://schemas.microsoft.com/office/drawing/2014/main" id="{355CE864-62D4-8A45-B77C-2AE93141FB7A}"/>
                  </a:ext>
                </a:extLst>
              </p:cNvPr>
              <p:cNvSpPr/>
              <p:nvPr/>
            </p:nvSpPr>
            <p:spPr>
              <a:xfrm>
                <a:off x="4339624" y="3647356"/>
                <a:ext cx="20334" cy="579543"/>
              </a:xfrm>
              <a:custGeom>
                <a:avLst/>
                <a:gdLst>
                  <a:gd name="connsiteX0" fmla="*/ 2167 w 5588"/>
                  <a:gd name="connsiteY0" fmla="*/ 2096 h 159264"/>
                  <a:gd name="connsiteX1" fmla="*/ 2167 w 5588"/>
                  <a:gd name="connsiteY1" fmla="*/ 2096 h 159264"/>
                  <a:gd name="connsiteX2" fmla="*/ 2167 w 5588"/>
                  <a:gd name="connsiteY2" fmla="*/ 145992 h 159264"/>
                  <a:gd name="connsiteX3" fmla="*/ 3564 w 5588"/>
                  <a:gd name="connsiteY3" fmla="*/ 157728 h 159264"/>
                  <a:gd name="connsiteX4" fmla="*/ 3564 w 5588"/>
                  <a:gd name="connsiteY4" fmla="*/ 11316 h 159264"/>
                  <a:gd name="connsiteX5" fmla="*/ 2167 w 5588"/>
                  <a:gd name="connsiteY5" fmla="*/ 2096 h 159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88" h="159264">
                    <a:moveTo>
                      <a:pt x="2167" y="2096"/>
                    </a:moveTo>
                    <a:lnTo>
                      <a:pt x="2167" y="2096"/>
                    </a:lnTo>
                    <a:lnTo>
                      <a:pt x="2167" y="145992"/>
                    </a:lnTo>
                    <a:cubicBezTo>
                      <a:pt x="1887" y="149904"/>
                      <a:pt x="2446" y="153816"/>
                      <a:pt x="3564" y="157728"/>
                    </a:cubicBezTo>
                    <a:lnTo>
                      <a:pt x="3564" y="11316"/>
                    </a:lnTo>
                    <a:cubicBezTo>
                      <a:pt x="2726" y="7963"/>
                      <a:pt x="2446" y="4890"/>
                      <a:pt x="2167" y="20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25" name="Forma libre 24">
                <a:extLst>
                  <a:ext uri="{FF2B5EF4-FFF2-40B4-BE49-F238E27FC236}">
                    <a16:creationId xmlns:a16="http://schemas.microsoft.com/office/drawing/2014/main" id="{93CCD729-0ECB-394D-9CBF-0A9695CF1050}"/>
                  </a:ext>
                </a:extLst>
              </p:cNvPr>
              <p:cNvSpPr/>
              <p:nvPr/>
            </p:nvSpPr>
            <p:spPr>
              <a:xfrm>
                <a:off x="4339624" y="3647356"/>
                <a:ext cx="20334" cy="579543"/>
              </a:xfrm>
              <a:custGeom>
                <a:avLst/>
                <a:gdLst>
                  <a:gd name="connsiteX0" fmla="*/ 2167 w 5588"/>
                  <a:gd name="connsiteY0" fmla="*/ 2096 h 159264"/>
                  <a:gd name="connsiteX1" fmla="*/ 2167 w 5588"/>
                  <a:gd name="connsiteY1" fmla="*/ 2096 h 159264"/>
                  <a:gd name="connsiteX2" fmla="*/ 2167 w 5588"/>
                  <a:gd name="connsiteY2" fmla="*/ 145992 h 159264"/>
                  <a:gd name="connsiteX3" fmla="*/ 3564 w 5588"/>
                  <a:gd name="connsiteY3" fmla="*/ 157728 h 159264"/>
                  <a:gd name="connsiteX4" fmla="*/ 3564 w 5588"/>
                  <a:gd name="connsiteY4" fmla="*/ 11316 h 159264"/>
                  <a:gd name="connsiteX5" fmla="*/ 2167 w 5588"/>
                  <a:gd name="connsiteY5" fmla="*/ 2096 h 159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88" h="159264">
                    <a:moveTo>
                      <a:pt x="2167" y="2096"/>
                    </a:moveTo>
                    <a:lnTo>
                      <a:pt x="2167" y="2096"/>
                    </a:lnTo>
                    <a:lnTo>
                      <a:pt x="2167" y="145992"/>
                    </a:lnTo>
                    <a:cubicBezTo>
                      <a:pt x="1887" y="149904"/>
                      <a:pt x="2446" y="153816"/>
                      <a:pt x="3564" y="157728"/>
                    </a:cubicBezTo>
                    <a:lnTo>
                      <a:pt x="3564" y="11316"/>
                    </a:lnTo>
                    <a:cubicBezTo>
                      <a:pt x="2726" y="7963"/>
                      <a:pt x="2446" y="4890"/>
                      <a:pt x="2167" y="2096"/>
                    </a:cubicBezTo>
                    <a:close/>
                  </a:path>
                </a:pathLst>
              </a:custGeom>
              <a:solidFill>
                <a:srgbClr val="347BB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26" name="Forma libre 25">
                <a:extLst>
                  <a:ext uri="{FF2B5EF4-FFF2-40B4-BE49-F238E27FC236}">
                    <a16:creationId xmlns:a16="http://schemas.microsoft.com/office/drawing/2014/main" id="{8886EA6D-C3EF-2445-8FFB-3CF987D880CF}"/>
                  </a:ext>
                </a:extLst>
              </p:cNvPr>
              <p:cNvSpPr/>
              <p:nvPr/>
            </p:nvSpPr>
            <p:spPr>
              <a:xfrm>
                <a:off x="1266427" y="4616045"/>
                <a:ext cx="823563" cy="945571"/>
              </a:xfrm>
              <a:custGeom>
                <a:avLst/>
                <a:gdLst>
                  <a:gd name="connsiteX0" fmla="*/ 168921 w 226323"/>
                  <a:gd name="connsiteY0" fmla="*/ 34855 h 259852"/>
                  <a:gd name="connsiteX1" fmla="*/ 169008 w 226323"/>
                  <a:gd name="connsiteY1" fmla="*/ 162668 h 259852"/>
                  <a:gd name="connsiteX2" fmla="*/ 58274 w 226323"/>
                  <a:gd name="connsiteY2" fmla="*/ 226495 h 259852"/>
                  <a:gd name="connsiteX3" fmla="*/ 58186 w 226323"/>
                  <a:gd name="connsiteY3" fmla="*/ 98683 h 259852"/>
                  <a:gd name="connsiteX4" fmla="*/ 168921 w 226323"/>
                  <a:gd name="connsiteY4" fmla="*/ 34855 h 259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323" h="259852">
                    <a:moveTo>
                      <a:pt x="168921" y="34855"/>
                    </a:moveTo>
                    <a:cubicBezTo>
                      <a:pt x="199523" y="52524"/>
                      <a:pt x="199563" y="109748"/>
                      <a:pt x="169008" y="162668"/>
                    </a:cubicBezTo>
                    <a:cubicBezTo>
                      <a:pt x="138454" y="215588"/>
                      <a:pt x="88876" y="244164"/>
                      <a:pt x="58274" y="226495"/>
                    </a:cubicBezTo>
                    <a:cubicBezTo>
                      <a:pt x="27671" y="208826"/>
                      <a:pt x="27632" y="151603"/>
                      <a:pt x="58186" y="98683"/>
                    </a:cubicBezTo>
                    <a:cubicBezTo>
                      <a:pt x="88740" y="45763"/>
                      <a:pt x="138318" y="17186"/>
                      <a:pt x="168921" y="34855"/>
                    </a:cubicBezTo>
                    <a:close/>
                  </a:path>
                </a:pathLst>
              </a:custGeom>
              <a:solidFill>
                <a:srgbClr val="5958A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27" name="Forma libre 26">
                <a:extLst>
                  <a:ext uri="{FF2B5EF4-FFF2-40B4-BE49-F238E27FC236}">
                    <a16:creationId xmlns:a16="http://schemas.microsoft.com/office/drawing/2014/main" id="{A14D7ECC-59DD-C447-BC9B-9DC848CBC223}"/>
                  </a:ext>
                </a:extLst>
              </p:cNvPr>
              <p:cNvSpPr/>
              <p:nvPr/>
            </p:nvSpPr>
            <p:spPr>
              <a:xfrm>
                <a:off x="1387260" y="4716842"/>
                <a:ext cx="579543" cy="549042"/>
              </a:xfrm>
              <a:custGeom>
                <a:avLst/>
                <a:gdLst>
                  <a:gd name="connsiteX0" fmla="*/ 80331 w 159264"/>
                  <a:gd name="connsiteY0" fmla="*/ 17778 h 150882"/>
                  <a:gd name="connsiteX1" fmla="*/ 158566 w 159264"/>
                  <a:gd name="connsiteY1" fmla="*/ 60528 h 150882"/>
                  <a:gd name="connsiteX2" fmla="*/ 158566 w 159264"/>
                  <a:gd name="connsiteY2" fmla="*/ 58013 h 150882"/>
                  <a:gd name="connsiteX3" fmla="*/ 80331 w 159264"/>
                  <a:gd name="connsiteY3" fmla="*/ 12749 h 150882"/>
                  <a:gd name="connsiteX4" fmla="*/ 2096 w 159264"/>
                  <a:gd name="connsiteY4" fmla="*/ 148263 h 150882"/>
                  <a:gd name="connsiteX5" fmla="*/ 2096 w 159264"/>
                  <a:gd name="connsiteY5" fmla="*/ 150778 h 150882"/>
                  <a:gd name="connsiteX6" fmla="*/ 80331 w 159264"/>
                  <a:gd name="connsiteY6" fmla="*/ 17778 h 150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264" h="150882">
                    <a:moveTo>
                      <a:pt x="80331" y="17778"/>
                    </a:moveTo>
                    <a:cubicBezTo>
                      <a:pt x="122801" y="-6810"/>
                      <a:pt x="157448" y="12469"/>
                      <a:pt x="158566" y="60528"/>
                    </a:cubicBezTo>
                    <a:cubicBezTo>
                      <a:pt x="158566" y="59690"/>
                      <a:pt x="158566" y="58851"/>
                      <a:pt x="158566" y="58013"/>
                    </a:cubicBezTo>
                    <a:cubicBezTo>
                      <a:pt x="158566" y="7999"/>
                      <a:pt x="123639" y="-12119"/>
                      <a:pt x="80331" y="12749"/>
                    </a:cubicBezTo>
                    <a:cubicBezTo>
                      <a:pt x="37022" y="37616"/>
                      <a:pt x="2096" y="98248"/>
                      <a:pt x="2096" y="148263"/>
                    </a:cubicBezTo>
                    <a:cubicBezTo>
                      <a:pt x="2096" y="149101"/>
                      <a:pt x="2096" y="149940"/>
                      <a:pt x="2096" y="150778"/>
                    </a:cubicBezTo>
                    <a:cubicBezTo>
                      <a:pt x="3213" y="101322"/>
                      <a:pt x="37860" y="42087"/>
                      <a:pt x="80331" y="17778"/>
                    </a:cubicBez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28" name="Forma libre 27">
                <a:extLst>
                  <a:ext uri="{FF2B5EF4-FFF2-40B4-BE49-F238E27FC236}">
                    <a16:creationId xmlns:a16="http://schemas.microsoft.com/office/drawing/2014/main" id="{1183230A-9ED7-3244-AC1B-39DB19F9E13C}"/>
                  </a:ext>
                </a:extLst>
              </p:cNvPr>
              <p:cNvSpPr/>
              <p:nvPr/>
            </p:nvSpPr>
            <p:spPr>
              <a:xfrm>
                <a:off x="1188992" y="4598735"/>
                <a:ext cx="691388" cy="843897"/>
              </a:xfrm>
              <a:custGeom>
                <a:avLst/>
                <a:gdLst>
                  <a:gd name="connsiteX0" fmla="*/ 56581 w 189999"/>
                  <a:gd name="connsiteY0" fmla="*/ 180441 h 231911"/>
                  <a:gd name="connsiteX1" fmla="*/ 134816 w 189999"/>
                  <a:gd name="connsiteY1" fmla="*/ 44926 h 231911"/>
                  <a:gd name="connsiteX2" fmla="*/ 189860 w 189999"/>
                  <a:gd name="connsiteY2" fmla="*/ 39338 h 231911"/>
                  <a:gd name="connsiteX3" fmla="*/ 135934 w 189999"/>
                  <a:gd name="connsiteY3" fmla="*/ 7485 h 231911"/>
                  <a:gd name="connsiteX4" fmla="*/ 80331 w 189999"/>
                  <a:gd name="connsiteY4" fmla="*/ 12794 h 231911"/>
                  <a:gd name="connsiteX5" fmla="*/ 2096 w 189999"/>
                  <a:gd name="connsiteY5" fmla="*/ 148308 h 231911"/>
                  <a:gd name="connsiteX6" fmla="*/ 25287 w 189999"/>
                  <a:gd name="connsiteY6" fmla="*/ 199161 h 231911"/>
                  <a:gd name="connsiteX7" fmla="*/ 79213 w 189999"/>
                  <a:gd name="connsiteY7" fmla="*/ 231014 h 231911"/>
                  <a:gd name="connsiteX8" fmla="*/ 56581 w 189999"/>
                  <a:gd name="connsiteY8" fmla="*/ 180441 h 23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999" h="231911">
                    <a:moveTo>
                      <a:pt x="56581" y="180441"/>
                    </a:moveTo>
                    <a:cubicBezTo>
                      <a:pt x="56581" y="130426"/>
                      <a:pt x="91507" y="69794"/>
                      <a:pt x="134816" y="44926"/>
                    </a:cubicBezTo>
                    <a:cubicBezTo>
                      <a:pt x="156331" y="32632"/>
                      <a:pt x="175889" y="31235"/>
                      <a:pt x="189860" y="39338"/>
                    </a:cubicBezTo>
                    <a:lnTo>
                      <a:pt x="135934" y="7485"/>
                    </a:lnTo>
                    <a:cubicBezTo>
                      <a:pt x="121684" y="-897"/>
                      <a:pt x="102125" y="221"/>
                      <a:pt x="80331" y="12794"/>
                    </a:cubicBezTo>
                    <a:cubicBezTo>
                      <a:pt x="37022" y="37662"/>
                      <a:pt x="2096" y="98294"/>
                      <a:pt x="2096" y="148308"/>
                    </a:cubicBezTo>
                    <a:cubicBezTo>
                      <a:pt x="2096" y="173455"/>
                      <a:pt x="11037" y="191058"/>
                      <a:pt x="25287" y="199161"/>
                    </a:cubicBezTo>
                    <a:lnTo>
                      <a:pt x="79213" y="231014"/>
                    </a:lnTo>
                    <a:cubicBezTo>
                      <a:pt x="65242" y="222632"/>
                      <a:pt x="56581" y="205308"/>
                      <a:pt x="56581" y="180441"/>
                    </a:cubicBez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29" name="Forma libre 28">
                <a:extLst>
                  <a:ext uri="{FF2B5EF4-FFF2-40B4-BE49-F238E27FC236}">
                    <a16:creationId xmlns:a16="http://schemas.microsoft.com/office/drawing/2014/main" id="{304F446E-A014-3D40-A2D4-6EE3E17519E3}"/>
                  </a:ext>
                </a:extLst>
              </p:cNvPr>
              <p:cNvSpPr/>
              <p:nvPr/>
            </p:nvSpPr>
            <p:spPr>
              <a:xfrm>
                <a:off x="1441145" y="4810511"/>
                <a:ext cx="254187" cy="579543"/>
              </a:xfrm>
              <a:custGeom>
                <a:avLst/>
                <a:gdLst>
                  <a:gd name="connsiteX0" fmla="*/ 10199 w 69852"/>
                  <a:gd name="connsiteY0" fmla="*/ 109110 h 159264"/>
                  <a:gd name="connsiteX1" fmla="*/ 65522 w 69852"/>
                  <a:gd name="connsiteY1" fmla="*/ 13272 h 159264"/>
                  <a:gd name="connsiteX2" fmla="*/ 68875 w 69852"/>
                  <a:gd name="connsiteY2" fmla="*/ 11596 h 159264"/>
                  <a:gd name="connsiteX3" fmla="*/ 68875 w 69852"/>
                  <a:gd name="connsiteY3" fmla="*/ 2096 h 159264"/>
                  <a:gd name="connsiteX4" fmla="*/ 65522 w 69852"/>
                  <a:gd name="connsiteY4" fmla="*/ 3772 h 159264"/>
                  <a:gd name="connsiteX5" fmla="*/ 2096 w 69852"/>
                  <a:gd name="connsiteY5" fmla="*/ 113581 h 159264"/>
                  <a:gd name="connsiteX6" fmla="*/ 58257 w 69852"/>
                  <a:gd name="connsiteY6" fmla="*/ 153816 h 159264"/>
                  <a:gd name="connsiteX7" fmla="*/ 58537 w 69852"/>
                  <a:gd name="connsiteY7" fmla="*/ 144316 h 159264"/>
                  <a:gd name="connsiteX8" fmla="*/ 10199 w 69852"/>
                  <a:gd name="connsiteY8" fmla="*/ 109110 h 159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9852" h="159264">
                    <a:moveTo>
                      <a:pt x="10199" y="109110"/>
                    </a:moveTo>
                    <a:cubicBezTo>
                      <a:pt x="10199" y="73904"/>
                      <a:pt x="35066" y="30875"/>
                      <a:pt x="65522" y="13272"/>
                    </a:cubicBezTo>
                    <a:cubicBezTo>
                      <a:pt x="66640" y="12713"/>
                      <a:pt x="67757" y="12154"/>
                      <a:pt x="68875" y="11596"/>
                    </a:cubicBezTo>
                    <a:cubicBezTo>
                      <a:pt x="68875" y="8243"/>
                      <a:pt x="68875" y="5449"/>
                      <a:pt x="68875" y="2096"/>
                    </a:cubicBezTo>
                    <a:cubicBezTo>
                      <a:pt x="67757" y="2654"/>
                      <a:pt x="66640" y="3213"/>
                      <a:pt x="65522" y="3772"/>
                    </a:cubicBezTo>
                    <a:cubicBezTo>
                      <a:pt x="30596" y="23890"/>
                      <a:pt x="2096" y="73345"/>
                      <a:pt x="2096" y="113581"/>
                    </a:cubicBezTo>
                    <a:cubicBezTo>
                      <a:pt x="2096" y="151301"/>
                      <a:pt x="26684" y="168066"/>
                      <a:pt x="58257" y="153816"/>
                    </a:cubicBezTo>
                    <a:cubicBezTo>
                      <a:pt x="58257" y="150742"/>
                      <a:pt x="58537" y="147389"/>
                      <a:pt x="58537" y="144316"/>
                    </a:cubicBezTo>
                    <a:cubicBezTo>
                      <a:pt x="31154" y="156331"/>
                      <a:pt x="10199" y="141522"/>
                      <a:pt x="10199" y="109110"/>
                    </a:cubicBez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0" name="Forma libre 29">
                <a:extLst>
                  <a:ext uri="{FF2B5EF4-FFF2-40B4-BE49-F238E27FC236}">
                    <a16:creationId xmlns:a16="http://schemas.microsoft.com/office/drawing/2014/main" id="{45E601DD-FE6C-C848-A006-67AFDF51FAE1}"/>
                  </a:ext>
                </a:extLst>
              </p:cNvPr>
              <p:cNvSpPr/>
              <p:nvPr/>
            </p:nvSpPr>
            <p:spPr>
              <a:xfrm>
                <a:off x="1644496" y="4911169"/>
                <a:ext cx="264354" cy="467702"/>
              </a:xfrm>
              <a:custGeom>
                <a:avLst/>
                <a:gdLst>
                  <a:gd name="connsiteX0" fmla="*/ 72507 w 72646"/>
                  <a:gd name="connsiteY0" fmla="*/ 2096 h 128529"/>
                  <a:gd name="connsiteX1" fmla="*/ 64125 w 72646"/>
                  <a:gd name="connsiteY1" fmla="*/ 7125 h 128529"/>
                  <a:gd name="connsiteX2" fmla="*/ 64963 w 72646"/>
                  <a:gd name="connsiteY2" fmla="*/ 17463 h 128529"/>
                  <a:gd name="connsiteX3" fmla="*/ 9640 w 72646"/>
                  <a:gd name="connsiteY3" fmla="*/ 113301 h 128529"/>
                  <a:gd name="connsiteX4" fmla="*/ 2375 w 72646"/>
                  <a:gd name="connsiteY4" fmla="*/ 116934 h 128529"/>
                  <a:gd name="connsiteX5" fmla="*/ 2096 w 72646"/>
                  <a:gd name="connsiteY5" fmla="*/ 126434 h 128529"/>
                  <a:gd name="connsiteX6" fmla="*/ 9360 w 72646"/>
                  <a:gd name="connsiteY6" fmla="*/ 122801 h 128529"/>
                  <a:gd name="connsiteX7" fmla="*/ 72787 w 72646"/>
                  <a:gd name="connsiteY7" fmla="*/ 12993 h 128529"/>
                  <a:gd name="connsiteX8" fmla="*/ 72507 w 72646"/>
                  <a:gd name="connsiteY8" fmla="*/ 2096 h 128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646" h="128529">
                    <a:moveTo>
                      <a:pt x="72507" y="2096"/>
                    </a:moveTo>
                    <a:cubicBezTo>
                      <a:pt x="69713" y="3772"/>
                      <a:pt x="66919" y="5449"/>
                      <a:pt x="64125" y="7125"/>
                    </a:cubicBezTo>
                    <a:cubicBezTo>
                      <a:pt x="64684" y="10198"/>
                      <a:pt x="64963" y="13831"/>
                      <a:pt x="64963" y="17463"/>
                    </a:cubicBezTo>
                    <a:cubicBezTo>
                      <a:pt x="64963" y="52669"/>
                      <a:pt x="40096" y="95698"/>
                      <a:pt x="9640" y="113301"/>
                    </a:cubicBezTo>
                    <a:cubicBezTo>
                      <a:pt x="7125" y="114698"/>
                      <a:pt x="4890" y="115816"/>
                      <a:pt x="2375" y="116934"/>
                    </a:cubicBezTo>
                    <a:cubicBezTo>
                      <a:pt x="2375" y="120007"/>
                      <a:pt x="2375" y="123360"/>
                      <a:pt x="2096" y="126434"/>
                    </a:cubicBezTo>
                    <a:cubicBezTo>
                      <a:pt x="4610" y="125316"/>
                      <a:pt x="6846" y="124198"/>
                      <a:pt x="9360" y="122801"/>
                    </a:cubicBezTo>
                    <a:cubicBezTo>
                      <a:pt x="44287" y="102684"/>
                      <a:pt x="72787" y="53228"/>
                      <a:pt x="72787" y="12993"/>
                    </a:cubicBezTo>
                    <a:cubicBezTo>
                      <a:pt x="73066" y="9081"/>
                      <a:pt x="72787" y="5449"/>
                      <a:pt x="72507" y="2096"/>
                    </a:cubicBezTo>
                    <a:close/>
                  </a:path>
                </a:pathLst>
              </a:custGeom>
              <a:solidFill>
                <a:srgbClr val="13B1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1" name="Forma libre 30">
                <a:extLst>
                  <a:ext uri="{FF2B5EF4-FFF2-40B4-BE49-F238E27FC236}">
                    <a16:creationId xmlns:a16="http://schemas.microsoft.com/office/drawing/2014/main" id="{1FB6AA7B-9866-B54B-80E9-1E3FCC5EB702}"/>
                  </a:ext>
                </a:extLst>
              </p:cNvPr>
              <p:cNvSpPr/>
              <p:nvPr/>
            </p:nvSpPr>
            <p:spPr>
              <a:xfrm>
                <a:off x="1685165" y="4786632"/>
                <a:ext cx="223682" cy="152513"/>
              </a:xfrm>
              <a:custGeom>
                <a:avLst/>
                <a:gdLst>
                  <a:gd name="connsiteX0" fmla="*/ 52948 w 61470"/>
                  <a:gd name="connsiteY0" fmla="*/ 41628 h 41911"/>
                  <a:gd name="connsiteX1" fmla="*/ 61331 w 61470"/>
                  <a:gd name="connsiteY1" fmla="*/ 36598 h 41911"/>
                  <a:gd name="connsiteX2" fmla="*/ 2096 w 61470"/>
                  <a:gd name="connsiteY2" fmla="*/ 8937 h 41911"/>
                  <a:gd name="connsiteX3" fmla="*/ 2096 w 61470"/>
                  <a:gd name="connsiteY3" fmla="*/ 18437 h 41911"/>
                  <a:gd name="connsiteX4" fmla="*/ 52948 w 61470"/>
                  <a:gd name="connsiteY4" fmla="*/ 41628 h 4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470" h="41911">
                    <a:moveTo>
                      <a:pt x="52948" y="41628"/>
                    </a:moveTo>
                    <a:cubicBezTo>
                      <a:pt x="55743" y="39951"/>
                      <a:pt x="58537" y="38275"/>
                      <a:pt x="61331" y="36598"/>
                    </a:cubicBezTo>
                    <a:cubicBezTo>
                      <a:pt x="56860" y="5304"/>
                      <a:pt x="32272" y="-6710"/>
                      <a:pt x="2096" y="8937"/>
                    </a:cubicBezTo>
                    <a:cubicBezTo>
                      <a:pt x="2096" y="12290"/>
                      <a:pt x="2096" y="15084"/>
                      <a:pt x="2096" y="18437"/>
                    </a:cubicBezTo>
                    <a:cubicBezTo>
                      <a:pt x="27801" y="5025"/>
                      <a:pt x="48757" y="15084"/>
                      <a:pt x="52948" y="41628"/>
                    </a:cubicBezTo>
                    <a:close/>
                  </a:path>
                </a:pathLst>
              </a:custGeom>
              <a:solidFill>
                <a:srgbClr val="00717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2" name="Forma libre 31">
                <a:extLst>
                  <a:ext uri="{FF2B5EF4-FFF2-40B4-BE49-F238E27FC236}">
                    <a16:creationId xmlns:a16="http://schemas.microsoft.com/office/drawing/2014/main" id="{EFB83C1F-D5BD-854B-BDF4-EAC8A98CF675}"/>
                  </a:ext>
                </a:extLst>
              </p:cNvPr>
              <p:cNvSpPr/>
              <p:nvPr/>
            </p:nvSpPr>
            <p:spPr>
              <a:xfrm>
                <a:off x="1516386" y="5110449"/>
                <a:ext cx="71173" cy="122008"/>
              </a:xfrm>
              <a:custGeom>
                <a:avLst/>
                <a:gdLst>
                  <a:gd name="connsiteX0" fmla="*/ 17463 w 19558"/>
                  <a:gd name="connsiteY0" fmla="*/ 18301 h 33529"/>
                  <a:gd name="connsiteX1" fmla="*/ 17463 w 19558"/>
                  <a:gd name="connsiteY1" fmla="*/ 23331 h 33529"/>
                  <a:gd name="connsiteX2" fmla="*/ 2934 w 19558"/>
                  <a:gd name="connsiteY2" fmla="*/ 31713 h 33529"/>
                  <a:gd name="connsiteX3" fmla="*/ 2934 w 19558"/>
                  <a:gd name="connsiteY3" fmla="*/ 26684 h 33529"/>
                  <a:gd name="connsiteX4" fmla="*/ 7963 w 19558"/>
                  <a:gd name="connsiteY4" fmla="*/ 23610 h 33529"/>
                  <a:gd name="connsiteX5" fmla="*/ 7963 w 19558"/>
                  <a:gd name="connsiteY5" fmla="*/ 11037 h 33529"/>
                  <a:gd name="connsiteX6" fmla="*/ 6846 w 19558"/>
                  <a:gd name="connsiteY6" fmla="*/ 12713 h 33529"/>
                  <a:gd name="connsiteX7" fmla="*/ 5449 w 19558"/>
                  <a:gd name="connsiteY7" fmla="*/ 14669 h 33529"/>
                  <a:gd name="connsiteX8" fmla="*/ 3772 w 19558"/>
                  <a:gd name="connsiteY8" fmla="*/ 16346 h 33529"/>
                  <a:gd name="connsiteX9" fmla="*/ 2096 w 19558"/>
                  <a:gd name="connsiteY9" fmla="*/ 17463 h 33529"/>
                  <a:gd name="connsiteX10" fmla="*/ 2096 w 19558"/>
                  <a:gd name="connsiteY10" fmla="*/ 12154 h 33529"/>
                  <a:gd name="connsiteX11" fmla="*/ 3772 w 19558"/>
                  <a:gd name="connsiteY11" fmla="*/ 10757 h 33529"/>
                  <a:gd name="connsiteX12" fmla="*/ 5728 w 19558"/>
                  <a:gd name="connsiteY12" fmla="*/ 8522 h 33529"/>
                  <a:gd name="connsiteX13" fmla="*/ 7404 w 19558"/>
                  <a:gd name="connsiteY13" fmla="*/ 6287 h 33529"/>
                  <a:gd name="connsiteX14" fmla="*/ 8243 w 19558"/>
                  <a:gd name="connsiteY14" fmla="*/ 4890 h 33529"/>
                  <a:gd name="connsiteX15" fmla="*/ 13272 w 19558"/>
                  <a:gd name="connsiteY15" fmla="*/ 2096 h 33529"/>
                  <a:gd name="connsiteX16" fmla="*/ 13272 w 19558"/>
                  <a:gd name="connsiteY16" fmla="*/ 20816 h 33529"/>
                  <a:gd name="connsiteX17" fmla="*/ 17463 w 19558"/>
                  <a:gd name="connsiteY17" fmla="*/ 18301 h 33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558" h="33529">
                    <a:moveTo>
                      <a:pt x="17463" y="18301"/>
                    </a:moveTo>
                    <a:lnTo>
                      <a:pt x="17463" y="23331"/>
                    </a:lnTo>
                    <a:lnTo>
                      <a:pt x="2934" y="31713"/>
                    </a:lnTo>
                    <a:lnTo>
                      <a:pt x="2934" y="26684"/>
                    </a:lnTo>
                    <a:lnTo>
                      <a:pt x="7963" y="23610"/>
                    </a:lnTo>
                    <a:lnTo>
                      <a:pt x="7963" y="11037"/>
                    </a:lnTo>
                    <a:cubicBezTo>
                      <a:pt x="7684" y="11596"/>
                      <a:pt x="7404" y="12154"/>
                      <a:pt x="6846" y="12713"/>
                    </a:cubicBezTo>
                    <a:cubicBezTo>
                      <a:pt x="6287" y="13272"/>
                      <a:pt x="5728" y="13831"/>
                      <a:pt x="5449" y="14669"/>
                    </a:cubicBezTo>
                    <a:cubicBezTo>
                      <a:pt x="4890" y="15228"/>
                      <a:pt x="4331" y="15787"/>
                      <a:pt x="3772" y="16346"/>
                    </a:cubicBezTo>
                    <a:cubicBezTo>
                      <a:pt x="3213" y="16904"/>
                      <a:pt x="2654" y="17184"/>
                      <a:pt x="2096" y="17463"/>
                    </a:cubicBezTo>
                    <a:lnTo>
                      <a:pt x="2096" y="12154"/>
                    </a:lnTo>
                    <a:cubicBezTo>
                      <a:pt x="2654" y="11875"/>
                      <a:pt x="2934" y="11316"/>
                      <a:pt x="3772" y="10757"/>
                    </a:cubicBezTo>
                    <a:cubicBezTo>
                      <a:pt x="4331" y="10198"/>
                      <a:pt x="4890" y="9360"/>
                      <a:pt x="5728" y="8522"/>
                    </a:cubicBezTo>
                    <a:cubicBezTo>
                      <a:pt x="6287" y="7684"/>
                      <a:pt x="6846" y="7125"/>
                      <a:pt x="7404" y="6287"/>
                    </a:cubicBezTo>
                    <a:cubicBezTo>
                      <a:pt x="7963" y="5728"/>
                      <a:pt x="8243" y="5169"/>
                      <a:pt x="8243" y="4890"/>
                    </a:cubicBezTo>
                    <a:lnTo>
                      <a:pt x="13272" y="2096"/>
                    </a:lnTo>
                    <a:lnTo>
                      <a:pt x="13272" y="20816"/>
                    </a:lnTo>
                    <a:lnTo>
                      <a:pt x="17463" y="18301"/>
                    </a:ln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3" name="Forma libre 32">
                <a:extLst>
                  <a:ext uri="{FF2B5EF4-FFF2-40B4-BE49-F238E27FC236}">
                    <a16:creationId xmlns:a16="http://schemas.microsoft.com/office/drawing/2014/main" id="{08A470BA-67B6-4445-968B-F08782F43943}"/>
                  </a:ext>
                </a:extLst>
              </p:cNvPr>
              <p:cNvSpPr/>
              <p:nvPr/>
            </p:nvSpPr>
            <p:spPr>
              <a:xfrm>
                <a:off x="1582472" y="5068766"/>
                <a:ext cx="81340" cy="111841"/>
              </a:xfrm>
              <a:custGeom>
                <a:avLst/>
                <a:gdLst>
                  <a:gd name="connsiteX0" fmla="*/ 20537 w 22352"/>
                  <a:gd name="connsiteY0" fmla="*/ 10478 h 30735"/>
                  <a:gd name="connsiteX1" fmla="*/ 19978 w 22352"/>
                  <a:gd name="connsiteY1" fmla="*/ 15787 h 30735"/>
                  <a:gd name="connsiteX2" fmla="*/ 18022 w 22352"/>
                  <a:gd name="connsiteY2" fmla="*/ 20816 h 30735"/>
                  <a:gd name="connsiteX3" fmla="*/ 14948 w 22352"/>
                  <a:gd name="connsiteY3" fmla="*/ 25007 h 30735"/>
                  <a:gd name="connsiteX4" fmla="*/ 11316 w 22352"/>
                  <a:gd name="connsiteY4" fmla="*/ 28081 h 30735"/>
                  <a:gd name="connsiteX5" fmla="*/ 7684 w 22352"/>
                  <a:gd name="connsiteY5" fmla="*/ 29198 h 30735"/>
                  <a:gd name="connsiteX6" fmla="*/ 4890 w 22352"/>
                  <a:gd name="connsiteY6" fmla="*/ 28360 h 30735"/>
                  <a:gd name="connsiteX7" fmla="*/ 2934 w 22352"/>
                  <a:gd name="connsiteY7" fmla="*/ 25566 h 30735"/>
                  <a:gd name="connsiteX8" fmla="*/ 2096 w 22352"/>
                  <a:gd name="connsiteY8" fmla="*/ 20816 h 30735"/>
                  <a:gd name="connsiteX9" fmla="*/ 2934 w 22352"/>
                  <a:gd name="connsiteY9" fmla="*/ 15507 h 30735"/>
                  <a:gd name="connsiteX10" fmla="*/ 4890 w 22352"/>
                  <a:gd name="connsiteY10" fmla="*/ 10478 h 30735"/>
                  <a:gd name="connsiteX11" fmla="*/ 7684 w 22352"/>
                  <a:gd name="connsiteY11" fmla="*/ 6287 h 30735"/>
                  <a:gd name="connsiteX12" fmla="*/ 11316 w 22352"/>
                  <a:gd name="connsiteY12" fmla="*/ 3213 h 30735"/>
                  <a:gd name="connsiteX13" fmla="*/ 14948 w 22352"/>
                  <a:gd name="connsiteY13" fmla="*/ 2096 h 30735"/>
                  <a:gd name="connsiteX14" fmla="*/ 18022 w 22352"/>
                  <a:gd name="connsiteY14" fmla="*/ 2934 h 30735"/>
                  <a:gd name="connsiteX15" fmla="*/ 19978 w 22352"/>
                  <a:gd name="connsiteY15" fmla="*/ 5728 h 30735"/>
                  <a:gd name="connsiteX16" fmla="*/ 20537 w 22352"/>
                  <a:gd name="connsiteY16" fmla="*/ 10478 h 30735"/>
                  <a:gd name="connsiteX17" fmla="*/ 15507 w 22352"/>
                  <a:gd name="connsiteY17" fmla="*/ 13272 h 30735"/>
                  <a:gd name="connsiteX18" fmla="*/ 15228 w 22352"/>
                  <a:gd name="connsiteY18" fmla="*/ 10478 h 30735"/>
                  <a:gd name="connsiteX19" fmla="*/ 14390 w 22352"/>
                  <a:gd name="connsiteY19" fmla="*/ 8522 h 30735"/>
                  <a:gd name="connsiteX20" fmla="*/ 12993 w 22352"/>
                  <a:gd name="connsiteY20" fmla="*/ 7684 h 30735"/>
                  <a:gd name="connsiteX21" fmla="*/ 11316 w 22352"/>
                  <a:gd name="connsiteY21" fmla="*/ 8243 h 30735"/>
                  <a:gd name="connsiteX22" fmla="*/ 9640 w 22352"/>
                  <a:gd name="connsiteY22" fmla="*/ 9919 h 30735"/>
                  <a:gd name="connsiteX23" fmla="*/ 8243 w 22352"/>
                  <a:gd name="connsiteY23" fmla="*/ 12154 h 30735"/>
                  <a:gd name="connsiteX24" fmla="*/ 7404 w 22352"/>
                  <a:gd name="connsiteY24" fmla="*/ 14949 h 30735"/>
                  <a:gd name="connsiteX25" fmla="*/ 7125 w 22352"/>
                  <a:gd name="connsiteY25" fmla="*/ 18301 h 30735"/>
                  <a:gd name="connsiteX26" fmla="*/ 7404 w 22352"/>
                  <a:gd name="connsiteY26" fmla="*/ 21096 h 30735"/>
                  <a:gd name="connsiteX27" fmla="*/ 8243 w 22352"/>
                  <a:gd name="connsiteY27" fmla="*/ 23051 h 30735"/>
                  <a:gd name="connsiteX28" fmla="*/ 9640 w 22352"/>
                  <a:gd name="connsiteY28" fmla="*/ 23890 h 30735"/>
                  <a:gd name="connsiteX29" fmla="*/ 11316 w 22352"/>
                  <a:gd name="connsiteY29" fmla="*/ 23331 h 30735"/>
                  <a:gd name="connsiteX30" fmla="*/ 12993 w 22352"/>
                  <a:gd name="connsiteY30" fmla="*/ 21654 h 30735"/>
                  <a:gd name="connsiteX31" fmla="*/ 14390 w 22352"/>
                  <a:gd name="connsiteY31" fmla="*/ 19419 h 30735"/>
                  <a:gd name="connsiteX32" fmla="*/ 15228 w 22352"/>
                  <a:gd name="connsiteY32" fmla="*/ 16625 h 30735"/>
                  <a:gd name="connsiteX33" fmla="*/ 15507 w 22352"/>
                  <a:gd name="connsiteY33" fmla="*/ 13272 h 3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2352" h="30735">
                    <a:moveTo>
                      <a:pt x="20537" y="10478"/>
                    </a:moveTo>
                    <a:cubicBezTo>
                      <a:pt x="20537" y="12434"/>
                      <a:pt x="20257" y="14110"/>
                      <a:pt x="19978" y="15787"/>
                    </a:cubicBezTo>
                    <a:cubicBezTo>
                      <a:pt x="19419" y="17463"/>
                      <a:pt x="18860" y="19419"/>
                      <a:pt x="18022" y="20816"/>
                    </a:cubicBezTo>
                    <a:cubicBezTo>
                      <a:pt x="17184" y="22493"/>
                      <a:pt x="16346" y="23890"/>
                      <a:pt x="14948" y="25007"/>
                    </a:cubicBezTo>
                    <a:cubicBezTo>
                      <a:pt x="13831" y="26404"/>
                      <a:pt x="12713" y="27243"/>
                      <a:pt x="11316" y="28081"/>
                    </a:cubicBezTo>
                    <a:cubicBezTo>
                      <a:pt x="9919" y="28919"/>
                      <a:pt x="8801" y="29198"/>
                      <a:pt x="7684" y="29198"/>
                    </a:cubicBezTo>
                    <a:cubicBezTo>
                      <a:pt x="6566" y="29198"/>
                      <a:pt x="5449" y="28919"/>
                      <a:pt x="4890" y="28360"/>
                    </a:cubicBezTo>
                    <a:cubicBezTo>
                      <a:pt x="4051" y="27801"/>
                      <a:pt x="3493" y="26684"/>
                      <a:pt x="2934" y="25566"/>
                    </a:cubicBezTo>
                    <a:cubicBezTo>
                      <a:pt x="2375" y="24169"/>
                      <a:pt x="2096" y="22772"/>
                      <a:pt x="2096" y="20816"/>
                    </a:cubicBezTo>
                    <a:cubicBezTo>
                      <a:pt x="2096" y="18860"/>
                      <a:pt x="2375" y="17184"/>
                      <a:pt x="2934" y="15507"/>
                    </a:cubicBezTo>
                    <a:cubicBezTo>
                      <a:pt x="3493" y="13831"/>
                      <a:pt x="4051" y="11875"/>
                      <a:pt x="4890" y="10478"/>
                    </a:cubicBezTo>
                    <a:cubicBezTo>
                      <a:pt x="5728" y="8801"/>
                      <a:pt x="6566" y="7404"/>
                      <a:pt x="7684" y="6287"/>
                    </a:cubicBezTo>
                    <a:cubicBezTo>
                      <a:pt x="8801" y="4890"/>
                      <a:pt x="9919" y="4051"/>
                      <a:pt x="11316" y="3213"/>
                    </a:cubicBezTo>
                    <a:cubicBezTo>
                      <a:pt x="12713" y="2375"/>
                      <a:pt x="13831" y="2096"/>
                      <a:pt x="14948" y="2096"/>
                    </a:cubicBezTo>
                    <a:cubicBezTo>
                      <a:pt x="16066" y="2096"/>
                      <a:pt x="17184" y="2375"/>
                      <a:pt x="18022" y="2934"/>
                    </a:cubicBezTo>
                    <a:cubicBezTo>
                      <a:pt x="18860" y="3493"/>
                      <a:pt x="19419" y="4610"/>
                      <a:pt x="19978" y="5728"/>
                    </a:cubicBezTo>
                    <a:cubicBezTo>
                      <a:pt x="20257" y="7125"/>
                      <a:pt x="20537" y="8801"/>
                      <a:pt x="20537" y="10478"/>
                    </a:cubicBezTo>
                    <a:close/>
                    <a:moveTo>
                      <a:pt x="15507" y="13272"/>
                    </a:moveTo>
                    <a:cubicBezTo>
                      <a:pt x="15507" y="12154"/>
                      <a:pt x="15507" y="11316"/>
                      <a:pt x="15228" y="10478"/>
                    </a:cubicBezTo>
                    <a:cubicBezTo>
                      <a:pt x="14948" y="9640"/>
                      <a:pt x="14669" y="9081"/>
                      <a:pt x="14390" y="8522"/>
                    </a:cubicBezTo>
                    <a:cubicBezTo>
                      <a:pt x="14110" y="7963"/>
                      <a:pt x="13551" y="7963"/>
                      <a:pt x="12993" y="7684"/>
                    </a:cubicBezTo>
                    <a:cubicBezTo>
                      <a:pt x="12434" y="7684"/>
                      <a:pt x="11875" y="7684"/>
                      <a:pt x="11316" y="8243"/>
                    </a:cubicBezTo>
                    <a:cubicBezTo>
                      <a:pt x="10757" y="8522"/>
                      <a:pt x="9919" y="9081"/>
                      <a:pt x="9640" y="9919"/>
                    </a:cubicBezTo>
                    <a:cubicBezTo>
                      <a:pt x="9081" y="10478"/>
                      <a:pt x="8522" y="11316"/>
                      <a:pt x="8243" y="12154"/>
                    </a:cubicBezTo>
                    <a:cubicBezTo>
                      <a:pt x="7963" y="12993"/>
                      <a:pt x="7404" y="14110"/>
                      <a:pt x="7404" y="14949"/>
                    </a:cubicBezTo>
                    <a:cubicBezTo>
                      <a:pt x="7125" y="16066"/>
                      <a:pt x="7125" y="17184"/>
                      <a:pt x="7125" y="18301"/>
                    </a:cubicBezTo>
                    <a:cubicBezTo>
                      <a:pt x="7125" y="19419"/>
                      <a:pt x="7125" y="20257"/>
                      <a:pt x="7404" y="21096"/>
                    </a:cubicBezTo>
                    <a:cubicBezTo>
                      <a:pt x="7684" y="21934"/>
                      <a:pt x="7963" y="22493"/>
                      <a:pt x="8243" y="23051"/>
                    </a:cubicBezTo>
                    <a:cubicBezTo>
                      <a:pt x="8522" y="23610"/>
                      <a:pt x="9081" y="23610"/>
                      <a:pt x="9640" y="23890"/>
                    </a:cubicBezTo>
                    <a:cubicBezTo>
                      <a:pt x="10199" y="23890"/>
                      <a:pt x="10757" y="23890"/>
                      <a:pt x="11316" y="23331"/>
                    </a:cubicBezTo>
                    <a:cubicBezTo>
                      <a:pt x="11875" y="23051"/>
                      <a:pt x="12434" y="22493"/>
                      <a:pt x="12993" y="21654"/>
                    </a:cubicBezTo>
                    <a:cubicBezTo>
                      <a:pt x="13551" y="21096"/>
                      <a:pt x="14110" y="20257"/>
                      <a:pt x="14390" y="19419"/>
                    </a:cubicBezTo>
                    <a:cubicBezTo>
                      <a:pt x="14669" y="18581"/>
                      <a:pt x="14948" y="17463"/>
                      <a:pt x="15228" y="16625"/>
                    </a:cubicBezTo>
                    <a:cubicBezTo>
                      <a:pt x="15507" y="15507"/>
                      <a:pt x="15507" y="14390"/>
                      <a:pt x="15507" y="13272"/>
                    </a:cubicBez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4" name="Forma libre 33">
                <a:extLst>
                  <a:ext uri="{FF2B5EF4-FFF2-40B4-BE49-F238E27FC236}">
                    <a16:creationId xmlns:a16="http://schemas.microsoft.com/office/drawing/2014/main" id="{9BEA8D47-ED3A-944A-9C8D-03F82A8CAD41}"/>
                  </a:ext>
                </a:extLst>
              </p:cNvPr>
              <p:cNvSpPr/>
              <p:nvPr/>
            </p:nvSpPr>
            <p:spPr>
              <a:xfrm>
                <a:off x="1661781" y="5023010"/>
                <a:ext cx="81340" cy="111841"/>
              </a:xfrm>
              <a:custGeom>
                <a:avLst/>
                <a:gdLst>
                  <a:gd name="connsiteX0" fmla="*/ 20816 w 22352"/>
                  <a:gd name="connsiteY0" fmla="*/ 10478 h 30735"/>
                  <a:gd name="connsiteX1" fmla="*/ 19978 w 22352"/>
                  <a:gd name="connsiteY1" fmla="*/ 15787 h 30735"/>
                  <a:gd name="connsiteX2" fmla="*/ 18022 w 22352"/>
                  <a:gd name="connsiteY2" fmla="*/ 20816 h 30735"/>
                  <a:gd name="connsiteX3" fmla="*/ 14948 w 22352"/>
                  <a:gd name="connsiteY3" fmla="*/ 25007 h 30735"/>
                  <a:gd name="connsiteX4" fmla="*/ 11316 w 22352"/>
                  <a:gd name="connsiteY4" fmla="*/ 28081 h 30735"/>
                  <a:gd name="connsiteX5" fmla="*/ 7684 w 22352"/>
                  <a:gd name="connsiteY5" fmla="*/ 29198 h 30735"/>
                  <a:gd name="connsiteX6" fmla="*/ 4890 w 22352"/>
                  <a:gd name="connsiteY6" fmla="*/ 28360 h 30735"/>
                  <a:gd name="connsiteX7" fmla="*/ 2934 w 22352"/>
                  <a:gd name="connsiteY7" fmla="*/ 25566 h 30735"/>
                  <a:gd name="connsiteX8" fmla="*/ 2096 w 22352"/>
                  <a:gd name="connsiteY8" fmla="*/ 20816 h 30735"/>
                  <a:gd name="connsiteX9" fmla="*/ 2934 w 22352"/>
                  <a:gd name="connsiteY9" fmla="*/ 15507 h 30735"/>
                  <a:gd name="connsiteX10" fmla="*/ 4890 w 22352"/>
                  <a:gd name="connsiteY10" fmla="*/ 10478 h 30735"/>
                  <a:gd name="connsiteX11" fmla="*/ 7684 w 22352"/>
                  <a:gd name="connsiteY11" fmla="*/ 6287 h 30735"/>
                  <a:gd name="connsiteX12" fmla="*/ 11316 w 22352"/>
                  <a:gd name="connsiteY12" fmla="*/ 3213 h 30735"/>
                  <a:gd name="connsiteX13" fmla="*/ 14948 w 22352"/>
                  <a:gd name="connsiteY13" fmla="*/ 2096 h 30735"/>
                  <a:gd name="connsiteX14" fmla="*/ 18022 w 22352"/>
                  <a:gd name="connsiteY14" fmla="*/ 2934 h 30735"/>
                  <a:gd name="connsiteX15" fmla="*/ 19978 w 22352"/>
                  <a:gd name="connsiteY15" fmla="*/ 5728 h 30735"/>
                  <a:gd name="connsiteX16" fmla="*/ 20816 w 22352"/>
                  <a:gd name="connsiteY16" fmla="*/ 10478 h 30735"/>
                  <a:gd name="connsiteX17" fmla="*/ 15787 w 22352"/>
                  <a:gd name="connsiteY17" fmla="*/ 13272 h 30735"/>
                  <a:gd name="connsiteX18" fmla="*/ 15507 w 22352"/>
                  <a:gd name="connsiteY18" fmla="*/ 10478 h 30735"/>
                  <a:gd name="connsiteX19" fmla="*/ 14669 w 22352"/>
                  <a:gd name="connsiteY19" fmla="*/ 8522 h 30735"/>
                  <a:gd name="connsiteX20" fmla="*/ 13272 w 22352"/>
                  <a:gd name="connsiteY20" fmla="*/ 7684 h 30735"/>
                  <a:gd name="connsiteX21" fmla="*/ 11596 w 22352"/>
                  <a:gd name="connsiteY21" fmla="*/ 8243 h 30735"/>
                  <a:gd name="connsiteX22" fmla="*/ 9919 w 22352"/>
                  <a:gd name="connsiteY22" fmla="*/ 9919 h 30735"/>
                  <a:gd name="connsiteX23" fmla="*/ 8522 w 22352"/>
                  <a:gd name="connsiteY23" fmla="*/ 12154 h 30735"/>
                  <a:gd name="connsiteX24" fmla="*/ 7684 w 22352"/>
                  <a:gd name="connsiteY24" fmla="*/ 14949 h 30735"/>
                  <a:gd name="connsiteX25" fmla="*/ 7404 w 22352"/>
                  <a:gd name="connsiteY25" fmla="*/ 18301 h 30735"/>
                  <a:gd name="connsiteX26" fmla="*/ 7684 w 22352"/>
                  <a:gd name="connsiteY26" fmla="*/ 21096 h 30735"/>
                  <a:gd name="connsiteX27" fmla="*/ 8522 w 22352"/>
                  <a:gd name="connsiteY27" fmla="*/ 23051 h 30735"/>
                  <a:gd name="connsiteX28" fmla="*/ 9919 w 22352"/>
                  <a:gd name="connsiteY28" fmla="*/ 23890 h 30735"/>
                  <a:gd name="connsiteX29" fmla="*/ 11596 w 22352"/>
                  <a:gd name="connsiteY29" fmla="*/ 23331 h 30735"/>
                  <a:gd name="connsiteX30" fmla="*/ 13272 w 22352"/>
                  <a:gd name="connsiteY30" fmla="*/ 21654 h 30735"/>
                  <a:gd name="connsiteX31" fmla="*/ 14669 w 22352"/>
                  <a:gd name="connsiteY31" fmla="*/ 19419 h 30735"/>
                  <a:gd name="connsiteX32" fmla="*/ 15507 w 22352"/>
                  <a:gd name="connsiteY32" fmla="*/ 16625 h 30735"/>
                  <a:gd name="connsiteX33" fmla="*/ 15787 w 22352"/>
                  <a:gd name="connsiteY33" fmla="*/ 13272 h 3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2352" h="30735">
                    <a:moveTo>
                      <a:pt x="20816" y="10478"/>
                    </a:moveTo>
                    <a:cubicBezTo>
                      <a:pt x="20816" y="12434"/>
                      <a:pt x="20537" y="14110"/>
                      <a:pt x="19978" y="15787"/>
                    </a:cubicBezTo>
                    <a:cubicBezTo>
                      <a:pt x="19419" y="17463"/>
                      <a:pt x="18860" y="19419"/>
                      <a:pt x="18022" y="20816"/>
                    </a:cubicBezTo>
                    <a:cubicBezTo>
                      <a:pt x="17184" y="22493"/>
                      <a:pt x="16346" y="23890"/>
                      <a:pt x="14948" y="25007"/>
                    </a:cubicBezTo>
                    <a:cubicBezTo>
                      <a:pt x="13831" y="26404"/>
                      <a:pt x="12713" y="27243"/>
                      <a:pt x="11316" y="28081"/>
                    </a:cubicBezTo>
                    <a:cubicBezTo>
                      <a:pt x="9919" y="28919"/>
                      <a:pt x="8801" y="29198"/>
                      <a:pt x="7684" y="29198"/>
                    </a:cubicBezTo>
                    <a:cubicBezTo>
                      <a:pt x="6566" y="29198"/>
                      <a:pt x="5449" y="28919"/>
                      <a:pt x="4890" y="28360"/>
                    </a:cubicBezTo>
                    <a:cubicBezTo>
                      <a:pt x="4051" y="27801"/>
                      <a:pt x="3493" y="26684"/>
                      <a:pt x="2934" y="25566"/>
                    </a:cubicBezTo>
                    <a:cubicBezTo>
                      <a:pt x="2375" y="24169"/>
                      <a:pt x="2096" y="22772"/>
                      <a:pt x="2096" y="20816"/>
                    </a:cubicBezTo>
                    <a:cubicBezTo>
                      <a:pt x="2096" y="18860"/>
                      <a:pt x="2375" y="17184"/>
                      <a:pt x="2934" y="15507"/>
                    </a:cubicBezTo>
                    <a:cubicBezTo>
                      <a:pt x="3493" y="13831"/>
                      <a:pt x="4051" y="11875"/>
                      <a:pt x="4890" y="10478"/>
                    </a:cubicBezTo>
                    <a:cubicBezTo>
                      <a:pt x="5728" y="8801"/>
                      <a:pt x="6566" y="7404"/>
                      <a:pt x="7684" y="6287"/>
                    </a:cubicBezTo>
                    <a:cubicBezTo>
                      <a:pt x="8801" y="4890"/>
                      <a:pt x="9919" y="4051"/>
                      <a:pt x="11316" y="3213"/>
                    </a:cubicBezTo>
                    <a:cubicBezTo>
                      <a:pt x="12713" y="2375"/>
                      <a:pt x="13831" y="2096"/>
                      <a:pt x="14948" y="2096"/>
                    </a:cubicBezTo>
                    <a:cubicBezTo>
                      <a:pt x="16066" y="2096"/>
                      <a:pt x="17184" y="2375"/>
                      <a:pt x="18022" y="2934"/>
                    </a:cubicBezTo>
                    <a:cubicBezTo>
                      <a:pt x="18860" y="3493"/>
                      <a:pt x="19419" y="4610"/>
                      <a:pt x="19978" y="5728"/>
                    </a:cubicBezTo>
                    <a:cubicBezTo>
                      <a:pt x="20537" y="6846"/>
                      <a:pt x="20816" y="8522"/>
                      <a:pt x="20816" y="10478"/>
                    </a:cubicBezTo>
                    <a:close/>
                    <a:moveTo>
                      <a:pt x="15787" y="13272"/>
                    </a:moveTo>
                    <a:cubicBezTo>
                      <a:pt x="15787" y="12154"/>
                      <a:pt x="15787" y="11316"/>
                      <a:pt x="15507" y="10478"/>
                    </a:cubicBezTo>
                    <a:cubicBezTo>
                      <a:pt x="15228" y="9640"/>
                      <a:pt x="14948" y="9081"/>
                      <a:pt x="14669" y="8522"/>
                    </a:cubicBezTo>
                    <a:cubicBezTo>
                      <a:pt x="14390" y="7963"/>
                      <a:pt x="13831" y="7963"/>
                      <a:pt x="13272" y="7684"/>
                    </a:cubicBezTo>
                    <a:cubicBezTo>
                      <a:pt x="12713" y="7684"/>
                      <a:pt x="12154" y="7684"/>
                      <a:pt x="11596" y="8243"/>
                    </a:cubicBezTo>
                    <a:cubicBezTo>
                      <a:pt x="11037" y="8522"/>
                      <a:pt x="10199" y="9081"/>
                      <a:pt x="9919" y="9919"/>
                    </a:cubicBezTo>
                    <a:cubicBezTo>
                      <a:pt x="9360" y="10478"/>
                      <a:pt x="8801" y="11316"/>
                      <a:pt x="8522" y="12154"/>
                    </a:cubicBezTo>
                    <a:cubicBezTo>
                      <a:pt x="8243" y="12993"/>
                      <a:pt x="7684" y="14110"/>
                      <a:pt x="7684" y="14949"/>
                    </a:cubicBezTo>
                    <a:cubicBezTo>
                      <a:pt x="7404" y="16066"/>
                      <a:pt x="7404" y="17184"/>
                      <a:pt x="7404" y="18301"/>
                    </a:cubicBezTo>
                    <a:cubicBezTo>
                      <a:pt x="7404" y="19419"/>
                      <a:pt x="7404" y="20257"/>
                      <a:pt x="7684" y="21096"/>
                    </a:cubicBezTo>
                    <a:cubicBezTo>
                      <a:pt x="7963" y="21934"/>
                      <a:pt x="8243" y="22493"/>
                      <a:pt x="8522" y="23051"/>
                    </a:cubicBezTo>
                    <a:cubicBezTo>
                      <a:pt x="8801" y="23610"/>
                      <a:pt x="9360" y="23610"/>
                      <a:pt x="9919" y="23890"/>
                    </a:cubicBezTo>
                    <a:cubicBezTo>
                      <a:pt x="10478" y="23890"/>
                      <a:pt x="11037" y="23890"/>
                      <a:pt x="11596" y="23331"/>
                    </a:cubicBezTo>
                    <a:cubicBezTo>
                      <a:pt x="12154" y="23051"/>
                      <a:pt x="12713" y="22493"/>
                      <a:pt x="13272" y="21654"/>
                    </a:cubicBezTo>
                    <a:cubicBezTo>
                      <a:pt x="13831" y="21096"/>
                      <a:pt x="14390" y="20257"/>
                      <a:pt x="14669" y="19419"/>
                    </a:cubicBezTo>
                    <a:cubicBezTo>
                      <a:pt x="14948" y="18581"/>
                      <a:pt x="15507" y="17463"/>
                      <a:pt x="15507" y="16625"/>
                    </a:cubicBezTo>
                    <a:cubicBezTo>
                      <a:pt x="15787" y="15228"/>
                      <a:pt x="15787" y="14390"/>
                      <a:pt x="15787" y="13272"/>
                    </a:cubicBez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5" name="Forma libre 34">
                <a:extLst>
                  <a:ext uri="{FF2B5EF4-FFF2-40B4-BE49-F238E27FC236}">
                    <a16:creationId xmlns:a16="http://schemas.microsoft.com/office/drawing/2014/main" id="{5D9C69DD-0DAC-7440-9157-6C918524B0E7}"/>
                  </a:ext>
                </a:extLst>
              </p:cNvPr>
              <p:cNvSpPr/>
              <p:nvPr/>
            </p:nvSpPr>
            <p:spPr>
              <a:xfrm>
                <a:off x="1741087" y="4937606"/>
                <a:ext cx="101674" cy="152513"/>
              </a:xfrm>
              <a:custGeom>
                <a:avLst/>
                <a:gdLst>
                  <a:gd name="connsiteX0" fmla="*/ 7963 w 27941"/>
                  <a:gd name="connsiteY0" fmla="*/ 23610 h 41911"/>
                  <a:gd name="connsiteX1" fmla="*/ 5728 w 27941"/>
                  <a:gd name="connsiteY1" fmla="*/ 24448 h 41911"/>
                  <a:gd name="connsiteX2" fmla="*/ 3772 w 27941"/>
                  <a:gd name="connsiteY2" fmla="*/ 24169 h 41911"/>
                  <a:gd name="connsiteX3" fmla="*/ 2654 w 27941"/>
                  <a:gd name="connsiteY3" fmla="*/ 22772 h 41911"/>
                  <a:gd name="connsiteX4" fmla="*/ 2096 w 27941"/>
                  <a:gd name="connsiteY4" fmla="*/ 20537 h 41911"/>
                  <a:gd name="connsiteX5" fmla="*/ 2654 w 27941"/>
                  <a:gd name="connsiteY5" fmla="*/ 17743 h 41911"/>
                  <a:gd name="connsiteX6" fmla="*/ 3772 w 27941"/>
                  <a:gd name="connsiteY6" fmla="*/ 14949 h 41911"/>
                  <a:gd name="connsiteX7" fmla="*/ 5728 w 27941"/>
                  <a:gd name="connsiteY7" fmla="*/ 12434 h 41911"/>
                  <a:gd name="connsiteX8" fmla="*/ 7963 w 27941"/>
                  <a:gd name="connsiteY8" fmla="*/ 10478 h 41911"/>
                  <a:gd name="connsiteX9" fmla="*/ 10199 w 27941"/>
                  <a:gd name="connsiteY9" fmla="*/ 9640 h 41911"/>
                  <a:gd name="connsiteX10" fmla="*/ 12154 w 27941"/>
                  <a:gd name="connsiteY10" fmla="*/ 9919 h 41911"/>
                  <a:gd name="connsiteX11" fmla="*/ 13551 w 27941"/>
                  <a:gd name="connsiteY11" fmla="*/ 11316 h 41911"/>
                  <a:gd name="connsiteX12" fmla="*/ 14110 w 27941"/>
                  <a:gd name="connsiteY12" fmla="*/ 13551 h 41911"/>
                  <a:gd name="connsiteX13" fmla="*/ 13551 w 27941"/>
                  <a:gd name="connsiteY13" fmla="*/ 16346 h 41911"/>
                  <a:gd name="connsiteX14" fmla="*/ 12154 w 27941"/>
                  <a:gd name="connsiteY14" fmla="*/ 19140 h 41911"/>
                  <a:gd name="connsiteX15" fmla="*/ 10199 w 27941"/>
                  <a:gd name="connsiteY15" fmla="*/ 21654 h 41911"/>
                  <a:gd name="connsiteX16" fmla="*/ 7963 w 27941"/>
                  <a:gd name="connsiteY16" fmla="*/ 23610 h 41911"/>
                  <a:gd name="connsiteX17" fmla="*/ 4051 w 27941"/>
                  <a:gd name="connsiteY17" fmla="*/ 41213 h 41911"/>
                  <a:gd name="connsiteX18" fmla="*/ 14110 w 27941"/>
                  <a:gd name="connsiteY18" fmla="*/ 21654 h 41911"/>
                  <a:gd name="connsiteX19" fmla="*/ 23331 w 27941"/>
                  <a:gd name="connsiteY19" fmla="*/ 2096 h 41911"/>
                  <a:gd name="connsiteX20" fmla="*/ 25566 w 27941"/>
                  <a:gd name="connsiteY20" fmla="*/ 2934 h 41911"/>
                  <a:gd name="connsiteX21" fmla="*/ 15787 w 27941"/>
                  <a:gd name="connsiteY21" fmla="*/ 21934 h 41911"/>
                  <a:gd name="connsiteX22" fmla="*/ 6007 w 27941"/>
                  <a:gd name="connsiteY22" fmla="*/ 42051 h 41911"/>
                  <a:gd name="connsiteX23" fmla="*/ 4051 w 27941"/>
                  <a:gd name="connsiteY23" fmla="*/ 41213 h 41911"/>
                  <a:gd name="connsiteX24" fmla="*/ 7963 w 27941"/>
                  <a:gd name="connsiteY24" fmla="*/ 20816 h 41911"/>
                  <a:gd name="connsiteX25" fmla="*/ 9081 w 27941"/>
                  <a:gd name="connsiteY25" fmla="*/ 19978 h 41911"/>
                  <a:gd name="connsiteX26" fmla="*/ 9919 w 27941"/>
                  <a:gd name="connsiteY26" fmla="*/ 18860 h 41911"/>
                  <a:gd name="connsiteX27" fmla="*/ 10478 w 27941"/>
                  <a:gd name="connsiteY27" fmla="*/ 17463 h 41911"/>
                  <a:gd name="connsiteX28" fmla="*/ 10757 w 27941"/>
                  <a:gd name="connsiteY28" fmla="*/ 16066 h 41911"/>
                  <a:gd name="connsiteX29" fmla="*/ 9919 w 27941"/>
                  <a:gd name="connsiteY29" fmla="*/ 14110 h 41911"/>
                  <a:gd name="connsiteX30" fmla="*/ 8243 w 27941"/>
                  <a:gd name="connsiteY30" fmla="*/ 14110 h 41911"/>
                  <a:gd name="connsiteX31" fmla="*/ 7125 w 27941"/>
                  <a:gd name="connsiteY31" fmla="*/ 14949 h 41911"/>
                  <a:gd name="connsiteX32" fmla="*/ 6287 w 27941"/>
                  <a:gd name="connsiteY32" fmla="*/ 16066 h 41911"/>
                  <a:gd name="connsiteX33" fmla="*/ 5728 w 27941"/>
                  <a:gd name="connsiteY33" fmla="*/ 17463 h 41911"/>
                  <a:gd name="connsiteX34" fmla="*/ 5449 w 27941"/>
                  <a:gd name="connsiteY34" fmla="*/ 18860 h 41911"/>
                  <a:gd name="connsiteX35" fmla="*/ 6287 w 27941"/>
                  <a:gd name="connsiteY35" fmla="*/ 20816 h 41911"/>
                  <a:gd name="connsiteX36" fmla="*/ 7963 w 27941"/>
                  <a:gd name="connsiteY36" fmla="*/ 20816 h 41911"/>
                  <a:gd name="connsiteX37" fmla="*/ 21654 w 27941"/>
                  <a:gd name="connsiteY37" fmla="*/ 33110 h 41911"/>
                  <a:gd name="connsiteX38" fmla="*/ 19419 w 27941"/>
                  <a:gd name="connsiteY38" fmla="*/ 33948 h 41911"/>
                  <a:gd name="connsiteX39" fmla="*/ 17463 w 27941"/>
                  <a:gd name="connsiteY39" fmla="*/ 33669 h 41911"/>
                  <a:gd name="connsiteX40" fmla="*/ 16066 w 27941"/>
                  <a:gd name="connsiteY40" fmla="*/ 32551 h 41911"/>
                  <a:gd name="connsiteX41" fmla="*/ 15507 w 27941"/>
                  <a:gd name="connsiteY41" fmla="*/ 30316 h 41911"/>
                  <a:gd name="connsiteX42" fmla="*/ 16066 w 27941"/>
                  <a:gd name="connsiteY42" fmla="*/ 27522 h 41911"/>
                  <a:gd name="connsiteX43" fmla="*/ 17463 w 27941"/>
                  <a:gd name="connsiteY43" fmla="*/ 24728 h 41911"/>
                  <a:gd name="connsiteX44" fmla="*/ 19419 w 27941"/>
                  <a:gd name="connsiteY44" fmla="*/ 22213 h 41911"/>
                  <a:gd name="connsiteX45" fmla="*/ 21654 w 27941"/>
                  <a:gd name="connsiteY45" fmla="*/ 20257 h 41911"/>
                  <a:gd name="connsiteX46" fmla="*/ 23890 w 27941"/>
                  <a:gd name="connsiteY46" fmla="*/ 19419 h 41911"/>
                  <a:gd name="connsiteX47" fmla="*/ 25846 w 27941"/>
                  <a:gd name="connsiteY47" fmla="*/ 19698 h 41911"/>
                  <a:gd name="connsiteX48" fmla="*/ 26963 w 27941"/>
                  <a:gd name="connsiteY48" fmla="*/ 21096 h 41911"/>
                  <a:gd name="connsiteX49" fmla="*/ 27522 w 27941"/>
                  <a:gd name="connsiteY49" fmla="*/ 23331 h 41911"/>
                  <a:gd name="connsiteX50" fmla="*/ 26963 w 27941"/>
                  <a:gd name="connsiteY50" fmla="*/ 26125 h 41911"/>
                  <a:gd name="connsiteX51" fmla="*/ 25846 w 27941"/>
                  <a:gd name="connsiteY51" fmla="*/ 28919 h 41911"/>
                  <a:gd name="connsiteX52" fmla="*/ 23890 w 27941"/>
                  <a:gd name="connsiteY52" fmla="*/ 31434 h 41911"/>
                  <a:gd name="connsiteX53" fmla="*/ 21654 w 27941"/>
                  <a:gd name="connsiteY53" fmla="*/ 33110 h 41911"/>
                  <a:gd name="connsiteX54" fmla="*/ 21654 w 27941"/>
                  <a:gd name="connsiteY54" fmla="*/ 30316 h 41911"/>
                  <a:gd name="connsiteX55" fmla="*/ 22772 w 27941"/>
                  <a:gd name="connsiteY55" fmla="*/ 29478 h 41911"/>
                  <a:gd name="connsiteX56" fmla="*/ 23610 w 27941"/>
                  <a:gd name="connsiteY56" fmla="*/ 28360 h 41911"/>
                  <a:gd name="connsiteX57" fmla="*/ 24169 w 27941"/>
                  <a:gd name="connsiteY57" fmla="*/ 26963 h 41911"/>
                  <a:gd name="connsiteX58" fmla="*/ 24448 w 27941"/>
                  <a:gd name="connsiteY58" fmla="*/ 25566 h 41911"/>
                  <a:gd name="connsiteX59" fmla="*/ 24169 w 27941"/>
                  <a:gd name="connsiteY59" fmla="*/ 24169 h 41911"/>
                  <a:gd name="connsiteX60" fmla="*/ 23610 w 27941"/>
                  <a:gd name="connsiteY60" fmla="*/ 23331 h 41911"/>
                  <a:gd name="connsiteX61" fmla="*/ 22772 w 27941"/>
                  <a:gd name="connsiteY61" fmla="*/ 23051 h 41911"/>
                  <a:gd name="connsiteX62" fmla="*/ 21934 w 27941"/>
                  <a:gd name="connsiteY62" fmla="*/ 23331 h 41911"/>
                  <a:gd name="connsiteX63" fmla="*/ 20816 w 27941"/>
                  <a:gd name="connsiteY63" fmla="*/ 24169 h 41911"/>
                  <a:gd name="connsiteX64" fmla="*/ 19978 w 27941"/>
                  <a:gd name="connsiteY64" fmla="*/ 25287 h 41911"/>
                  <a:gd name="connsiteX65" fmla="*/ 19419 w 27941"/>
                  <a:gd name="connsiteY65" fmla="*/ 26684 h 41911"/>
                  <a:gd name="connsiteX66" fmla="*/ 19140 w 27941"/>
                  <a:gd name="connsiteY66" fmla="*/ 28081 h 41911"/>
                  <a:gd name="connsiteX67" fmla="*/ 19978 w 27941"/>
                  <a:gd name="connsiteY67" fmla="*/ 30037 h 41911"/>
                  <a:gd name="connsiteX68" fmla="*/ 21654 w 27941"/>
                  <a:gd name="connsiteY68" fmla="*/ 30316 h 4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27941" h="41911">
                    <a:moveTo>
                      <a:pt x="7963" y="23610"/>
                    </a:moveTo>
                    <a:cubicBezTo>
                      <a:pt x="7125" y="24169"/>
                      <a:pt x="6287" y="24448"/>
                      <a:pt x="5728" y="24448"/>
                    </a:cubicBezTo>
                    <a:cubicBezTo>
                      <a:pt x="4890" y="24448"/>
                      <a:pt x="4331" y="24448"/>
                      <a:pt x="3772" y="24169"/>
                    </a:cubicBezTo>
                    <a:cubicBezTo>
                      <a:pt x="3213" y="23890"/>
                      <a:pt x="2934" y="23610"/>
                      <a:pt x="2654" y="22772"/>
                    </a:cubicBezTo>
                    <a:cubicBezTo>
                      <a:pt x="2375" y="22213"/>
                      <a:pt x="2096" y="21375"/>
                      <a:pt x="2096" y="20537"/>
                    </a:cubicBezTo>
                    <a:cubicBezTo>
                      <a:pt x="2096" y="19698"/>
                      <a:pt x="2375" y="18860"/>
                      <a:pt x="2654" y="17743"/>
                    </a:cubicBezTo>
                    <a:cubicBezTo>
                      <a:pt x="2934" y="16904"/>
                      <a:pt x="3493" y="15787"/>
                      <a:pt x="3772" y="14949"/>
                    </a:cubicBezTo>
                    <a:cubicBezTo>
                      <a:pt x="4331" y="14110"/>
                      <a:pt x="4890" y="13272"/>
                      <a:pt x="5728" y="12434"/>
                    </a:cubicBezTo>
                    <a:cubicBezTo>
                      <a:pt x="6566" y="11596"/>
                      <a:pt x="7125" y="11037"/>
                      <a:pt x="7963" y="10478"/>
                    </a:cubicBezTo>
                    <a:cubicBezTo>
                      <a:pt x="8801" y="9919"/>
                      <a:pt x="9640" y="9640"/>
                      <a:pt x="10199" y="9640"/>
                    </a:cubicBezTo>
                    <a:cubicBezTo>
                      <a:pt x="11037" y="9640"/>
                      <a:pt x="11596" y="9640"/>
                      <a:pt x="12154" y="9919"/>
                    </a:cubicBezTo>
                    <a:cubicBezTo>
                      <a:pt x="12713" y="10198"/>
                      <a:pt x="12993" y="10478"/>
                      <a:pt x="13551" y="11316"/>
                    </a:cubicBezTo>
                    <a:cubicBezTo>
                      <a:pt x="13831" y="11875"/>
                      <a:pt x="14110" y="12713"/>
                      <a:pt x="14110" y="13551"/>
                    </a:cubicBezTo>
                    <a:cubicBezTo>
                      <a:pt x="14110" y="14390"/>
                      <a:pt x="13831" y="15228"/>
                      <a:pt x="13551" y="16346"/>
                    </a:cubicBezTo>
                    <a:cubicBezTo>
                      <a:pt x="13272" y="17184"/>
                      <a:pt x="12713" y="18301"/>
                      <a:pt x="12154" y="19140"/>
                    </a:cubicBezTo>
                    <a:cubicBezTo>
                      <a:pt x="11596" y="19978"/>
                      <a:pt x="11037" y="20816"/>
                      <a:pt x="10199" y="21654"/>
                    </a:cubicBezTo>
                    <a:cubicBezTo>
                      <a:pt x="9360" y="22493"/>
                      <a:pt x="8522" y="23051"/>
                      <a:pt x="7963" y="23610"/>
                    </a:cubicBezTo>
                    <a:close/>
                    <a:moveTo>
                      <a:pt x="4051" y="41213"/>
                    </a:moveTo>
                    <a:lnTo>
                      <a:pt x="14110" y="21654"/>
                    </a:lnTo>
                    <a:lnTo>
                      <a:pt x="23331" y="2096"/>
                    </a:lnTo>
                    <a:lnTo>
                      <a:pt x="25566" y="2934"/>
                    </a:lnTo>
                    <a:lnTo>
                      <a:pt x="15787" y="21934"/>
                    </a:lnTo>
                    <a:lnTo>
                      <a:pt x="6007" y="42051"/>
                    </a:lnTo>
                    <a:lnTo>
                      <a:pt x="4051" y="41213"/>
                    </a:lnTo>
                    <a:close/>
                    <a:moveTo>
                      <a:pt x="7963" y="20816"/>
                    </a:moveTo>
                    <a:cubicBezTo>
                      <a:pt x="8243" y="20537"/>
                      <a:pt x="8522" y="20257"/>
                      <a:pt x="9081" y="19978"/>
                    </a:cubicBezTo>
                    <a:cubicBezTo>
                      <a:pt x="9360" y="19698"/>
                      <a:pt x="9640" y="19140"/>
                      <a:pt x="9919" y="18860"/>
                    </a:cubicBezTo>
                    <a:cubicBezTo>
                      <a:pt x="10199" y="18301"/>
                      <a:pt x="10478" y="18022"/>
                      <a:pt x="10478" y="17463"/>
                    </a:cubicBezTo>
                    <a:cubicBezTo>
                      <a:pt x="10478" y="16904"/>
                      <a:pt x="10757" y="16346"/>
                      <a:pt x="10757" y="16066"/>
                    </a:cubicBezTo>
                    <a:cubicBezTo>
                      <a:pt x="10757" y="15228"/>
                      <a:pt x="10478" y="14390"/>
                      <a:pt x="9919" y="14110"/>
                    </a:cubicBezTo>
                    <a:cubicBezTo>
                      <a:pt x="9360" y="13831"/>
                      <a:pt x="8801" y="13831"/>
                      <a:pt x="8243" y="14110"/>
                    </a:cubicBezTo>
                    <a:cubicBezTo>
                      <a:pt x="7963" y="14390"/>
                      <a:pt x="7684" y="14669"/>
                      <a:pt x="7125" y="14949"/>
                    </a:cubicBezTo>
                    <a:cubicBezTo>
                      <a:pt x="6846" y="15228"/>
                      <a:pt x="6566" y="15787"/>
                      <a:pt x="6287" y="16066"/>
                    </a:cubicBezTo>
                    <a:cubicBezTo>
                      <a:pt x="6007" y="16625"/>
                      <a:pt x="5728" y="16904"/>
                      <a:pt x="5728" y="17463"/>
                    </a:cubicBezTo>
                    <a:cubicBezTo>
                      <a:pt x="5728" y="18022"/>
                      <a:pt x="5449" y="18301"/>
                      <a:pt x="5449" y="18860"/>
                    </a:cubicBezTo>
                    <a:cubicBezTo>
                      <a:pt x="5449" y="19698"/>
                      <a:pt x="5728" y="20537"/>
                      <a:pt x="6287" y="20816"/>
                    </a:cubicBezTo>
                    <a:cubicBezTo>
                      <a:pt x="6566" y="21096"/>
                      <a:pt x="7125" y="21096"/>
                      <a:pt x="7963" y="20816"/>
                    </a:cubicBezTo>
                    <a:close/>
                    <a:moveTo>
                      <a:pt x="21654" y="33110"/>
                    </a:moveTo>
                    <a:cubicBezTo>
                      <a:pt x="20816" y="33669"/>
                      <a:pt x="19978" y="33948"/>
                      <a:pt x="19419" y="33948"/>
                    </a:cubicBezTo>
                    <a:cubicBezTo>
                      <a:pt x="18581" y="33948"/>
                      <a:pt x="18022" y="33948"/>
                      <a:pt x="17463" y="33669"/>
                    </a:cubicBezTo>
                    <a:cubicBezTo>
                      <a:pt x="16904" y="33390"/>
                      <a:pt x="16625" y="33110"/>
                      <a:pt x="16066" y="32551"/>
                    </a:cubicBezTo>
                    <a:cubicBezTo>
                      <a:pt x="15787" y="31993"/>
                      <a:pt x="15507" y="31154"/>
                      <a:pt x="15507" y="30316"/>
                    </a:cubicBezTo>
                    <a:cubicBezTo>
                      <a:pt x="15507" y="29478"/>
                      <a:pt x="15787" y="28640"/>
                      <a:pt x="16066" y="27522"/>
                    </a:cubicBezTo>
                    <a:cubicBezTo>
                      <a:pt x="16346" y="26684"/>
                      <a:pt x="16904" y="25566"/>
                      <a:pt x="17463" y="24728"/>
                    </a:cubicBezTo>
                    <a:cubicBezTo>
                      <a:pt x="18022" y="23890"/>
                      <a:pt x="18581" y="23051"/>
                      <a:pt x="19419" y="22213"/>
                    </a:cubicBezTo>
                    <a:cubicBezTo>
                      <a:pt x="20257" y="21375"/>
                      <a:pt x="20816" y="20816"/>
                      <a:pt x="21654" y="20257"/>
                    </a:cubicBezTo>
                    <a:cubicBezTo>
                      <a:pt x="22493" y="19698"/>
                      <a:pt x="23331" y="19419"/>
                      <a:pt x="23890" y="19419"/>
                    </a:cubicBezTo>
                    <a:cubicBezTo>
                      <a:pt x="24728" y="19419"/>
                      <a:pt x="25287" y="19419"/>
                      <a:pt x="25846" y="19698"/>
                    </a:cubicBezTo>
                    <a:cubicBezTo>
                      <a:pt x="26404" y="19978"/>
                      <a:pt x="26684" y="20257"/>
                      <a:pt x="26963" y="21096"/>
                    </a:cubicBezTo>
                    <a:cubicBezTo>
                      <a:pt x="27243" y="21654"/>
                      <a:pt x="27522" y="22493"/>
                      <a:pt x="27522" y="23331"/>
                    </a:cubicBezTo>
                    <a:cubicBezTo>
                      <a:pt x="27522" y="24169"/>
                      <a:pt x="27243" y="25007"/>
                      <a:pt x="26963" y="26125"/>
                    </a:cubicBezTo>
                    <a:cubicBezTo>
                      <a:pt x="26684" y="26963"/>
                      <a:pt x="26125" y="28081"/>
                      <a:pt x="25846" y="28919"/>
                    </a:cubicBezTo>
                    <a:cubicBezTo>
                      <a:pt x="25287" y="29757"/>
                      <a:pt x="24728" y="30596"/>
                      <a:pt x="23890" y="31434"/>
                    </a:cubicBezTo>
                    <a:cubicBezTo>
                      <a:pt x="23331" y="31993"/>
                      <a:pt x="22493" y="32831"/>
                      <a:pt x="21654" y="33110"/>
                    </a:cubicBezTo>
                    <a:close/>
                    <a:moveTo>
                      <a:pt x="21654" y="30316"/>
                    </a:moveTo>
                    <a:cubicBezTo>
                      <a:pt x="21934" y="30037"/>
                      <a:pt x="22213" y="29757"/>
                      <a:pt x="22772" y="29478"/>
                    </a:cubicBezTo>
                    <a:cubicBezTo>
                      <a:pt x="23051" y="29198"/>
                      <a:pt x="23331" y="28640"/>
                      <a:pt x="23610" y="28360"/>
                    </a:cubicBezTo>
                    <a:cubicBezTo>
                      <a:pt x="23890" y="27801"/>
                      <a:pt x="24169" y="27522"/>
                      <a:pt x="24169" y="26963"/>
                    </a:cubicBezTo>
                    <a:cubicBezTo>
                      <a:pt x="24169" y="26404"/>
                      <a:pt x="24448" y="26125"/>
                      <a:pt x="24448" y="25566"/>
                    </a:cubicBezTo>
                    <a:cubicBezTo>
                      <a:pt x="24448" y="25007"/>
                      <a:pt x="24448" y="24728"/>
                      <a:pt x="24169" y="24169"/>
                    </a:cubicBezTo>
                    <a:cubicBezTo>
                      <a:pt x="23890" y="23890"/>
                      <a:pt x="23890" y="23610"/>
                      <a:pt x="23610" y="23331"/>
                    </a:cubicBezTo>
                    <a:cubicBezTo>
                      <a:pt x="23331" y="23051"/>
                      <a:pt x="23051" y="23051"/>
                      <a:pt x="22772" y="23051"/>
                    </a:cubicBezTo>
                    <a:cubicBezTo>
                      <a:pt x="22493" y="23051"/>
                      <a:pt x="22213" y="23051"/>
                      <a:pt x="21934" y="23331"/>
                    </a:cubicBezTo>
                    <a:cubicBezTo>
                      <a:pt x="21654" y="23610"/>
                      <a:pt x="21375" y="23890"/>
                      <a:pt x="20816" y="24169"/>
                    </a:cubicBezTo>
                    <a:cubicBezTo>
                      <a:pt x="20537" y="24448"/>
                      <a:pt x="20257" y="25007"/>
                      <a:pt x="19978" y="25287"/>
                    </a:cubicBezTo>
                    <a:cubicBezTo>
                      <a:pt x="19698" y="25846"/>
                      <a:pt x="19419" y="26125"/>
                      <a:pt x="19419" y="26684"/>
                    </a:cubicBezTo>
                    <a:cubicBezTo>
                      <a:pt x="19419" y="27243"/>
                      <a:pt x="19140" y="27801"/>
                      <a:pt x="19140" y="28081"/>
                    </a:cubicBezTo>
                    <a:cubicBezTo>
                      <a:pt x="19140" y="28919"/>
                      <a:pt x="19419" y="29757"/>
                      <a:pt x="19978" y="30037"/>
                    </a:cubicBezTo>
                    <a:cubicBezTo>
                      <a:pt x="20537" y="30875"/>
                      <a:pt x="21096" y="30875"/>
                      <a:pt x="21654" y="30316"/>
                    </a:cubicBez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6" name="Forma libre 35">
                <a:extLst>
                  <a:ext uri="{FF2B5EF4-FFF2-40B4-BE49-F238E27FC236}">
                    <a16:creationId xmlns:a16="http://schemas.microsoft.com/office/drawing/2014/main" id="{19FAE996-B4C3-BC4B-8208-7C0FD1FDDA5A}"/>
                  </a:ext>
                </a:extLst>
              </p:cNvPr>
              <p:cNvSpPr/>
              <p:nvPr/>
            </p:nvSpPr>
            <p:spPr>
              <a:xfrm>
                <a:off x="3606851" y="3012447"/>
                <a:ext cx="823563" cy="945571"/>
              </a:xfrm>
              <a:custGeom>
                <a:avLst/>
                <a:gdLst>
                  <a:gd name="connsiteX0" fmla="*/ 168921 w 226323"/>
                  <a:gd name="connsiteY0" fmla="*/ 34855 h 259852"/>
                  <a:gd name="connsiteX1" fmla="*/ 169008 w 226323"/>
                  <a:gd name="connsiteY1" fmla="*/ 162668 h 259852"/>
                  <a:gd name="connsiteX2" fmla="*/ 58274 w 226323"/>
                  <a:gd name="connsiteY2" fmla="*/ 226495 h 259852"/>
                  <a:gd name="connsiteX3" fmla="*/ 58186 w 226323"/>
                  <a:gd name="connsiteY3" fmla="*/ 98683 h 259852"/>
                  <a:gd name="connsiteX4" fmla="*/ 168921 w 226323"/>
                  <a:gd name="connsiteY4" fmla="*/ 34855 h 259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323" h="259852">
                    <a:moveTo>
                      <a:pt x="168921" y="34855"/>
                    </a:moveTo>
                    <a:cubicBezTo>
                      <a:pt x="199523" y="52524"/>
                      <a:pt x="199563" y="109748"/>
                      <a:pt x="169008" y="162668"/>
                    </a:cubicBezTo>
                    <a:cubicBezTo>
                      <a:pt x="138454" y="215588"/>
                      <a:pt x="88876" y="244164"/>
                      <a:pt x="58274" y="226495"/>
                    </a:cubicBezTo>
                    <a:cubicBezTo>
                      <a:pt x="27671" y="208826"/>
                      <a:pt x="27632" y="151603"/>
                      <a:pt x="58186" y="98683"/>
                    </a:cubicBezTo>
                    <a:cubicBezTo>
                      <a:pt x="88740" y="45763"/>
                      <a:pt x="138318" y="17186"/>
                      <a:pt x="168921" y="34855"/>
                    </a:cubicBezTo>
                    <a:close/>
                  </a:path>
                </a:pathLst>
              </a:custGeom>
              <a:solidFill>
                <a:srgbClr val="5958A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7" name="Forma libre 36">
                <a:extLst>
                  <a:ext uri="{FF2B5EF4-FFF2-40B4-BE49-F238E27FC236}">
                    <a16:creationId xmlns:a16="http://schemas.microsoft.com/office/drawing/2014/main" id="{56BBED08-5E90-8442-B154-C2F38D1D92D5}"/>
                  </a:ext>
                </a:extLst>
              </p:cNvPr>
              <p:cNvSpPr/>
              <p:nvPr/>
            </p:nvSpPr>
            <p:spPr>
              <a:xfrm>
                <a:off x="3727804" y="3113434"/>
                <a:ext cx="579543" cy="549042"/>
              </a:xfrm>
              <a:custGeom>
                <a:avLst/>
                <a:gdLst>
                  <a:gd name="connsiteX0" fmla="*/ 80331 w 159264"/>
                  <a:gd name="connsiteY0" fmla="*/ 17778 h 150882"/>
                  <a:gd name="connsiteX1" fmla="*/ 158566 w 159264"/>
                  <a:gd name="connsiteY1" fmla="*/ 60528 h 150882"/>
                  <a:gd name="connsiteX2" fmla="*/ 158566 w 159264"/>
                  <a:gd name="connsiteY2" fmla="*/ 58013 h 150882"/>
                  <a:gd name="connsiteX3" fmla="*/ 80331 w 159264"/>
                  <a:gd name="connsiteY3" fmla="*/ 12749 h 150882"/>
                  <a:gd name="connsiteX4" fmla="*/ 2096 w 159264"/>
                  <a:gd name="connsiteY4" fmla="*/ 148263 h 150882"/>
                  <a:gd name="connsiteX5" fmla="*/ 2096 w 159264"/>
                  <a:gd name="connsiteY5" fmla="*/ 150778 h 150882"/>
                  <a:gd name="connsiteX6" fmla="*/ 80331 w 159264"/>
                  <a:gd name="connsiteY6" fmla="*/ 17778 h 150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9264" h="150882">
                    <a:moveTo>
                      <a:pt x="80331" y="17778"/>
                    </a:moveTo>
                    <a:cubicBezTo>
                      <a:pt x="122801" y="-6810"/>
                      <a:pt x="157448" y="12469"/>
                      <a:pt x="158566" y="60528"/>
                    </a:cubicBezTo>
                    <a:cubicBezTo>
                      <a:pt x="158566" y="59690"/>
                      <a:pt x="158566" y="58851"/>
                      <a:pt x="158566" y="58013"/>
                    </a:cubicBezTo>
                    <a:cubicBezTo>
                      <a:pt x="158566" y="7999"/>
                      <a:pt x="123639" y="-12119"/>
                      <a:pt x="80331" y="12749"/>
                    </a:cubicBezTo>
                    <a:cubicBezTo>
                      <a:pt x="37022" y="37616"/>
                      <a:pt x="2096" y="98248"/>
                      <a:pt x="2096" y="148263"/>
                    </a:cubicBezTo>
                    <a:cubicBezTo>
                      <a:pt x="2096" y="149101"/>
                      <a:pt x="2096" y="149940"/>
                      <a:pt x="2096" y="150778"/>
                    </a:cubicBezTo>
                    <a:cubicBezTo>
                      <a:pt x="3213" y="101322"/>
                      <a:pt x="37860" y="42087"/>
                      <a:pt x="80331" y="17778"/>
                    </a:cubicBez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8" name="Forma libre 37">
                <a:extLst>
                  <a:ext uri="{FF2B5EF4-FFF2-40B4-BE49-F238E27FC236}">
                    <a16:creationId xmlns:a16="http://schemas.microsoft.com/office/drawing/2014/main" id="{736FA9CD-2F06-E949-8C54-2748B081AA13}"/>
                  </a:ext>
                </a:extLst>
              </p:cNvPr>
              <p:cNvSpPr/>
              <p:nvPr/>
            </p:nvSpPr>
            <p:spPr>
              <a:xfrm>
                <a:off x="3529540" y="2995327"/>
                <a:ext cx="691388" cy="843897"/>
              </a:xfrm>
              <a:custGeom>
                <a:avLst/>
                <a:gdLst>
                  <a:gd name="connsiteX0" fmla="*/ 56581 w 189999"/>
                  <a:gd name="connsiteY0" fmla="*/ 180441 h 231911"/>
                  <a:gd name="connsiteX1" fmla="*/ 134816 w 189999"/>
                  <a:gd name="connsiteY1" fmla="*/ 44926 h 231911"/>
                  <a:gd name="connsiteX2" fmla="*/ 189860 w 189999"/>
                  <a:gd name="connsiteY2" fmla="*/ 39338 h 231911"/>
                  <a:gd name="connsiteX3" fmla="*/ 135934 w 189999"/>
                  <a:gd name="connsiteY3" fmla="*/ 7485 h 231911"/>
                  <a:gd name="connsiteX4" fmla="*/ 80331 w 189999"/>
                  <a:gd name="connsiteY4" fmla="*/ 12794 h 231911"/>
                  <a:gd name="connsiteX5" fmla="*/ 2096 w 189999"/>
                  <a:gd name="connsiteY5" fmla="*/ 148308 h 231911"/>
                  <a:gd name="connsiteX6" fmla="*/ 25287 w 189999"/>
                  <a:gd name="connsiteY6" fmla="*/ 199161 h 231911"/>
                  <a:gd name="connsiteX7" fmla="*/ 79213 w 189999"/>
                  <a:gd name="connsiteY7" fmla="*/ 231014 h 231911"/>
                  <a:gd name="connsiteX8" fmla="*/ 56581 w 189999"/>
                  <a:gd name="connsiteY8" fmla="*/ 180441 h 23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999" h="231911">
                    <a:moveTo>
                      <a:pt x="56581" y="180441"/>
                    </a:moveTo>
                    <a:cubicBezTo>
                      <a:pt x="56581" y="130426"/>
                      <a:pt x="91507" y="69794"/>
                      <a:pt x="134816" y="44926"/>
                    </a:cubicBezTo>
                    <a:cubicBezTo>
                      <a:pt x="156330" y="32632"/>
                      <a:pt x="175889" y="31235"/>
                      <a:pt x="189860" y="39338"/>
                    </a:cubicBezTo>
                    <a:lnTo>
                      <a:pt x="135934" y="7485"/>
                    </a:lnTo>
                    <a:cubicBezTo>
                      <a:pt x="121684" y="-897"/>
                      <a:pt x="102125" y="221"/>
                      <a:pt x="80331" y="12794"/>
                    </a:cubicBezTo>
                    <a:cubicBezTo>
                      <a:pt x="37022" y="37662"/>
                      <a:pt x="2096" y="98294"/>
                      <a:pt x="2096" y="148308"/>
                    </a:cubicBezTo>
                    <a:cubicBezTo>
                      <a:pt x="2096" y="173455"/>
                      <a:pt x="11037" y="191058"/>
                      <a:pt x="25287" y="199161"/>
                    </a:cubicBezTo>
                    <a:lnTo>
                      <a:pt x="79213" y="231014"/>
                    </a:lnTo>
                    <a:cubicBezTo>
                      <a:pt x="65243" y="222632"/>
                      <a:pt x="56581" y="205308"/>
                      <a:pt x="56581" y="180441"/>
                    </a:cubicBez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9" name="Forma libre 38">
                <a:extLst>
                  <a:ext uri="{FF2B5EF4-FFF2-40B4-BE49-F238E27FC236}">
                    <a16:creationId xmlns:a16="http://schemas.microsoft.com/office/drawing/2014/main" id="{A6D06236-93A8-A44F-8BBB-7137D79EF65B}"/>
                  </a:ext>
                </a:extLst>
              </p:cNvPr>
              <p:cNvSpPr/>
              <p:nvPr/>
            </p:nvSpPr>
            <p:spPr>
              <a:xfrm>
                <a:off x="3781692" y="3207106"/>
                <a:ext cx="254187" cy="579543"/>
              </a:xfrm>
              <a:custGeom>
                <a:avLst/>
                <a:gdLst>
                  <a:gd name="connsiteX0" fmla="*/ 10198 w 69852"/>
                  <a:gd name="connsiteY0" fmla="*/ 109110 h 159264"/>
                  <a:gd name="connsiteX1" fmla="*/ 65522 w 69852"/>
                  <a:gd name="connsiteY1" fmla="*/ 13272 h 159264"/>
                  <a:gd name="connsiteX2" fmla="*/ 68875 w 69852"/>
                  <a:gd name="connsiteY2" fmla="*/ 11596 h 159264"/>
                  <a:gd name="connsiteX3" fmla="*/ 68875 w 69852"/>
                  <a:gd name="connsiteY3" fmla="*/ 2096 h 159264"/>
                  <a:gd name="connsiteX4" fmla="*/ 65522 w 69852"/>
                  <a:gd name="connsiteY4" fmla="*/ 3772 h 159264"/>
                  <a:gd name="connsiteX5" fmla="*/ 2096 w 69852"/>
                  <a:gd name="connsiteY5" fmla="*/ 113581 h 159264"/>
                  <a:gd name="connsiteX6" fmla="*/ 58257 w 69852"/>
                  <a:gd name="connsiteY6" fmla="*/ 153816 h 159264"/>
                  <a:gd name="connsiteX7" fmla="*/ 58537 w 69852"/>
                  <a:gd name="connsiteY7" fmla="*/ 144316 h 159264"/>
                  <a:gd name="connsiteX8" fmla="*/ 10198 w 69852"/>
                  <a:gd name="connsiteY8" fmla="*/ 109110 h 159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9852" h="159264">
                    <a:moveTo>
                      <a:pt x="10198" y="109110"/>
                    </a:moveTo>
                    <a:cubicBezTo>
                      <a:pt x="10198" y="73904"/>
                      <a:pt x="35066" y="30875"/>
                      <a:pt x="65522" y="13272"/>
                    </a:cubicBezTo>
                    <a:cubicBezTo>
                      <a:pt x="66640" y="12713"/>
                      <a:pt x="67757" y="12154"/>
                      <a:pt x="68875" y="11596"/>
                    </a:cubicBezTo>
                    <a:cubicBezTo>
                      <a:pt x="68875" y="8243"/>
                      <a:pt x="68875" y="5449"/>
                      <a:pt x="68875" y="2096"/>
                    </a:cubicBezTo>
                    <a:cubicBezTo>
                      <a:pt x="67757" y="2654"/>
                      <a:pt x="66640" y="3213"/>
                      <a:pt x="65522" y="3772"/>
                    </a:cubicBezTo>
                    <a:cubicBezTo>
                      <a:pt x="30596" y="23890"/>
                      <a:pt x="2096" y="73345"/>
                      <a:pt x="2096" y="113581"/>
                    </a:cubicBezTo>
                    <a:cubicBezTo>
                      <a:pt x="2096" y="151301"/>
                      <a:pt x="26684" y="168066"/>
                      <a:pt x="58257" y="153816"/>
                    </a:cubicBezTo>
                    <a:cubicBezTo>
                      <a:pt x="58257" y="150742"/>
                      <a:pt x="58537" y="147389"/>
                      <a:pt x="58537" y="144316"/>
                    </a:cubicBezTo>
                    <a:cubicBezTo>
                      <a:pt x="31154" y="156331"/>
                      <a:pt x="10198" y="141522"/>
                      <a:pt x="10198" y="109110"/>
                    </a:cubicBez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0" name="Forma libre 39">
                <a:extLst>
                  <a:ext uri="{FF2B5EF4-FFF2-40B4-BE49-F238E27FC236}">
                    <a16:creationId xmlns:a16="http://schemas.microsoft.com/office/drawing/2014/main" id="{23EC8EED-3BC6-6F4C-B775-D2578BF90175}"/>
                  </a:ext>
                </a:extLst>
              </p:cNvPr>
              <p:cNvSpPr/>
              <p:nvPr/>
            </p:nvSpPr>
            <p:spPr>
              <a:xfrm>
                <a:off x="3984025" y="3307761"/>
                <a:ext cx="264354" cy="467702"/>
              </a:xfrm>
              <a:custGeom>
                <a:avLst/>
                <a:gdLst>
                  <a:gd name="connsiteX0" fmla="*/ 72507 w 72646"/>
                  <a:gd name="connsiteY0" fmla="*/ 2096 h 128529"/>
                  <a:gd name="connsiteX1" fmla="*/ 64125 w 72646"/>
                  <a:gd name="connsiteY1" fmla="*/ 7125 h 128529"/>
                  <a:gd name="connsiteX2" fmla="*/ 64963 w 72646"/>
                  <a:gd name="connsiteY2" fmla="*/ 17463 h 128529"/>
                  <a:gd name="connsiteX3" fmla="*/ 9640 w 72646"/>
                  <a:gd name="connsiteY3" fmla="*/ 113301 h 128529"/>
                  <a:gd name="connsiteX4" fmla="*/ 2375 w 72646"/>
                  <a:gd name="connsiteY4" fmla="*/ 116934 h 128529"/>
                  <a:gd name="connsiteX5" fmla="*/ 2096 w 72646"/>
                  <a:gd name="connsiteY5" fmla="*/ 126434 h 128529"/>
                  <a:gd name="connsiteX6" fmla="*/ 9360 w 72646"/>
                  <a:gd name="connsiteY6" fmla="*/ 122801 h 128529"/>
                  <a:gd name="connsiteX7" fmla="*/ 72787 w 72646"/>
                  <a:gd name="connsiteY7" fmla="*/ 12993 h 128529"/>
                  <a:gd name="connsiteX8" fmla="*/ 72507 w 72646"/>
                  <a:gd name="connsiteY8" fmla="*/ 2096 h 128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646" h="128529">
                    <a:moveTo>
                      <a:pt x="72507" y="2096"/>
                    </a:moveTo>
                    <a:cubicBezTo>
                      <a:pt x="69713" y="3772"/>
                      <a:pt x="66919" y="5449"/>
                      <a:pt x="64125" y="7125"/>
                    </a:cubicBezTo>
                    <a:cubicBezTo>
                      <a:pt x="64684" y="10199"/>
                      <a:pt x="64963" y="13831"/>
                      <a:pt x="64963" y="17463"/>
                    </a:cubicBezTo>
                    <a:cubicBezTo>
                      <a:pt x="64963" y="52669"/>
                      <a:pt x="40096" y="95698"/>
                      <a:pt x="9640" y="113301"/>
                    </a:cubicBezTo>
                    <a:cubicBezTo>
                      <a:pt x="7125" y="114698"/>
                      <a:pt x="4890" y="115816"/>
                      <a:pt x="2375" y="116934"/>
                    </a:cubicBezTo>
                    <a:cubicBezTo>
                      <a:pt x="2375" y="120007"/>
                      <a:pt x="2375" y="123360"/>
                      <a:pt x="2096" y="126434"/>
                    </a:cubicBezTo>
                    <a:cubicBezTo>
                      <a:pt x="4610" y="125316"/>
                      <a:pt x="6846" y="124198"/>
                      <a:pt x="9360" y="122801"/>
                    </a:cubicBezTo>
                    <a:cubicBezTo>
                      <a:pt x="44287" y="102684"/>
                      <a:pt x="72787" y="53228"/>
                      <a:pt x="72787" y="12993"/>
                    </a:cubicBezTo>
                    <a:cubicBezTo>
                      <a:pt x="73345" y="9081"/>
                      <a:pt x="73066" y="5449"/>
                      <a:pt x="72507" y="2096"/>
                    </a:cubicBezTo>
                    <a:close/>
                  </a:path>
                </a:pathLst>
              </a:custGeom>
              <a:solidFill>
                <a:srgbClr val="13B1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1" name="Forma libre 40">
                <a:extLst>
                  <a:ext uri="{FF2B5EF4-FFF2-40B4-BE49-F238E27FC236}">
                    <a16:creationId xmlns:a16="http://schemas.microsoft.com/office/drawing/2014/main" id="{1A27ECF0-FB6E-4C4E-BA93-290DE653E23B}"/>
                  </a:ext>
                </a:extLst>
              </p:cNvPr>
              <p:cNvSpPr/>
              <p:nvPr/>
            </p:nvSpPr>
            <p:spPr>
              <a:xfrm>
                <a:off x="4025709" y="3183228"/>
                <a:ext cx="223682" cy="152513"/>
              </a:xfrm>
              <a:custGeom>
                <a:avLst/>
                <a:gdLst>
                  <a:gd name="connsiteX0" fmla="*/ 52948 w 61470"/>
                  <a:gd name="connsiteY0" fmla="*/ 41628 h 41911"/>
                  <a:gd name="connsiteX1" fmla="*/ 61331 w 61470"/>
                  <a:gd name="connsiteY1" fmla="*/ 36598 h 41911"/>
                  <a:gd name="connsiteX2" fmla="*/ 2096 w 61470"/>
                  <a:gd name="connsiteY2" fmla="*/ 8937 h 41911"/>
                  <a:gd name="connsiteX3" fmla="*/ 2096 w 61470"/>
                  <a:gd name="connsiteY3" fmla="*/ 18437 h 41911"/>
                  <a:gd name="connsiteX4" fmla="*/ 52948 w 61470"/>
                  <a:gd name="connsiteY4" fmla="*/ 41628 h 4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470" h="41911">
                    <a:moveTo>
                      <a:pt x="52948" y="41628"/>
                    </a:moveTo>
                    <a:cubicBezTo>
                      <a:pt x="55743" y="39951"/>
                      <a:pt x="58537" y="38275"/>
                      <a:pt x="61331" y="36598"/>
                    </a:cubicBezTo>
                    <a:cubicBezTo>
                      <a:pt x="56860" y="5304"/>
                      <a:pt x="32272" y="-6710"/>
                      <a:pt x="2096" y="8937"/>
                    </a:cubicBezTo>
                    <a:cubicBezTo>
                      <a:pt x="2096" y="12290"/>
                      <a:pt x="2096" y="15084"/>
                      <a:pt x="2096" y="18437"/>
                    </a:cubicBezTo>
                    <a:cubicBezTo>
                      <a:pt x="27522" y="5025"/>
                      <a:pt x="48757" y="15084"/>
                      <a:pt x="52948" y="41628"/>
                    </a:cubicBezTo>
                    <a:close/>
                  </a:path>
                </a:pathLst>
              </a:custGeom>
              <a:solidFill>
                <a:srgbClr val="00717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2" name="Forma libre 41">
                <a:extLst>
                  <a:ext uri="{FF2B5EF4-FFF2-40B4-BE49-F238E27FC236}">
                    <a16:creationId xmlns:a16="http://schemas.microsoft.com/office/drawing/2014/main" id="{3A60A557-8F9F-464B-8043-3D70C61D4BC8}"/>
                  </a:ext>
                </a:extLst>
              </p:cNvPr>
              <p:cNvSpPr/>
              <p:nvPr/>
            </p:nvSpPr>
            <p:spPr>
              <a:xfrm>
                <a:off x="3856930" y="3508060"/>
                <a:ext cx="71173" cy="122008"/>
              </a:xfrm>
              <a:custGeom>
                <a:avLst/>
                <a:gdLst>
                  <a:gd name="connsiteX0" fmla="*/ 17463 w 19558"/>
                  <a:gd name="connsiteY0" fmla="*/ 18022 h 33529"/>
                  <a:gd name="connsiteX1" fmla="*/ 17463 w 19558"/>
                  <a:gd name="connsiteY1" fmla="*/ 23051 h 33529"/>
                  <a:gd name="connsiteX2" fmla="*/ 2934 w 19558"/>
                  <a:gd name="connsiteY2" fmla="*/ 31434 h 33529"/>
                  <a:gd name="connsiteX3" fmla="*/ 2934 w 19558"/>
                  <a:gd name="connsiteY3" fmla="*/ 26404 h 33529"/>
                  <a:gd name="connsiteX4" fmla="*/ 7963 w 19558"/>
                  <a:gd name="connsiteY4" fmla="*/ 23331 h 33529"/>
                  <a:gd name="connsiteX5" fmla="*/ 7963 w 19558"/>
                  <a:gd name="connsiteY5" fmla="*/ 10757 h 33529"/>
                  <a:gd name="connsiteX6" fmla="*/ 6846 w 19558"/>
                  <a:gd name="connsiteY6" fmla="*/ 12434 h 33529"/>
                  <a:gd name="connsiteX7" fmla="*/ 5449 w 19558"/>
                  <a:gd name="connsiteY7" fmla="*/ 14390 h 33529"/>
                  <a:gd name="connsiteX8" fmla="*/ 3772 w 19558"/>
                  <a:gd name="connsiteY8" fmla="*/ 16066 h 33529"/>
                  <a:gd name="connsiteX9" fmla="*/ 2096 w 19558"/>
                  <a:gd name="connsiteY9" fmla="*/ 17184 h 33529"/>
                  <a:gd name="connsiteX10" fmla="*/ 2096 w 19558"/>
                  <a:gd name="connsiteY10" fmla="*/ 12154 h 33529"/>
                  <a:gd name="connsiteX11" fmla="*/ 3772 w 19558"/>
                  <a:gd name="connsiteY11" fmla="*/ 10757 h 33529"/>
                  <a:gd name="connsiteX12" fmla="*/ 5728 w 19558"/>
                  <a:gd name="connsiteY12" fmla="*/ 8522 h 33529"/>
                  <a:gd name="connsiteX13" fmla="*/ 7404 w 19558"/>
                  <a:gd name="connsiteY13" fmla="*/ 6287 h 33529"/>
                  <a:gd name="connsiteX14" fmla="*/ 8243 w 19558"/>
                  <a:gd name="connsiteY14" fmla="*/ 4890 h 33529"/>
                  <a:gd name="connsiteX15" fmla="*/ 13272 w 19558"/>
                  <a:gd name="connsiteY15" fmla="*/ 2096 h 33529"/>
                  <a:gd name="connsiteX16" fmla="*/ 13272 w 19558"/>
                  <a:gd name="connsiteY16" fmla="*/ 20816 h 33529"/>
                  <a:gd name="connsiteX17" fmla="*/ 17463 w 19558"/>
                  <a:gd name="connsiteY17" fmla="*/ 18022 h 33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558" h="33529">
                    <a:moveTo>
                      <a:pt x="17463" y="18022"/>
                    </a:moveTo>
                    <a:lnTo>
                      <a:pt x="17463" y="23051"/>
                    </a:lnTo>
                    <a:lnTo>
                      <a:pt x="2934" y="31434"/>
                    </a:lnTo>
                    <a:lnTo>
                      <a:pt x="2934" y="26404"/>
                    </a:lnTo>
                    <a:lnTo>
                      <a:pt x="7963" y="23331"/>
                    </a:lnTo>
                    <a:lnTo>
                      <a:pt x="7963" y="10757"/>
                    </a:lnTo>
                    <a:cubicBezTo>
                      <a:pt x="7684" y="11316"/>
                      <a:pt x="7404" y="11875"/>
                      <a:pt x="6846" y="12434"/>
                    </a:cubicBezTo>
                    <a:cubicBezTo>
                      <a:pt x="6287" y="12993"/>
                      <a:pt x="5728" y="13551"/>
                      <a:pt x="5449" y="14390"/>
                    </a:cubicBezTo>
                    <a:cubicBezTo>
                      <a:pt x="4890" y="14949"/>
                      <a:pt x="4331" y="15507"/>
                      <a:pt x="3772" y="16066"/>
                    </a:cubicBezTo>
                    <a:cubicBezTo>
                      <a:pt x="3213" y="16625"/>
                      <a:pt x="2654" y="16904"/>
                      <a:pt x="2096" y="17184"/>
                    </a:cubicBezTo>
                    <a:lnTo>
                      <a:pt x="2096" y="12154"/>
                    </a:lnTo>
                    <a:cubicBezTo>
                      <a:pt x="2654" y="11875"/>
                      <a:pt x="2934" y="11316"/>
                      <a:pt x="3772" y="10757"/>
                    </a:cubicBezTo>
                    <a:cubicBezTo>
                      <a:pt x="4331" y="10198"/>
                      <a:pt x="4890" y="9360"/>
                      <a:pt x="5728" y="8522"/>
                    </a:cubicBezTo>
                    <a:cubicBezTo>
                      <a:pt x="6287" y="7684"/>
                      <a:pt x="6846" y="7125"/>
                      <a:pt x="7404" y="6287"/>
                    </a:cubicBezTo>
                    <a:cubicBezTo>
                      <a:pt x="7963" y="5728"/>
                      <a:pt x="8243" y="5169"/>
                      <a:pt x="8243" y="4890"/>
                    </a:cubicBezTo>
                    <a:lnTo>
                      <a:pt x="13272" y="2096"/>
                    </a:lnTo>
                    <a:lnTo>
                      <a:pt x="13272" y="20816"/>
                    </a:lnTo>
                    <a:lnTo>
                      <a:pt x="17463" y="18022"/>
                    </a:ln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3" name="Forma libre 42">
                <a:extLst>
                  <a:ext uri="{FF2B5EF4-FFF2-40B4-BE49-F238E27FC236}">
                    <a16:creationId xmlns:a16="http://schemas.microsoft.com/office/drawing/2014/main" id="{045B4339-A301-7B4F-B4F2-67B085C48CD3}"/>
                  </a:ext>
                </a:extLst>
              </p:cNvPr>
              <p:cNvSpPr/>
              <p:nvPr/>
            </p:nvSpPr>
            <p:spPr>
              <a:xfrm>
                <a:off x="3920985" y="3465357"/>
                <a:ext cx="81340" cy="111841"/>
              </a:xfrm>
              <a:custGeom>
                <a:avLst/>
                <a:gdLst>
                  <a:gd name="connsiteX0" fmla="*/ 20816 w 22352"/>
                  <a:gd name="connsiteY0" fmla="*/ 10478 h 30735"/>
                  <a:gd name="connsiteX1" fmla="*/ 19978 w 22352"/>
                  <a:gd name="connsiteY1" fmla="*/ 15787 h 30735"/>
                  <a:gd name="connsiteX2" fmla="*/ 18022 w 22352"/>
                  <a:gd name="connsiteY2" fmla="*/ 20816 h 30735"/>
                  <a:gd name="connsiteX3" fmla="*/ 14949 w 22352"/>
                  <a:gd name="connsiteY3" fmla="*/ 25007 h 30735"/>
                  <a:gd name="connsiteX4" fmla="*/ 11316 w 22352"/>
                  <a:gd name="connsiteY4" fmla="*/ 28081 h 30735"/>
                  <a:gd name="connsiteX5" fmla="*/ 7684 w 22352"/>
                  <a:gd name="connsiteY5" fmla="*/ 29198 h 30735"/>
                  <a:gd name="connsiteX6" fmla="*/ 4890 w 22352"/>
                  <a:gd name="connsiteY6" fmla="*/ 28360 h 30735"/>
                  <a:gd name="connsiteX7" fmla="*/ 2934 w 22352"/>
                  <a:gd name="connsiteY7" fmla="*/ 25566 h 30735"/>
                  <a:gd name="connsiteX8" fmla="*/ 2096 w 22352"/>
                  <a:gd name="connsiteY8" fmla="*/ 20816 h 30735"/>
                  <a:gd name="connsiteX9" fmla="*/ 2934 w 22352"/>
                  <a:gd name="connsiteY9" fmla="*/ 15507 h 30735"/>
                  <a:gd name="connsiteX10" fmla="*/ 4890 w 22352"/>
                  <a:gd name="connsiteY10" fmla="*/ 10478 h 30735"/>
                  <a:gd name="connsiteX11" fmla="*/ 7684 w 22352"/>
                  <a:gd name="connsiteY11" fmla="*/ 6287 h 30735"/>
                  <a:gd name="connsiteX12" fmla="*/ 11316 w 22352"/>
                  <a:gd name="connsiteY12" fmla="*/ 3213 h 30735"/>
                  <a:gd name="connsiteX13" fmla="*/ 14949 w 22352"/>
                  <a:gd name="connsiteY13" fmla="*/ 2096 h 30735"/>
                  <a:gd name="connsiteX14" fmla="*/ 18022 w 22352"/>
                  <a:gd name="connsiteY14" fmla="*/ 2934 h 30735"/>
                  <a:gd name="connsiteX15" fmla="*/ 19978 w 22352"/>
                  <a:gd name="connsiteY15" fmla="*/ 5728 h 30735"/>
                  <a:gd name="connsiteX16" fmla="*/ 20816 w 22352"/>
                  <a:gd name="connsiteY16" fmla="*/ 10478 h 30735"/>
                  <a:gd name="connsiteX17" fmla="*/ 16066 w 22352"/>
                  <a:gd name="connsiteY17" fmla="*/ 13272 h 30735"/>
                  <a:gd name="connsiteX18" fmla="*/ 15787 w 22352"/>
                  <a:gd name="connsiteY18" fmla="*/ 10478 h 30735"/>
                  <a:gd name="connsiteX19" fmla="*/ 14949 w 22352"/>
                  <a:gd name="connsiteY19" fmla="*/ 8522 h 30735"/>
                  <a:gd name="connsiteX20" fmla="*/ 13551 w 22352"/>
                  <a:gd name="connsiteY20" fmla="*/ 7684 h 30735"/>
                  <a:gd name="connsiteX21" fmla="*/ 11875 w 22352"/>
                  <a:gd name="connsiteY21" fmla="*/ 8243 h 30735"/>
                  <a:gd name="connsiteX22" fmla="*/ 10198 w 22352"/>
                  <a:gd name="connsiteY22" fmla="*/ 9919 h 30735"/>
                  <a:gd name="connsiteX23" fmla="*/ 8801 w 22352"/>
                  <a:gd name="connsiteY23" fmla="*/ 12154 h 30735"/>
                  <a:gd name="connsiteX24" fmla="*/ 7963 w 22352"/>
                  <a:gd name="connsiteY24" fmla="*/ 14948 h 30735"/>
                  <a:gd name="connsiteX25" fmla="*/ 7684 w 22352"/>
                  <a:gd name="connsiteY25" fmla="*/ 18301 h 30735"/>
                  <a:gd name="connsiteX26" fmla="*/ 7963 w 22352"/>
                  <a:gd name="connsiteY26" fmla="*/ 21096 h 30735"/>
                  <a:gd name="connsiteX27" fmla="*/ 8801 w 22352"/>
                  <a:gd name="connsiteY27" fmla="*/ 23051 h 30735"/>
                  <a:gd name="connsiteX28" fmla="*/ 10198 w 22352"/>
                  <a:gd name="connsiteY28" fmla="*/ 23890 h 30735"/>
                  <a:gd name="connsiteX29" fmla="*/ 11875 w 22352"/>
                  <a:gd name="connsiteY29" fmla="*/ 23331 h 30735"/>
                  <a:gd name="connsiteX30" fmla="*/ 13551 w 22352"/>
                  <a:gd name="connsiteY30" fmla="*/ 21654 h 30735"/>
                  <a:gd name="connsiteX31" fmla="*/ 14949 w 22352"/>
                  <a:gd name="connsiteY31" fmla="*/ 19419 h 30735"/>
                  <a:gd name="connsiteX32" fmla="*/ 15787 w 22352"/>
                  <a:gd name="connsiteY32" fmla="*/ 16625 h 30735"/>
                  <a:gd name="connsiteX33" fmla="*/ 16066 w 22352"/>
                  <a:gd name="connsiteY33" fmla="*/ 13272 h 3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2352" h="30735">
                    <a:moveTo>
                      <a:pt x="20816" y="10478"/>
                    </a:moveTo>
                    <a:cubicBezTo>
                      <a:pt x="20816" y="12434"/>
                      <a:pt x="20537" y="14110"/>
                      <a:pt x="19978" y="15787"/>
                    </a:cubicBezTo>
                    <a:cubicBezTo>
                      <a:pt x="19419" y="17463"/>
                      <a:pt x="18860" y="19419"/>
                      <a:pt x="18022" y="20816"/>
                    </a:cubicBezTo>
                    <a:cubicBezTo>
                      <a:pt x="17184" y="22493"/>
                      <a:pt x="16346" y="23890"/>
                      <a:pt x="14949" y="25007"/>
                    </a:cubicBezTo>
                    <a:cubicBezTo>
                      <a:pt x="13831" y="26404"/>
                      <a:pt x="12713" y="27243"/>
                      <a:pt x="11316" y="28081"/>
                    </a:cubicBezTo>
                    <a:cubicBezTo>
                      <a:pt x="9919" y="28919"/>
                      <a:pt x="8801" y="29198"/>
                      <a:pt x="7684" y="29198"/>
                    </a:cubicBezTo>
                    <a:cubicBezTo>
                      <a:pt x="6566" y="29198"/>
                      <a:pt x="5448" y="28919"/>
                      <a:pt x="4890" y="28360"/>
                    </a:cubicBezTo>
                    <a:cubicBezTo>
                      <a:pt x="4051" y="27801"/>
                      <a:pt x="3493" y="26684"/>
                      <a:pt x="2934" y="25566"/>
                    </a:cubicBezTo>
                    <a:cubicBezTo>
                      <a:pt x="2375" y="24169"/>
                      <a:pt x="2096" y="22772"/>
                      <a:pt x="2096" y="20816"/>
                    </a:cubicBezTo>
                    <a:cubicBezTo>
                      <a:pt x="2096" y="18860"/>
                      <a:pt x="2375" y="17184"/>
                      <a:pt x="2934" y="15507"/>
                    </a:cubicBezTo>
                    <a:cubicBezTo>
                      <a:pt x="3493" y="13831"/>
                      <a:pt x="4051" y="11875"/>
                      <a:pt x="4890" y="10478"/>
                    </a:cubicBezTo>
                    <a:cubicBezTo>
                      <a:pt x="5728" y="8801"/>
                      <a:pt x="6566" y="7404"/>
                      <a:pt x="7684" y="6287"/>
                    </a:cubicBezTo>
                    <a:cubicBezTo>
                      <a:pt x="8801" y="4890"/>
                      <a:pt x="9919" y="4051"/>
                      <a:pt x="11316" y="3213"/>
                    </a:cubicBezTo>
                    <a:cubicBezTo>
                      <a:pt x="12713" y="2375"/>
                      <a:pt x="13831" y="2096"/>
                      <a:pt x="14949" y="2096"/>
                    </a:cubicBezTo>
                    <a:cubicBezTo>
                      <a:pt x="16066" y="2096"/>
                      <a:pt x="17184" y="2375"/>
                      <a:pt x="18022" y="2934"/>
                    </a:cubicBezTo>
                    <a:cubicBezTo>
                      <a:pt x="18860" y="3493"/>
                      <a:pt x="19419" y="4610"/>
                      <a:pt x="19978" y="5728"/>
                    </a:cubicBezTo>
                    <a:cubicBezTo>
                      <a:pt x="20816" y="7125"/>
                      <a:pt x="20816" y="8801"/>
                      <a:pt x="20816" y="10478"/>
                    </a:cubicBezTo>
                    <a:close/>
                    <a:moveTo>
                      <a:pt x="16066" y="13272"/>
                    </a:moveTo>
                    <a:cubicBezTo>
                      <a:pt x="16066" y="12154"/>
                      <a:pt x="16066" y="11316"/>
                      <a:pt x="15787" y="10478"/>
                    </a:cubicBezTo>
                    <a:cubicBezTo>
                      <a:pt x="15507" y="9640"/>
                      <a:pt x="15228" y="9081"/>
                      <a:pt x="14949" y="8522"/>
                    </a:cubicBezTo>
                    <a:cubicBezTo>
                      <a:pt x="14669" y="7963"/>
                      <a:pt x="14110" y="7963"/>
                      <a:pt x="13551" y="7684"/>
                    </a:cubicBezTo>
                    <a:cubicBezTo>
                      <a:pt x="12993" y="7684"/>
                      <a:pt x="12434" y="7684"/>
                      <a:pt x="11875" y="8243"/>
                    </a:cubicBezTo>
                    <a:cubicBezTo>
                      <a:pt x="11316" y="8522"/>
                      <a:pt x="10478" y="9081"/>
                      <a:pt x="10198" y="9919"/>
                    </a:cubicBezTo>
                    <a:cubicBezTo>
                      <a:pt x="9640" y="10478"/>
                      <a:pt x="9081" y="11316"/>
                      <a:pt x="8801" y="12154"/>
                    </a:cubicBezTo>
                    <a:cubicBezTo>
                      <a:pt x="8522" y="12993"/>
                      <a:pt x="7963" y="14110"/>
                      <a:pt x="7963" y="14948"/>
                    </a:cubicBezTo>
                    <a:cubicBezTo>
                      <a:pt x="7684" y="16066"/>
                      <a:pt x="7684" y="17184"/>
                      <a:pt x="7684" y="18301"/>
                    </a:cubicBezTo>
                    <a:cubicBezTo>
                      <a:pt x="7684" y="19419"/>
                      <a:pt x="7684" y="20257"/>
                      <a:pt x="7963" y="21096"/>
                    </a:cubicBezTo>
                    <a:cubicBezTo>
                      <a:pt x="8243" y="21934"/>
                      <a:pt x="8522" y="22493"/>
                      <a:pt x="8801" y="23051"/>
                    </a:cubicBezTo>
                    <a:cubicBezTo>
                      <a:pt x="9081" y="23610"/>
                      <a:pt x="9640" y="23610"/>
                      <a:pt x="10198" y="23890"/>
                    </a:cubicBezTo>
                    <a:cubicBezTo>
                      <a:pt x="10757" y="23890"/>
                      <a:pt x="11316" y="23890"/>
                      <a:pt x="11875" y="23331"/>
                    </a:cubicBezTo>
                    <a:cubicBezTo>
                      <a:pt x="12434" y="23051"/>
                      <a:pt x="12993" y="22493"/>
                      <a:pt x="13551" y="21654"/>
                    </a:cubicBezTo>
                    <a:cubicBezTo>
                      <a:pt x="14110" y="21096"/>
                      <a:pt x="14669" y="20257"/>
                      <a:pt x="14949" y="19419"/>
                    </a:cubicBezTo>
                    <a:cubicBezTo>
                      <a:pt x="15228" y="18581"/>
                      <a:pt x="15507" y="17463"/>
                      <a:pt x="15787" y="16625"/>
                    </a:cubicBezTo>
                    <a:cubicBezTo>
                      <a:pt x="16066" y="15507"/>
                      <a:pt x="16066" y="14390"/>
                      <a:pt x="16066" y="13272"/>
                    </a:cubicBez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4" name="Forma libre 43">
                <a:extLst>
                  <a:ext uri="{FF2B5EF4-FFF2-40B4-BE49-F238E27FC236}">
                    <a16:creationId xmlns:a16="http://schemas.microsoft.com/office/drawing/2014/main" id="{01725700-B641-F144-A54D-98D0F4A06F21}"/>
                  </a:ext>
                </a:extLst>
              </p:cNvPr>
              <p:cNvSpPr/>
              <p:nvPr/>
            </p:nvSpPr>
            <p:spPr>
              <a:xfrm>
                <a:off x="4001310" y="3419606"/>
                <a:ext cx="81340" cy="111841"/>
              </a:xfrm>
              <a:custGeom>
                <a:avLst/>
                <a:gdLst>
                  <a:gd name="connsiteX0" fmla="*/ 20816 w 22352"/>
                  <a:gd name="connsiteY0" fmla="*/ 10478 h 30735"/>
                  <a:gd name="connsiteX1" fmla="*/ 19978 w 22352"/>
                  <a:gd name="connsiteY1" fmla="*/ 15787 h 30735"/>
                  <a:gd name="connsiteX2" fmla="*/ 18022 w 22352"/>
                  <a:gd name="connsiteY2" fmla="*/ 20816 h 30735"/>
                  <a:gd name="connsiteX3" fmla="*/ 14949 w 22352"/>
                  <a:gd name="connsiteY3" fmla="*/ 25007 h 30735"/>
                  <a:gd name="connsiteX4" fmla="*/ 11316 w 22352"/>
                  <a:gd name="connsiteY4" fmla="*/ 28081 h 30735"/>
                  <a:gd name="connsiteX5" fmla="*/ 7684 w 22352"/>
                  <a:gd name="connsiteY5" fmla="*/ 29198 h 30735"/>
                  <a:gd name="connsiteX6" fmla="*/ 4890 w 22352"/>
                  <a:gd name="connsiteY6" fmla="*/ 28360 h 30735"/>
                  <a:gd name="connsiteX7" fmla="*/ 2934 w 22352"/>
                  <a:gd name="connsiteY7" fmla="*/ 25566 h 30735"/>
                  <a:gd name="connsiteX8" fmla="*/ 2096 w 22352"/>
                  <a:gd name="connsiteY8" fmla="*/ 20816 h 30735"/>
                  <a:gd name="connsiteX9" fmla="*/ 2934 w 22352"/>
                  <a:gd name="connsiteY9" fmla="*/ 15507 h 30735"/>
                  <a:gd name="connsiteX10" fmla="*/ 4890 w 22352"/>
                  <a:gd name="connsiteY10" fmla="*/ 10478 h 30735"/>
                  <a:gd name="connsiteX11" fmla="*/ 7684 w 22352"/>
                  <a:gd name="connsiteY11" fmla="*/ 6287 h 30735"/>
                  <a:gd name="connsiteX12" fmla="*/ 11316 w 22352"/>
                  <a:gd name="connsiteY12" fmla="*/ 3213 h 30735"/>
                  <a:gd name="connsiteX13" fmla="*/ 14949 w 22352"/>
                  <a:gd name="connsiteY13" fmla="*/ 2096 h 30735"/>
                  <a:gd name="connsiteX14" fmla="*/ 18022 w 22352"/>
                  <a:gd name="connsiteY14" fmla="*/ 2934 h 30735"/>
                  <a:gd name="connsiteX15" fmla="*/ 19978 w 22352"/>
                  <a:gd name="connsiteY15" fmla="*/ 5728 h 30735"/>
                  <a:gd name="connsiteX16" fmla="*/ 20816 w 22352"/>
                  <a:gd name="connsiteY16" fmla="*/ 10478 h 30735"/>
                  <a:gd name="connsiteX17" fmla="*/ 16066 w 22352"/>
                  <a:gd name="connsiteY17" fmla="*/ 13272 h 30735"/>
                  <a:gd name="connsiteX18" fmla="*/ 15787 w 22352"/>
                  <a:gd name="connsiteY18" fmla="*/ 10478 h 30735"/>
                  <a:gd name="connsiteX19" fmla="*/ 14949 w 22352"/>
                  <a:gd name="connsiteY19" fmla="*/ 8522 h 30735"/>
                  <a:gd name="connsiteX20" fmla="*/ 13551 w 22352"/>
                  <a:gd name="connsiteY20" fmla="*/ 7684 h 30735"/>
                  <a:gd name="connsiteX21" fmla="*/ 11875 w 22352"/>
                  <a:gd name="connsiteY21" fmla="*/ 8243 h 30735"/>
                  <a:gd name="connsiteX22" fmla="*/ 10198 w 22352"/>
                  <a:gd name="connsiteY22" fmla="*/ 9919 h 30735"/>
                  <a:gd name="connsiteX23" fmla="*/ 8801 w 22352"/>
                  <a:gd name="connsiteY23" fmla="*/ 12154 h 30735"/>
                  <a:gd name="connsiteX24" fmla="*/ 7963 w 22352"/>
                  <a:gd name="connsiteY24" fmla="*/ 14948 h 30735"/>
                  <a:gd name="connsiteX25" fmla="*/ 7684 w 22352"/>
                  <a:gd name="connsiteY25" fmla="*/ 18301 h 30735"/>
                  <a:gd name="connsiteX26" fmla="*/ 7963 w 22352"/>
                  <a:gd name="connsiteY26" fmla="*/ 21096 h 30735"/>
                  <a:gd name="connsiteX27" fmla="*/ 8801 w 22352"/>
                  <a:gd name="connsiteY27" fmla="*/ 23051 h 30735"/>
                  <a:gd name="connsiteX28" fmla="*/ 10198 w 22352"/>
                  <a:gd name="connsiteY28" fmla="*/ 23890 h 30735"/>
                  <a:gd name="connsiteX29" fmla="*/ 11875 w 22352"/>
                  <a:gd name="connsiteY29" fmla="*/ 23331 h 30735"/>
                  <a:gd name="connsiteX30" fmla="*/ 13551 w 22352"/>
                  <a:gd name="connsiteY30" fmla="*/ 21654 h 30735"/>
                  <a:gd name="connsiteX31" fmla="*/ 14949 w 22352"/>
                  <a:gd name="connsiteY31" fmla="*/ 19419 h 30735"/>
                  <a:gd name="connsiteX32" fmla="*/ 15787 w 22352"/>
                  <a:gd name="connsiteY32" fmla="*/ 16625 h 30735"/>
                  <a:gd name="connsiteX33" fmla="*/ 16066 w 22352"/>
                  <a:gd name="connsiteY33" fmla="*/ 13272 h 3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2352" h="30735">
                    <a:moveTo>
                      <a:pt x="20816" y="10478"/>
                    </a:moveTo>
                    <a:cubicBezTo>
                      <a:pt x="20816" y="12434"/>
                      <a:pt x="20537" y="14110"/>
                      <a:pt x="19978" y="15787"/>
                    </a:cubicBezTo>
                    <a:cubicBezTo>
                      <a:pt x="19419" y="17463"/>
                      <a:pt x="18860" y="19419"/>
                      <a:pt x="18022" y="20816"/>
                    </a:cubicBezTo>
                    <a:cubicBezTo>
                      <a:pt x="17184" y="22493"/>
                      <a:pt x="16346" y="23890"/>
                      <a:pt x="14949" y="25007"/>
                    </a:cubicBezTo>
                    <a:cubicBezTo>
                      <a:pt x="13831" y="26404"/>
                      <a:pt x="12713" y="27243"/>
                      <a:pt x="11316" y="28081"/>
                    </a:cubicBezTo>
                    <a:cubicBezTo>
                      <a:pt x="9919" y="28919"/>
                      <a:pt x="8801" y="29198"/>
                      <a:pt x="7684" y="29198"/>
                    </a:cubicBezTo>
                    <a:cubicBezTo>
                      <a:pt x="6566" y="29198"/>
                      <a:pt x="5449" y="28919"/>
                      <a:pt x="4890" y="28360"/>
                    </a:cubicBezTo>
                    <a:cubicBezTo>
                      <a:pt x="4051" y="27801"/>
                      <a:pt x="3493" y="26684"/>
                      <a:pt x="2934" y="25566"/>
                    </a:cubicBezTo>
                    <a:cubicBezTo>
                      <a:pt x="2375" y="24169"/>
                      <a:pt x="2096" y="22772"/>
                      <a:pt x="2096" y="20816"/>
                    </a:cubicBezTo>
                    <a:cubicBezTo>
                      <a:pt x="2096" y="18860"/>
                      <a:pt x="2375" y="17184"/>
                      <a:pt x="2934" y="15507"/>
                    </a:cubicBezTo>
                    <a:cubicBezTo>
                      <a:pt x="3493" y="13831"/>
                      <a:pt x="4051" y="11875"/>
                      <a:pt x="4890" y="10478"/>
                    </a:cubicBezTo>
                    <a:cubicBezTo>
                      <a:pt x="5728" y="8801"/>
                      <a:pt x="6566" y="7404"/>
                      <a:pt x="7684" y="6287"/>
                    </a:cubicBezTo>
                    <a:cubicBezTo>
                      <a:pt x="8801" y="4890"/>
                      <a:pt x="9919" y="4051"/>
                      <a:pt x="11316" y="3213"/>
                    </a:cubicBezTo>
                    <a:cubicBezTo>
                      <a:pt x="12713" y="2375"/>
                      <a:pt x="13831" y="2096"/>
                      <a:pt x="14949" y="2096"/>
                    </a:cubicBezTo>
                    <a:cubicBezTo>
                      <a:pt x="16066" y="2096"/>
                      <a:pt x="17184" y="2375"/>
                      <a:pt x="18022" y="2934"/>
                    </a:cubicBezTo>
                    <a:cubicBezTo>
                      <a:pt x="18860" y="3493"/>
                      <a:pt x="19419" y="4610"/>
                      <a:pt x="19978" y="5728"/>
                    </a:cubicBezTo>
                    <a:cubicBezTo>
                      <a:pt x="20537" y="6846"/>
                      <a:pt x="20816" y="8522"/>
                      <a:pt x="20816" y="10478"/>
                    </a:cubicBezTo>
                    <a:close/>
                    <a:moveTo>
                      <a:pt x="16066" y="13272"/>
                    </a:moveTo>
                    <a:cubicBezTo>
                      <a:pt x="16066" y="12154"/>
                      <a:pt x="16066" y="11316"/>
                      <a:pt x="15787" y="10478"/>
                    </a:cubicBezTo>
                    <a:cubicBezTo>
                      <a:pt x="15507" y="9640"/>
                      <a:pt x="15228" y="9081"/>
                      <a:pt x="14949" y="8522"/>
                    </a:cubicBezTo>
                    <a:cubicBezTo>
                      <a:pt x="14669" y="7963"/>
                      <a:pt x="14110" y="7963"/>
                      <a:pt x="13551" y="7684"/>
                    </a:cubicBezTo>
                    <a:cubicBezTo>
                      <a:pt x="12993" y="7684"/>
                      <a:pt x="12434" y="7684"/>
                      <a:pt x="11875" y="8243"/>
                    </a:cubicBezTo>
                    <a:cubicBezTo>
                      <a:pt x="11316" y="8522"/>
                      <a:pt x="10478" y="9081"/>
                      <a:pt x="10198" y="9919"/>
                    </a:cubicBezTo>
                    <a:cubicBezTo>
                      <a:pt x="9640" y="10478"/>
                      <a:pt x="9081" y="11316"/>
                      <a:pt x="8801" y="12154"/>
                    </a:cubicBezTo>
                    <a:cubicBezTo>
                      <a:pt x="8522" y="12993"/>
                      <a:pt x="7963" y="14110"/>
                      <a:pt x="7963" y="14948"/>
                    </a:cubicBezTo>
                    <a:cubicBezTo>
                      <a:pt x="7684" y="16066"/>
                      <a:pt x="7684" y="17184"/>
                      <a:pt x="7684" y="18301"/>
                    </a:cubicBezTo>
                    <a:cubicBezTo>
                      <a:pt x="7684" y="19419"/>
                      <a:pt x="7684" y="20257"/>
                      <a:pt x="7963" y="21096"/>
                    </a:cubicBezTo>
                    <a:cubicBezTo>
                      <a:pt x="8243" y="21934"/>
                      <a:pt x="8522" y="22493"/>
                      <a:pt x="8801" y="23051"/>
                    </a:cubicBezTo>
                    <a:cubicBezTo>
                      <a:pt x="9081" y="23610"/>
                      <a:pt x="9640" y="23610"/>
                      <a:pt x="10198" y="23890"/>
                    </a:cubicBezTo>
                    <a:cubicBezTo>
                      <a:pt x="10757" y="23890"/>
                      <a:pt x="11316" y="23890"/>
                      <a:pt x="11875" y="23331"/>
                    </a:cubicBezTo>
                    <a:cubicBezTo>
                      <a:pt x="12434" y="23051"/>
                      <a:pt x="12993" y="22493"/>
                      <a:pt x="13551" y="21654"/>
                    </a:cubicBezTo>
                    <a:cubicBezTo>
                      <a:pt x="14110" y="21096"/>
                      <a:pt x="14669" y="20257"/>
                      <a:pt x="14949" y="19419"/>
                    </a:cubicBezTo>
                    <a:cubicBezTo>
                      <a:pt x="15228" y="18581"/>
                      <a:pt x="15787" y="17463"/>
                      <a:pt x="15787" y="16625"/>
                    </a:cubicBezTo>
                    <a:cubicBezTo>
                      <a:pt x="16066" y="15228"/>
                      <a:pt x="16066" y="14390"/>
                      <a:pt x="16066" y="13272"/>
                    </a:cubicBez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5" name="Forma libre 44">
                <a:extLst>
                  <a:ext uri="{FF2B5EF4-FFF2-40B4-BE49-F238E27FC236}">
                    <a16:creationId xmlns:a16="http://schemas.microsoft.com/office/drawing/2014/main" id="{9C6C8F59-CEE8-134A-B549-81B9621C059F}"/>
                  </a:ext>
                </a:extLst>
              </p:cNvPr>
              <p:cNvSpPr/>
              <p:nvPr/>
            </p:nvSpPr>
            <p:spPr>
              <a:xfrm>
                <a:off x="4080616" y="3334198"/>
                <a:ext cx="101674" cy="152513"/>
              </a:xfrm>
              <a:custGeom>
                <a:avLst/>
                <a:gdLst>
                  <a:gd name="connsiteX0" fmla="*/ 7963 w 27941"/>
                  <a:gd name="connsiteY0" fmla="*/ 23610 h 41911"/>
                  <a:gd name="connsiteX1" fmla="*/ 5728 w 27941"/>
                  <a:gd name="connsiteY1" fmla="*/ 24448 h 41911"/>
                  <a:gd name="connsiteX2" fmla="*/ 3772 w 27941"/>
                  <a:gd name="connsiteY2" fmla="*/ 24169 h 41911"/>
                  <a:gd name="connsiteX3" fmla="*/ 2654 w 27941"/>
                  <a:gd name="connsiteY3" fmla="*/ 22772 h 41911"/>
                  <a:gd name="connsiteX4" fmla="*/ 2096 w 27941"/>
                  <a:gd name="connsiteY4" fmla="*/ 20537 h 41911"/>
                  <a:gd name="connsiteX5" fmla="*/ 2654 w 27941"/>
                  <a:gd name="connsiteY5" fmla="*/ 17743 h 41911"/>
                  <a:gd name="connsiteX6" fmla="*/ 3772 w 27941"/>
                  <a:gd name="connsiteY6" fmla="*/ 14948 h 41911"/>
                  <a:gd name="connsiteX7" fmla="*/ 5728 w 27941"/>
                  <a:gd name="connsiteY7" fmla="*/ 12434 h 41911"/>
                  <a:gd name="connsiteX8" fmla="*/ 7963 w 27941"/>
                  <a:gd name="connsiteY8" fmla="*/ 10478 h 41911"/>
                  <a:gd name="connsiteX9" fmla="*/ 10199 w 27941"/>
                  <a:gd name="connsiteY9" fmla="*/ 9640 h 41911"/>
                  <a:gd name="connsiteX10" fmla="*/ 12154 w 27941"/>
                  <a:gd name="connsiteY10" fmla="*/ 9919 h 41911"/>
                  <a:gd name="connsiteX11" fmla="*/ 13551 w 27941"/>
                  <a:gd name="connsiteY11" fmla="*/ 11316 h 41911"/>
                  <a:gd name="connsiteX12" fmla="*/ 14110 w 27941"/>
                  <a:gd name="connsiteY12" fmla="*/ 13551 h 41911"/>
                  <a:gd name="connsiteX13" fmla="*/ 13551 w 27941"/>
                  <a:gd name="connsiteY13" fmla="*/ 16346 h 41911"/>
                  <a:gd name="connsiteX14" fmla="*/ 12154 w 27941"/>
                  <a:gd name="connsiteY14" fmla="*/ 19140 h 41911"/>
                  <a:gd name="connsiteX15" fmla="*/ 10199 w 27941"/>
                  <a:gd name="connsiteY15" fmla="*/ 21654 h 41911"/>
                  <a:gd name="connsiteX16" fmla="*/ 7963 w 27941"/>
                  <a:gd name="connsiteY16" fmla="*/ 23610 h 41911"/>
                  <a:gd name="connsiteX17" fmla="*/ 4051 w 27941"/>
                  <a:gd name="connsiteY17" fmla="*/ 41213 h 41911"/>
                  <a:gd name="connsiteX18" fmla="*/ 14110 w 27941"/>
                  <a:gd name="connsiteY18" fmla="*/ 21654 h 41911"/>
                  <a:gd name="connsiteX19" fmla="*/ 23331 w 27941"/>
                  <a:gd name="connsiteY19" fmla="*/ 2096 h 41911"/>
                  <a:gd name="connsiteX20" fmla="*/ 25566 w 27941"/>
                  <a:gd name="connsiteY20" fmla="*/ 2934 h 41911"/>
                  <a:gd name="connsiteX21" fmla="*/ 15787 w 27941"/>
                  <a:gd name="connsiteY21" fmla="*/ 21934 h 41911"/>
                  <a:gd name="connsiteX22" fmla="*/ 6007 w 27941"/>
                  <a:gd name="connsiteY22" fmla="*/ 42051 h 41911"/>
                  <a:gd name="connsiteX23" fmla="*/ 4051 w 27941"/>
                  <a:gd name="connsiteY23" fmla="*/ 41213 h 41911"/>
                  <a:gd name="connsiteX24" fmla="*/ 7963 w 27941"/>
                  <a:gd name="connsiteY24" fmla="*/ 20816 h 41911"/>
                  <a:gd name="connsiteX25" fmla="*/ 9081 w 27941"/>
                  <a:gd name="connsiteY25" fmla="*/ 19978 h 41911"/>
                  <a:gd name="connsiteX26" fmla="*/ 9919 w 27941"/>
                  <a:gd name="connsiteY26" fmla="*/ 18860 h 41911"/>
                  <a:gd name="connsiteX27" fmla="*/ 10478 w 27941"/>
                  <a:gd name="connsiteY27" fmla="*/ 17463 h 41911"/>
                  <a:gd name="connsiteX28" fmla="*/ 10757 w 27941"/>
                  <a:gd name="connsiteY28" fmla="*/ 16066 h 41911"/>
                  <a:gd name="connsiteX29" fmla="*/ 9919 w 27941"/>
                  <a:gd name="connsiteY29" fmla="*/ 14110 h 41911"/>
                  <a:gd name="connsiteX30" fmla="*/ 8243 w 27941"/>
                  <a:gd name="connsiteY30" fmla="*/ 14110 h 41911"/>
                  <a:gd name="connsiteX31" fmla="*/ 7125 w 27941"/>
                  <a:gd name="connsiteY31" fmla="*/ 14948 h 41911"/>
                  <a:gd name="connsiteX32" fmla="*/ 6287 w 27941"/>
                  <a:gd name="connsiteY32" fmla="*/ 16066 h 41911"/>
                  <a:gd name="connsiteX33" fmla="*/ 5728 w 27941"/>
                  <a:gd name="connsiteY33" fmla="*/ 17463 h 41911"/>
                  <a:gd name="connsiteX34" fmla="*/ 5449 w 27941"/>
                  <a:gd name="connsiteY34" fmla="*/ 18860 h 41911"/>
                  <a:gd name="connsiteX35" fmla="*/ 6287 w 27941"/>
                  <a:gd name="connsiteY35" fmla="*/ 20816 h 41911"/>
                  <a:gd name="connsiteX36" fmla="*/ 7963 w 27941"/>
                  <a:gd name="connsiteY36" fmla="*/ 20816 h 41911"/>
                  <a:gd name="connsiteX37" fmla="*/ 21934 w 27941"/>
                  <a:gd name="connsiteY37" fmla="*/ 33110 h 41911"/>
                  <a:gd name="connsiteX38" fmla="*/ 19699 w 27941"/>
                  <a:gd name="connsiteY38" fmla="*/ 33948 h 41911"/>
                  <a:gd name="connsiteX39" fmla="*/ 17743 w 27941"/>
                  <a:gd name="connsiteY39" fmla="*/ 33669 h 41911"/>
                  <a:gd name="connsiteX40" fmla="*/ 16346 w 27941"/>
                  <a:gd name="connsiteY40" fmla="*/ 32551 h 41911"/>
                  <a:gd name="connsiteX41" fmla="*/ 15787 w 27941"/>
                  <a:gd name="connsiteY41" fmla="*/ 30316 h 41911"/>
                  <a:gd name="connsiteX42" fmla="*/ 16346 w 27941"/>
                  <a:gd name="connsiteY42" fmla="*/ 27522 h 41911"/>
                  <a:gd name="connsiteX43" fmla="*/ 17743 w 27941"/>
                  <a:gd name="connsiteY43" fmla="*/ 24728 h 41911"/>
                  <a:gd name="connsiteX44" fmla="*/ 19699 w 27941"/>
                  <a:gd name="connsiteY44" fmla="*/ 22213 h 41911"/>
                  <a:gd name="connsiteX45" fmla="*/ 21934 w 27941"/>
                  <a:gd name="connsiteY45" fmla="*/ 20257 h 41911"/>
                  <a:gd name="connsiteX46" fmla="*/ 24169 w 27941"/>
                  <a:gd name="connsiteY46" fmla="*/ 19419 h 41911"/>
                  <a:gd name="connsiteX47" fmla="*/ 26125 w 27941"/>
                  <a:gd name="connsiteY47" fmla="*/ 19698 h 41911"/>
                  <a:gd name="connsiteX48" fmla="*/ 27243 w 27941"/>
                  <a:gd name="connsiteY48" fmla="*/ 21096 h 41911"/>
                  <a:gd name="connsiteX49" fmla="*/ 27801 w 27941"/>
                  <a:gd name="connsiteY49" fmla="*/ 23331 h 41911"/>
                  <a:gd name="connsiteX50" fmla="*/ 27243 w 27941"/>
                  <a:gd name="connsiteY50" fmla="*/ 26125 h 41911"/>
                  <a:gd name="connsiteX51" fmla="*/ 26125 w 27941"/>
                  <a:gd name="connsiteY51" fmla="*/ 28919 h 41911"/>
                  <a:gd name="connsiteX52" fmla="*/ 24169 w 27941"/>
                  <a:gd name="connsiteY52" fmla="*/ 31434 h 41911"/>
                  <a:gd name="connsiteX53" fmla="*/ 21934 w 27941"/>
                  <a:gd name="connsiteY53" fmla="*/ 33110 h 41911"/>
                  <a:gd name="connsiteX54" fmla="*/ 21934 w 27941"/>
                  <a:gd name="connsiteY54" fmla="*/ 30316 h 41911"/>
                  <a:gd name="connsiteX55" fmla="*/ 23051 w 27941"/>
                  <a:gd name="connsiteY55" fmla="*/ 29478 h 41911"/>
                  <a:gd name="connsiteX56" fmla="*/ 23890 w 27941"/>
                  <a:gd name="connsiteY56" fmla="*/ 28360 h 41911"/>
                  <a:gd name="connsiteX57" fmla="*/ 24448 w 27941"/>
                  <a:gd name="connsiteY57" fmla="*/ 26963 h 41911"/>
                  <a:gd name="connsiteX58" fmla="*/ 24728 w 27941"/>
                  <a:gd name="connsiteY58" fmla="*/ 25566 h 41911"/>
                  <a:gd name="connsiteX59" fmla="*/ 24448 w 27941"/>
                  <a:gd name="connsiteY59" fmla="*/ 24169 h 41911"/>
                  <a:gd name="connsiteX60" fmla="*/ 23890 w 27941"/>
                  <a:gd name="connsiteY60" fmla="*/ 23331 h 41911"/>
                  <a:gd name="connsiteX61" fmla="*/ 23051 w 27941"/>
                  <a:gd name="connsiteY61" fmla="*/ 23051 h 41911"/>
                  <a:gd name="connsiteX62" fmla="*/ 22213 w 27941"/>
                  <a:gd name="connsiteY62" fmla="*/ 23331 h 41911"/>
                  <a:gd name="connsiteX63" fmla="*/ 21096 w 27941"/>
                  <a:gd name="connsiteY63" fmla="*/ 24169 h 41911"/>
                  <a:gd name="connsiteX64" fmla="*/ 20257 w 27941"/>
                  <a:gd name="connsiteY64" fmla="*/ 25287 h 41911"/>
                  <a:gd name="connsiteX65" fmla="*/ 19699 w 27941"/>
                  <a:gd name="connsiteY65" fmla="*/ 26684 h 41911"/>
                  <a:gd name="connsiteX66" fmla="*/ 19419 w 27941"/>
                  <a:gd name="connsiteY66" fmla="*/ 28081 h 41911"/>
                  <a:gd name="connsiteX67" fmla="*/ 20257 w 27941"/>
                  <a:gd name="connsiteY67" fmla="*/ 30037 h 41911"/>
                  <a:gd name="connsiteX68" fmla="*/ 21934 w 27941"/>
                  <a:gd name="connsiteY68" fmla="*/ 30316 h 4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27941" h="41911">
                    <a:moveTo>
                      <a:pt x="7963" y="23610"/>
                    </a:moveTo>
                    <a:cubicBezTo>
                      <a:pt x="7125" y="24169"/>
                      <a:pt x="6287" y="24448"/>
                      <a:pt x="5728" y="24448"/>
                    </a:cubicBezTo>
                    <a:cubicBezTo>
                      <a:pt x="4890" y="24448"/>
                      <a:pt x="4331" y="24448"/>
                      <a:pt x="3772" y="24169"/>
                    </a:cubicBezTo>
                    <a:cubicBezTo>
                      <a:pt x="3213" y="23890"/>
                      <a:pt x="2934" y="23610"/>
                      <a:pt x="2654" y="22772"/>
                    </a:cubicBezTo>
                    <a:cubicBezTo>
                      <a:pt x="2375" y="22213"/>
                      <a:pt x="2096" y="21375"/>
                      <a:pt x="2096" y="20537"/>
                    </a:cubicBezTo>
                    <a:cubicBezTo>
                      <a:pt x="2096" y="19698"/>
                      <a:pt x="2375" y="18860"/>
                      <a:pt x="2654" y="17743"/>
                    </a:cubicBezTo>
                    <a:cubicBezTo>
                      <a:pt x="2934" y="16904"/>
                      <a:pt x="3493" y="15787"/>
                      <a:pt x="3772" y="14948"/>
                    </a:cubicBezTo>
                    <a:cubicBezTo>
                      <a:pt x="4331" y="14110"/>
                      <a:pt x="4890" y="13272"/>
                      <a:pt x="5728" y="12434"/>
                    </a:cubicBezTo>
                    <a:cubicBezTo>
                      <a:pt x="6566" y="11596"/>
                      <a:pt x="7125" y="11037"/>
                      <a:pt x="7963" y="10478"/>
                    </a:cubicBezTo>
                    <a:cubicBezTo>
                      <a:pt x="8802" y="9919"/>
                      <a:pt x="9640" y="9640"/>
                      <a:pt x="10199" y="9640"/>
                    </a:cubicBezTo>
                    <a:cubicBezTo>
                      <a:pt x="11037" y="9640"/>
                      <a:pt x="11596" y="9640"/>
                      <a:pt x="12154" y="9919"/>
                    </a:cubicBezTo>
                    <a:cubicBezTo>
                      <a:pt x="12713" y="10198"/>
                      <a:pt x="12993" y="10478"/>
                      <a:pt x="13551" y="11316"/>
                    </a:cubicBezTo>
                    <a:cubicBezTo>
                      <a:pt x="13831" y="11875"/>
                      <a:pt x="14110" y="12713"/>
                      <a:pt x="14110" y="13551"/>
                    </a:cubicBezTo>
                    <a:cubicBezTo>
                      <a:pt x="14110" y="14390"/>
                      <a:pt x="13831" y="15228"/>
                      <a:pt x="13551" y="16346"/>
                    </a:cubicBezTo>
                    <a:cubicBezTo>
                      <a:pt x="13272" y="17184"/>
                      <a:pt x="12713" y="18301"/>
                      <a:pt x="12154" y="19140"/>
                    </a:cubicBezTo>
                    <a:cubicBezTo>
                      <a:pt x="11596" y="19978"/>
                      <a:pt x="11037" y="20816"/>
                      <a:pt x="10199" y="21654"/>
                    </a:cubicBezTo>
                    <a:cubicBezTo>
                      <a:pt x="9640" y="22493"/>
                      <a:pt x="8802" y="23051"/>
                      <a:pt x="7963" y="23610"/>
                    </a:cubicBezTo>
                    <a:close/>
                    <a:moveTo>
                      <a:pt x="4051" y="41213"/>
                    </a:moveTo>
                    <a:lnTo>
                      <a:pt x="14110" y="21654"/>
                    </a:lnTo>
                    <a:lnTo>
                      <a:pt x="23331" y="2096"/>
                    </a:lnTo>
                    <a:lnTo>
                      <a:pt x="25566" y="2934"/>
                    </a:lnTo>
                    <a:lnTo>
                      <a:pt x="15787" y="21934"/>
                    </a:lnTo>
                    <a:lnTo>
                      <a:pt x="6007" y="42051"/>
                    </a:lnTo>
                    <a:lnTo>
                      <a:pt x="4051" y="41213"/>
                    </a:lnTo>
                    <a:close/>
                    <a:moveTo>
                      <a:pt x="7963" y="20816"/>
                    </a:moveTo>
                    <a:cubicBezTo>
                      <a:pt x="8243" y="20537"/>
                      <a:pt x="8522" y="20257"/>
                      <a:pt x="9081" y="19978"/>
                    </a:cubicBezTo>
                    <a:cubicBezTo>
                      <a:pt x="9360" y="19698"/>
                      <a:pt x="9640" y="19140"/>
                      <a:pt x="9919" y="18860"/>
                    </a:cubicBezTo>
                    <a:cubicBezTo>
                      <a:pt x="10199" y="18301"/>
                      <a:pt x="10478" y="18022"/>
                      <a:pt x="10478" y="17463"/>
                    </a:cubicBezTo>
                    <a:cubicBezTo>
                      <a:pt x="10478" y="16904"/>
                      <a:pt x="10757" y="16346"/>
                      <a:pt x="10757" y="16066"/>
                    </a:cubicBezTo>
                    <a:cubicBezTo>
                      <a:pt x="10757" y="15228"/>
                      <a:pt x="10478" y="14390"/>
                      <a:pt x="9919" y="14110"/>
                    </a:cubicBezTo>
                    <a:cubicBezTo>
                      <a:pt x="9360" y="13831"/>
                      <a:pt x="8802" y="13831"/>
                      <a:pt x="8243" y="14110"/>
                    </a:cubicBezTo>
                    <a:cubicBezTo>
                      <a:pt x="7963" y="14390"/>
                      <a:pt x="7684" y="14669"/>
                      <a:pt x="7125" y="14948"/>
                    </a:cubicBezTo>
                    <a:cubicBezTo>
                      <a:pt x="6846" y="15228"/>
                      <a:pt x="6566" y="15787"/>
                      <a:pt x="6287" y="16066"/>
                    </a:cubicBezTo>
                    <a:cubicBezTo>
                      <a:pt x="6007" y="16625"/>
                      <a:pt x="5728" y="16904"/>
                      <a:pt x="5728" y="17463"/>
                    </a:cubicBezTo>
                    <a:cubicBezTo>
                      <a:pt x="5728" y="18022"/>
                      <a:pt x="5449" y="18301"/>
                      <a:pt x="5449" y="18860"/>
                    </a:cubicBezTo>
                    <a:cubicBezTo>
                      <a:pt x="5449" y="19698"/>
                      <a:pt x="5728" y="20537"/>
                      <a:pt x="6287" y="20816"/>
                    </a:cubicBezTo>
                    <a:cubicBezTo>
                      <a:pt x="6846" y="21096"/>
                      <a:pt x="7404" y="21096"/>
                      <a:pt x="7963" y="20816"/>
                    </a:cubicBezTo>
                    <a:close/>
                    <a:moveTo>
                      <a:pt x="21934" y="33110"/>
                    </a:moveTo>
                    <a:cubicBezTo>
                      <a:pt x="21096" y="33669"/>
                      <a:pt x="20257" y="33948"/>
                      <a:pt x="19699" y="33948"/>
                    </a:cubicBezTo>
                    <a:cubicBezTo>
                      <a:pt x="18860" y="33948"/>
                      <a:pt x="18301" y="33948"/>
                      <a:pt x="17743" y="33669"/>
                    </a:cubicBezTo>
                    <a:cubicBezTo>
                      <a:pt x="17184" y="33390"/>
                      <a:pt x="16904" y="33110"/>
                      <a:pt x="16346" y="32551"/>
                    </a:cubicBezTo>
                    <a:cubicBezTo>
                      <a:pt x="16066" y="31993"/>
                      <a:pt x="15787" y="31154"/>
                      <a:pt x="15787" y="30316"/>
                    </a:cubicBezTo>
                    <a:cubicBezTo>
                      <a:pt x="15787" y="29478"/>
                      <a:pt x="16066" y="28640"/>
                      <a:pt x="16346" y="27522"/>
                    </a:cubicBezTo>
                    <a:cubicBezTo>
                      <a:pt x="16625" y="26684"/>
                      <a:pt x="17184" y="25566"/>
                      <a:pt x="17743" y="24728"/>
                    </a:cubicBezTo>
                    <a:cubicBezTo>
                      <a:pt x="18301" y="23890"/>
                      <a:pt x="18860" y="23051"/>
                      <a:pt x="19699" y="22213"/>
                    </a:cubicBezTo>
                    <a:cubicBezTo>
                      <a:pt x="20537" y="21375"/>
                      <a:pt x="21096" y="20816"/>
                      <a:pt x="21934" y="20257"/>
                    </a:cubicBezTo>
                    <a:cubicBezTo>
                      <a:pt x="22772" y="19698"/>
                      <a:pt x="23610" y="19419"/>
                      <a:pt x="24169" y="19419"/>
                    </a:cubicBezTo>
                    <a:cubicBezTo>
                      <a:pt x="25007" y="19419"/>
                      <a:pt x="25566" y="19419"/>
                      <a:pt x="26125" y="19698"/>
                    </a:cubicBezTo>
                    <a:cubicBezTo>
                      <a:pt x="26684" y="19978"/>
                      <a:pt x="26963" y="20257"/>
                      <a:pt x="27243" y="21096"/>
                    </a:cubicBezTo>
                    <a:cubicBezTo>
                      <a:pt x="27522" y="21654"/>
                      <a:pt x="27801" y="22493"/>
                      <a:pt x="27801" y="23331"/>
                    </a:cubicBezTo>
                    <a:cubicBezTo>
                      <a:pt x="27801" y="24169"/>
                      <a:pt x="27522" y="25007"/>
                      <a:pt x="27243" y="26125"/>
                    </a:cubicBezTo>
                    <a:cubicBezTo>
                      <a:pt x="26963" y="26963"/>
                      <a:pt x="26404" y="28081"/>
                      <a:pt x="26125" y="28919"/>
                    </a:cubicBezTo>
                    <a:cubicBezTo>
                      <a:pt x="25566" y="29757"/>
                      <a:pt x="25007" y="30596"/>
                      <a:pt x="24169" y="31434"/>
                    </a:cubicBezTo>
                    <a:cubicBezTo>
                      <a:pt x="23610" y="31993"/>
                      <a:pt x="22772" y="32831"/>
                      <a:pt x="21934" y="33110"/>
                    </a:cubicBezTo>
                    <a:close/>
                    <a:moveTo>
                      <a:pt x="21934" y="30316"/>
                    </a:moveTo>
                    <a:cubicBezTo>
                      <a:pt x="22213" y="30037"/>
                      <a:pt x="22493" y="29757"/>
                      <a:pt x="23051" y="29478"/>
                    </a:cubicBezTo>
                    <a:cubicBezTo>
                      <a:pt x="23331" y="29198"/>
                      <a:pt x="23610" y="28640"/>
                      <a:pt x="23890" y="28360"/>
                    </a:cubicBezTo>
                    <a:cubicBezTo>
                      <a:pt x="24169" y="27801"/>
                      <a:pt x="24448" y="27522"/>
                      <a:pt x="24448" y="26963"/>
                    </a:cubicBezTo>
                    <a:cubicBezTo>
                      <a:pt x="24448" y="26404"/>
                      <a:pt x="24728" y="26125"/>
                      <a:pt x="24728" y="25566"/>
                    </a:cubicBezTo>
                    <a:cubicBezTo>
                      <a:pt x="24728" y="25007"/>
                      <a:pt x="24728" y="24728"/>
                      <a:pt x="24448" y="24169"/>
                    </a:cubicBezTo>
                    <a:cubicBezTo>
                      <a:pt x="24169" y="23890"/>
                      <a:pt x="24169" y="23610"/>
                      <a:pt x="23890" y="23331"/>
                    </a:cubicBezTo>
                    <a:cubicBezTo>
                      <a:pt x="23610" y="23051"/>
                      <a:pt x="23331" y="23051"/>
                      <a:pt x="23051" y="23051"/>
                    </a:cubicBezTo>
                    <a:cubicBezTo>
                      <a:pt x="22772" y="23051"/>
                      <a:pt x="22493" y="23051"/>
                      <a:pt x="22213" y="23331"/>
                    </a:cubicBezTo>
                    <a:cubicBezTo>
                      <a:pt x="21934" y="23610"/>
                      <a:pt x="21654" y="23890"/>
                      <a:pt x="21096" y="24169"/>
                    </a:cubicBezTo>
                    <a:cubicBezTo>
                      <a:pt x="20816" y="24448"/>
                      <a:pt x="20537" y="25007"/>
                      <a:pt x="20257" y="25287"/>
                    </a:cubicBezTo>
                    <a:cubicBezTo>
                      <a:pt x="19978" y="25846"/>
                      <a:pt x="19699" y="26125"/>
                      <a:pt x="19699" y="26684"/>
                    </a:cubicBezTo>
                    <a:cubicBezTo>
                      <a:pt x="19699" y="27243"/>
                      <a:pt x="19419" y="27801"/>
                      <a:pt x="19419" y="28081"/>
                    </a:cubicBezTo>
                    <a:cubicBezTo>
                      <a:pt x="19419" y="28919"/>
                      <a:pt x="19699" y="29757"/>
                      <a:pt x="20257" y="30037"/>
                    </a:cubicBezTo>
                    <a:cubicBezTo>
                      <a:pt x="20537" y="30875"/>
                      <a:pt x="21096" y="30875"/>
                      <a:pt x="21934" y="30316"/>
                    </a:cubicBez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6" name="Forma libre 45">
                <a:extLst>
                  <a:ext uri="{FF2B5EF4-FFF2-40B4-BE49-F238E27FC236}">
                    <a16:creationId xmlns:a16="http://schemas.microsoft.com/office/drawing/2014/main" id="{8B99E6EE-0CAC-E243-B590-3B4EE6F0B0DF}"/>
                  </a:ext>
                </a:extLst>
              </p:cNvPr>
              <p:cNvSpPr/>
              <p:nvPr/>
            </p:nvSpPr>
            <p:spPr>
              <a:xfrm>
                <a:off x="2175668" y="5113393"/>
                <a:ext cx="1484446" cy="864231"/>
              </a:xfrm>
              <a:custGeom>
                <a:avLst/>
                <a:gdLst>
                  <a:gd name="connsiteX0" fmla="*/ 402932 w 407940"/>
                  <a:gd name="connsiteY0" fmla="*/ 126742 h 237499"/>
                  <a:gd name="connsiteX1" fmla="*/ 218520 w 407940"/>
                  <a:gd name="connsiteY1" fmla="*/ 233198 h 237499"/>
                  <a:gd name="connsiteX2" fmla="*/ 189182 w 407940"/>
                  <a:gd name="connsiteY2" fmla="*/ 232080 h 237499"/>
                  <a:gd name="connsiteX3" fmla="*/ 9241 w 407940"/>
                  <a:gd name="connsiteY3" fmla="*/ 128139 h 237499"/>
                  <a:gd name="connsiteX4" fmla="*/ 7006 w 407940"/>
                  <a:gd name="connsiteY4" fmla="*/ 111375 h 237499"/>
                  <a:gd name="connsiteX5" fmla="*/ 191138 w 407940"/>
                  <a:gd name="connsiteY5" fmla="*/ 4919 h 237499"/>
                  <a:gd name="connsiteX6" fmla="*/ 220476 w 407940"/>
                  <a:gd name="connsiteY6" fmla="*/ 6037 h 237499"/>
                  <a:gd name="connsiteX7" fmla="*/ 400417 w 407940"/>
                  <a:gd name="connsiteY7" fmla="*/ 109978 h 237499"/>
                  <a:gd name="connsiteX8" fmla="*/ 402932 w 407940"/>
                  <a:gd name="connsiteY8" fmla="*/ 126742 h 23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940" h="237499">
                    <a:moveTo>
                      <a:pt x="402932" y="126742"/>
                    </a:moveTo>
                    <a:lnTo>
                      <a:pt x="218520" y="233198"/>
                    </a:lnTo>
                    <a:cubicBezTo>
                      <a:pt x="210976" y="237389"/>
                      <a:pt x="197844" y="236830"/>
                      <a:pt x="189182" y="232080"/>
                    </a:cubicBezTo>
                    <a:lnTo>
                      <a:pt x="9241" y="128139"/>
                    </a:lnTo>
                    <a:cubicBezTo>
                      <a:pt x="579" y="123110"/>
                      <a:pt x="-259" y="115566"/>
                      <a:pt x="7006" y="111375"/>
                    </a:cubicBezTo>
                    <a:lnTo>
                      <a:pt x="191138" y="4919"/>
                    </a:lnTo>
                    <a:cubicBezTo>
                      <a:pt x="198682" y="728"/>
                      <a:pt x="211814" y="1287"/>
                      <a:pt x="220476" y="6037"/>
                    </a:cubicBezTo>
                    <a:lnTo>
                      <a:pt x="400417" y="109978"/>
                    </a:lnTo>
                    <a:cubicBezTo>
                      <a:pt x="409358" y="114728"/>
                      <a:pt x="410196" y="122551"/>
                      <a:pt x="402932" y="126742"/>
                    </a:cubicBezTo>
                    <a:close/>
                  </a:path>
                </a:pathLst>
              </a:custGeom>
              <a:solidFill>
                <a:srgbClr val="B6B6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7" name="Forma libre 46">
                <a:extLst>
                  <a:ext uri="{FF2B5EF4-FFF2-40B4-BE49-F238E27FC236}">
                    <a16:creationId xmlns:a16="http://schemas.microsoft.com/office/drawing/2014/main" id="{DD6CCF62-42C3-7E4D-AF9D-B6C2B4491ACF}"/>
                  </a:ext>
                </a:extLst>
              </p:cNvPr>
              <p:cNvSpPr/>
              <p:nvPr/>
            </p:nvSpPr>
            <p:spPr>
              <a:xfrm>
                <a:off x="2176687" y="5079842"/>
                <a:ext cx="1484446" cy="864231"/>
              </a:xfrm>
              <a:custGeom>
                <a:avLst/>
                <a:gdLst>
                  <a:gd name="connsiteX0" fmla="*/ 402652 w 407940"/>
                  <a:gd name="connsiteY0" fmla="*/ 126742 h 237499"/>
                  <a:gd name="connsiteX1" fmla="*/ 218520 w 407940"/>
                  <a:gd name="connsiteY1" fmla="*/ 233198 h 237499"/>
                  <a:gd name="connsiteX2" fmla="*/ 189182 w 407940"/>
                  <a:gd name="connsiteY2" fmla="*/ 232080 h 237499"/>
                  <a:gd name="connsiteX3" fmla="*/ 9241 w 407940"/>
                  <a:gd name="connsiteY3" fmla="*/ 128139 h 237499"/>
                  <a:gd name="connsiteX4" fmla="*/ 7006 w 407940"/>
                  <a:gd name="connsiteY4" fmla="*/ 111375 h 237499"/>
                  <a:gd name="connsiteX5" fmla="*/ 191138 w 407940"/>
                  <a:gd name="connsiteY5" fmla="*/ 4919 h 237499"/>
                  <a:gd name="connsiteX6" fmla="*/ 220476 w 407940"/>
                  <a:gd name="connsiteY6" fmla="*/ 6037 h 237499"/>
                  <a:gd name="connsiteX7" fmla="*/ 400417 w 407940"/>
                  <a:gd name="connsiteY7" fmla="*/ 109978 h 237499"/>
                  <a:gd name="connsiteX8" fmla="*/ 402652 w 407940"/>
                  <a:gd name="connsiteY8" fmla="*/ 126742 h 23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940" h="237499">
                    <a:moveTo>
                      <a:pt x="402652" y="126742"/>
                    </a:moveTo>
                    <a:lnTo>
                      <a:pt x="218520" y="233198"/>
                    </a:lnTo>
                    <a:cubicBezTo>
                      <a:pt x="210976" y="237389"/>
                      <a:pt x="197844" y="236830"/>
                      <a:pt x="189182" y="232080"/>
                    </a:cubicBezTo>
                    <a:lnTo>
                      <a:pt x="9241" y="128139"/>
                    </a:lnTo>
                    <a:cubicBezTo>
                      <a:pt x="579" y="123110"/>
                      <a:pt x="-259" y="115566"/>
                      <a:pt x="7006" y="111375"/>
                    </a:cubicBezTo>
                    <a:lnTo>
                      <a:pt x="191138" y="4919"/>
                    </a:lnTo>
                    <a:cubicBezTo>
                      <a:pt x="198682" y="728"/>
                      <a:pt x="211814" y="1287"/>
                      <a:pt x="220476" y="6037"/>
                    </a:cubicBezTo>
                    <a:lnTo>
                      <a:pt x="400417" y="109978"/>
                    </a:lnTo>
                    <a:cubicBezTo>
                      <a:pt x="409079" y="115007"/>
                      <a:pt x="409917" y="122551"/>
                      <a:pt x="402652" y="126742"/>
                    </a:cubicBezTo>
                    <a:close/>
                  </a:path>
                </a:pathLst>
              </a:custGeom>
              <a:solidFill>
                <a:srgbClr val="E8E8F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8" name="Forma libre 47">
                <a:extLst>
                  <a:ext uri="{FF2B5EF4-FFF2-40B4-BE49-F238E27FC236}">
                    <a16:creationId xmlns:a16="http://schemas.microsoft.com/office/drawing/2014/main" id="{A7BFCD53-FC7D-274D-85FA-EF3004F8C6E1}"/>
                  </a:ext>
                </a:extLst>
              </p:cNvPr>
              <p:cNvSpPr/>
              <p:nvPr/>
            </p:nvSpPr>
            <p:spPr>
              <a:xfrm>
                <a:off x="2719564" y="5608343"/>
                <a:ext cx="264354" cy="152513"/>
              </a:xfrm>
              <a:custGeom>
                <a:avLst/>
                <a:gdLst>
                  <a:gd name="connsiteX0" fmla="*/ 37200 w 72646"/>
                  <a:gd name="connsiteY0" fmla="*/ 40181 h 41911"/>
                  <a:gd name="connsiteX1" fmla="*/ 68214 w 72646"/>
                  <a:gd name="connsiteY1" fmla="*/ 22299 h 41911"/>
                  <a:gd name="connsiteX2" fmla="*/ 66538 w 72646"/>
                  <a:gd name="connsiteY2" fmla="*/ 9446 h 41911"/>
                  <a:gd name="connsiteX3" fmla="*/ 59273 w 72646"/>
                  <a:gd name="connsiteY3" fmla="*/ 5255 h 41911"/>
                  <a:gd name="connsiteX4" fmla="*/ 36920 w 72646"/>
                  <a:gd name="connsiteY4" fmla="*/ 4417 h 41911"/>
                  <a:gd name="connsiteX5" fmla="*/ 5906 w 72646"/>
                  <a:gd name="connsiteY5" fmla="*/ 22299 h 41911"/>
                  <a:gd name="connsiteX6" fmla="*/ 7582 w 72646"/>
                  <a:gd name="connsiteY6" fmla="*/ 35152 h 41911"/>
                  <a:gd name="connsiteX7" fmla="*/ 14847 w 72646"/>
                  <a:gd name="connsiteY7" fmla="*/ 39343 h 41911"/>
                  <a:gd name="connsiteX8" fmla="*/ 37200 w 72646"/>
                  <a:gd name="connsiteY8" fmla="*/ 40181 h 4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646" h="41911">
                    <a:moveTo>
                      <a:pt x="37200" y="40181"/>
                    </a:moveTo>
                    <a:lnTo>
                      <a:pt x="68214" y="22299"/>
                    </a:lnTo>
                    <a:cubicBezTo>
                      <a:pt x="73803" y="18946"/>
                      <a:pt x="73244" y="13358"/>
                      <a:pt x="66538" y="9446"/>
                    </a:cubicBezTo>
                    <a:lnTo>
                      <a:pt x="59273" y="5255"/>
                    </a:lnTo>
                    <a:cubicBezTo>
                      <a:pt x="52567" y="1343"/>
                      <a:pt x="42788" y="1064"/>
                      <a:pt x="36920" y="4417"/>
                    </a:cubicBezTo>
                    <a:lnTo>
                      <a:pt x="5906" y="22299"/>
                    </a:lnTo>
                    <a:cubicBezTo>
                      <a:pt x="318" y="25652"/>
                      <a:pt x="876" y="31240"/>
                      <a:pt x="7582" y="35152"/>
                    </a:cubicBezTo>
                    <a:lnTo>
                      <a:pt x="14847" y="39343"/>
                    </a:lnTo>
                    <a:cubicBezTo>
                      <a:pt x="21553" y="42976"/>
                      <a:pt x="31612" y="43534"/>
                      <a:pt x="37200" y="40181"/>
                    </a:cubicBez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9" name="Forma libre 48">
                <a:extLst>
                  <a:ext uri="{FF2B5EF4-FFF2-40B4-BE49-F238E27FC236}">
                    <a16:creationId xmlns:a16="http://schemas.microsoft.com/office/drawing/2014/main" id="{464F07DF-6D4C-B940-92B3-D017603B1A45}"/>
                  </a:ext>
                </a:extLst>
              </p:cNvPr>
              <p:cNvSpPr/>
              <p:nvPr/>
            </p:nvSpPr>
            <p:spPr>
              <a:xfrm>
                <a:off x="2946296" y="5396189"/>
                <a:ext cx="406696" cy="233853"/>
              </a:xfrm>
              <a:custGeom>
                <a:avLst/>
                <a:gdLst>
                  <a:gd name="connsiteX0" fmla="*/ 75479 w 111764"/>
                  <a:gd name="connsiteY0" fmla="*/ 4322 h 64264"/>
                  <a:gd name="connsiteX1" fmla="*/ 5906 w 111764"/>
                  <a:gd name="connsiteY1" fmla="*/ 44557 h 64264"/>
                  <a:gd name="connsiteX2" fmla="*/ 7582 w 111764"/>
                  <a:gd name="connsiteY2" fmla="*/ 57410 h 64264"/>
                  <a:gd name="connsiteX3" fmla="*/ 14847 w 111764"/>
                  <a:gd name="connsiteY3" fmla="*/ 61601 h 64264"/>
                  <a:gd name="connsiteX4" fmla="*/ 37200 w 111764"/>
                  <a:gd name="connsiteY4" fmla="*/ 62440 h 64264"/>
                  <a:gd name="connsiteX5" fmla="*/ 106773 w 111764"/>
                  <a:gd name="connsiteY5" fmla="*/ 22204 h 64264"/>
                  <a:gd name="connsiteX6" fmla="*/ 105097 w 111764"/>
                  <a:gd name="connsiteY6" fmla="*/ 9351 h 64264"/>
                  <a:gd name="connsiteX7" fmla="*/ 97832 w 111764"/>
                  <a:gd name="connsiteY7" fmla="*/ 5160 h 64264"/>
                  <a:gd name="connsiteX8" fmla="*/ 75479 w 111764"/>
                  <a:gd name="connsiteY8" fmla="*/ 4322 h 64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764" h="64264">
                    <a:moveTo>
                      <a:pt x="75479" y="4322"/>
                    </a:moveTo>
                    <a:lnTo>
                      <a:pt x="5906" y="44557"/>
                    </a:lnTo>
                    <a:cubicBezTo>
                      <a:pt x="318" y="47910"/>
                      <a:pt x="876" y="53498"/>
                      <a:pt x="7582" y="57410"/>
                    </a:cubicBezTo>
                    <a:lnTo>
                      <a:pt x="14847" y="61601"/>
                    </a:lnTo>
                    <a:cubicBezTo>
                      <a:pt x="21553" y="65513"/>
                      <a:pt x="31332" y="65792"/>
                      <a:pt x="37200" y="62440"/>
                    </a:cubicBezTo>
                    <a:lnTo>
                      <a:pt x="106773" y="22204"/>
                    </a:lnTo>
                    <a:cubicBezTo>
                      <a:pt x="112361" y="18851"/>
                      <a:pt x="111803" y="13263"/>
                      <a:pt x="105097" y="9351"/>
                    </a:cubicBezTo>
                    <a:lnTo>
                      <a:pt x="97832" y="5160"/>
                    </a:lnTo>
                    <a:cubicBezTo>
                      <a:pt x="91126" y="1528"/>
                      <a:pt x="81067" y="969"/>
                      <a:pt x="75479" y="4322"/>
                    </a:cubicBez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0" name="Forma libre 49">
                <a:extLst>
                  <a:ext uri="{FF2B5EF4-FFF2-40B4-BE49-F238E27FC236}">
                    <a16:creationId xmlns:a16="http://schemas.microsoft.com/office/drawing/2014/main" id="{1BC2C6D8-B166-3440-BBEC-F36547CCC254}"/>
                  </a:ext>
                </a:extLst>
              </p:cNvPr>
              <p:cNvSpPr/>
              <p:nvPr/>
            </p:nvSpPr>
            <p:spPr>
              <a:xfrm>
                <a:off x="2855437" y="5474447"/>
                <a:ext cx="589710" cy="345694"/>
              </a:xfrm>
              <a:custGeom>
                <a:avLst/>
                <a:gdLst>
                  <a:gd name="connsiteX0" fmla="*/ 9360 w 162058"/>
                  <a:gd name="connsiteY0" fmla="*/ 94301 h 94999"/>
                  <a:gd name="connsiteX1" fmla="*/ 161639 w 162058"/>
                  <a:gd name="connsiteY1" fmla="*/ 6287 h 94999"/>
                  <a:gd name="connsiteX2" fmla="*/ 154654 w 162058"/>
                  <a:gd name="connsiteY2" fmla="*/ 2096 h 94999"/>
                  <a:gd name="connsiteX3" fmla="*/ 2096 w 162058"/>
                  <a:gd name="connsiteY3" fmla="*/ 90110 h 94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2058" h="94999">
                    <a:moveTo>
                      <a:pt x="9360" y="94301"/>
                    </a:moveTo>
                    <a:lnTo>
                      <a:pt x="161639" y="6287"/>
                    </a:lnTo>
                    <a:lnTo>
                      <a:pt x="154654" y="2096"/>
                    </a:lnTo>
                    <a:lnTo>
                      <a:pt x="2096" y="90110"/>
                    </a:ln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1" name="Forma libre 50">
                <a:extLst>
                  <a:ext uri="{FF2B5EF4-FFF2-40B4-BE49-F238E27FC236}">
                    <a16:creationId xmlns:a16="http://schemas.microsoft.com/office/drawing/2014/main" id="{86C1A416-467D-9D4A-BFDE-1A31B861D17C}"/>
                  </a:ext>
                </a:extLst>
              </p:cNvPr>
              <p:cNvSpPr/>
              <p:nvPr/>
            </p:nvSpPr>
            <p:spPr>
              <a:xfrm>
                <a:off x="2893055" y="5591371"/>
                <a:ext cx="427034" cy="254187"/>
              </a:xfrm>
              <a:custGeom>
                <a:avLst/>
                <a:gdLst>
                  <a:gd name="connsiteX0" fmla="*/ 9081 w 117352"/>
                  <a:gd name="connsiteY0" fmla="*/ 68037 h 69852"/>
                  <a:gd name="connsiteX1" fmla="*/ 116375 w 117352"/>
                  <a:gd name="connsiteY1" fmla="*/ 6007 h 69852"/>
                  <a:gd name="connsiteX2" fmla="*/ 109389 w 117352"/>
                  <a:gd name="connsiteY2" fmla="*/ 2096 h 69852"/>
                  <a:gd name="connsiteX3" fmla="*/ 2096 w 117352"/>
                  <a:gd name="connsiteY3" fmla="*/ 63845 h 69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352" h="69852">
                    <a:moveTo>
                      <a:pt x="9081" y="68037"/>
                    </a:moveTo>
                    <a:lnTo>
                      <a:pt x="116375" y="6007"/>
                    </a:lnTo>
                    <a:lnTo>
                      <a:pt x="109389" y="2096"/>
                    </a:lnTo>
                    <a:lnTo>
                      <a:pt x="2096" y="63845"/>
                    </a:ln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2" name="Forma libre 51">
                <a:extLst>
                  <a:ext uri="{FF2B5EF4-FFF2-40B4-BE49-F238E27FC236}">
                    <a16:creationId xmlns:a16="http://schemas.microsoft.com/office/drawing/2014/main" id="{8D1C0323-3051-A74B-86E3-7EDDAB5BBC16}"/>
                  </a:ext>
                </a:extLst>
              </p:cNvPr>
              <p:cNvSpPr/>
              <p:nvPr/>
            </p:nvSpPr>
            <p:spPr>
              <a:xfrm>
                <a:off x="2321660" y="5166815"/>
                <a:ext cx="884569" cy="518541"/>
              </a:xfrm>
              <a:custGeom>
                <a:avLst/>
                <a:gdLst>
                  <a:gd name="connsiteX0" fmla="*/ 238194 w 243087"/>
                  <a:gd name="connsiteY0" fmla="*/ 57297 h 142499"/>
                  <a:gd name="connsiteX1" fmla="*/ 97930 w 243087"/>
                  <a:gd name="connsiteY1" fmla="*/ 138326 h 142499"/>
                  <a:gd name="connsiteX2" fmla="*/ 76974 w 243087"/>
                  <a:gd name="connsiteY2" fmla="*/ 137488 h 142499"/>
                  <a:gd name="connsiteX3" fmla="*/ 7121 w 243087"/>
                  <a:gd name="connsiteY3" fmla="*/ 97253 h 142499"/>
                  <a:gd name="connsiteX4" fmla="*/ 5724 w 243087"/>
                  <a:gd name="connsiteY4" fmla="*/ 85238 h 142499"/>
                  <a:gd name="connsiteX5" fmla="*/ 145989 w 243087"/>
                  <a:gd name="connsiteY5" fmla="*/ 4209 h 142499"/>
                  <a:gd name="connsiteX6" fmla="*/ 166945 w 243087"/>
                  <a:gd name="connsiteY6" fmla="*/ 5047 h 142499"/>
                  <a:gd name="connsiteX7" fmla="*/ 236797 w 243087"/>
                  <a:gd name="connsiteY7" fmla="*/ 45282 h 142499"/>
                  <a:gd name="connsiteX8" fmla="*/ 238194 w 243087"/>
                  <a:gd name="connsiteY8" fmla="*/ 57297 h 14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3087" h="142499">
                    <a:moveTo>
                      <a:pt x="238194" y="57297"/>
                    </a:moveTo>
                    <a:lnTo>
                      <a:pt x="97930" y="138326"/>
                    </a:lnTo>
                    <a:cubicBezTo>
                      <a:pt x="92621" y="141399"/>
                      <a:pt x="83121" y="141120"/>
                      <a:pt x="76974" y="137488"/>
                    </a:cubicBezTo>
                    <a:lnTo>
                      <a:pt x="7121" y="97253"/>
                    </a:lnTo>
                    <a:cubicBezTo>
                      <a:pt x="974" y="93620"/>
                      <a:pt x="415" y="88311"/>
                      <a:pt x="5724" y="85238"/>
                    </a:cubicBezTo>
                    <a:lnTo>
                      <a:pt x="145989" y="4209"/>
                    </a:lnTo>
                    <a:cubicBezTo>
                      <a:pt x="151297" y="1135"/>
                      <a:pt x="160797" y="1414"/>
                      <a:pt x="166945" y="5047"/>
                    </a:cubicBezTo>
                    <a:lnTo>
                      <a:pt x="236797" y="45282"/>
                    </a:lnTo>
                    <a:cubicBezTo>
                      <a:pt x="242944" y="48914"/>
                      <a:pt x="243503" y="54223"/>
                      <a:pt x="238194" y="57297"/>
                    </a:cubicBez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3" name="Forma libre 52">
                <a:extLst>
                  <a:ext uri="{FF2B5EF4-FFF2-40B4-BE49-F238E27FC236}">
                    <a16:creationId xmlns:a16="http://schemas.microsoft.com/office/drawing/2014/main" id="{C1C5A441-F9CD-6C4E-9E8F-7DA6CB8670A4}"/>
                  </a:ext>
                </a:extLst>
              </p:cNvPr>
              <p:cNvSpPr/>
              <p:nvPr/>
            </p:nvSpPr>
            <p:spPr>
              <a:xfrm>
                <a:off x="3706451" y="4717988"/>
                <a:ext cx="528708" cy="305022"/>
              </a:xfrm>
              <a:custGeom>
                <a:avLst/>
                <a:gdLst>
                  <a:gd name="connsiteX0" fmla="*/ 74184 w 145293"/>
                  <a:gd name="connsiteY0" fmla="*/ 2096 h 83823"/>
                  <a:gd name="connsiteX1" fmla="*/ 2096 w 145293"/>
                  <a:gd name="connsiteY1" fmla="*/ 43169 h 83823"/>
                  <a:gd name="connsiteX2" fmla="*/ 72507 w 145293"/>
                  <a:gd name="connsiteY2" fmla="*/ 83125 h 83823"/>
                  <a:gd name="connsiteX3" fmla="*/ 144036 w 145293"/>
                  <a:gd name="connsiteY3" fmla="*/ 41493 h 83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293" h="83823">
                    <a:moveTo>
                      <a:pt x="74184" y="2096"/>
                    </a:moveTo>
                    <a:lnTo>
                      <a:pt x="2096" y="43169"/>
                    </a:lnTo>
                    <a:lnTo>
                      <a:pt x="72507" y="83125"/>
                    </a:lnTo>
                    <a:lnTo>
                      <a:pt x="144036" y="41493"/>
                    </a:lnTo>
                    <a:close/>
                  </a:path>
                </a:pathLst>
              </a:custGeom>
              <a:solidFill>
                <a:srgbClr val="98439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4" name="Forma libre 53">
                <a:extLst>
                  <a:ext uri="{FF2B5EF4-FFF2-40B4-BE49-F238E27FC236}">
                    <a16:creationId xmlns:a16="http://schemas.microsoft.com/office/drawing/2014/main" id="{BAF78036-CFFE-0D40-A675-0CC98BC17A60}"/>
                  </a:ext>
                </a:extLst>
              </p:cNvPr>
              <p:cNvSpPr/>
              <p:nvPr/>
            </p:nvSpPr>
            <p:spPr>
              <a:xfrm>
                <a:off x="1379498" y="3199573"/>
                <a:ext cx="2775711" cy="1596287"/>
              </a:xfrm>
              <a:custGeom>
                <a:avLst/>
                <a:gdLst>
                  <a:gd name="connsiteX0" fmla="*/ 742153 w 762792"/>
                  <a:gd name="connsiteY0" fmla="*/ 192489 h 438675"/>
                  <a:gd name="connsiteX1" fmla="*/ 334771 w 762792"/>
                  <a:gd name="connsiteY1" fmla="*/ 427753 h 438675"/>
                  <a:gd name="connsiteX2" fmla="*/ 218257 w 762792"/>
                  <a:gd name="connsiteY2" fmla="*/ 423003 h 438675"/>
                  <a:gd name="connsiteX3" fmla="*/ 30492 w 762792"/>
                  <a:gd name="connsiteY3" fmla="*/ 315988 h 438675"/>
                  <a:gd name="connsiteX4" fmla="*/ 22110 w 762792"/>
                  <a:gd name="connsiteY4" fmla="*/ 248930 h 438675"/>
                  <a:gd name="connsiteX5" fmla="*/ 429492 w 762792"/>
                  <a:gd name="connsiteY5" fmla="*/ 13666 h 438675"/>
                  <a:gd name="connsiteX6" fmla="*/ 546006 w 762792"/>
                  <a:gd name="connsiteY6" fmla="*/ 18416 h 438675"/>
                  <a:gd name="connsiteX7" fmla="*/ 733770 w 762792"/>
                  <a:gd name="connsiteY7" fmla="*/ 125430 h 438675"/>
                  <a:gd name="connsiteX8" fmla="*/ 742153 w 762792"/>
                  <a:gd name="connsiteY8" fmla="*/ 192489 h 43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62792" h="438675">
                    <a:moveTo>
                      <a:pt x="742153" y="192489"/>
                    </a:moveTo>
                    <a:lnTo>
                      <a:pt x="334771" y="427753"/>
                    </a:lnTo>
                    <a:cubicBezTo>
                      <a:pt x="305154" y="444797"/>
                      <a:pt x="252624" y="442841"/>
                      <a:pt x="218257" y="423003"/>
                    </a:cubicBezTo>
                    <a:lnTo>
                      <a:pt x="30492" y="315988"/>
                    </a:lnTo>
                    <a:cubicBezTo>
                      <a:pt x="-3875" y="296150"/>
                      <a:pt x="-7507" y="265974"/>
                      <a:pt x="22110" y="248930"/>
                    </a:cubicBezTo>
                    <a:lnTo>
                      <a:pt x="429492" y="13666"/>
                    </a:lnTo>
                    <a:cubicBezTo>
                      <a:pt x="459109" y="-3378"/>
                      <a:pt x="511638" y="-1423"/>
                      <a:pt x="546006" y="18416"/>
                    </a:cubicBezTo>
                    <a:lnTo>
                      <a:pt x="733770" y="125430"/>
                    </a:lnTo>
                    <a:cubicBezTo>
                      <a:pt x="768138" y="145268"/>
                      <a:pt x="772050" y="175445"/>
                      <a:pt x="742153" y="192489"/>
                    </a:cubicBez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 dirty="0"/>
              </a:p>
            </p:txBody>
          </p:sp>
          <p:sp>
            <p:nvSpPr>
              <p:cNvPr id="55" name="Forma libre 54">
                <a:extLst>
                  <a:ext uri="{FF2B5EF4-FFF2-40B4-BE49-F238E27FC236}">
                    <a16:creationId xmlns:a16="http://schemas.microsoft.com/office/drawing/2014/main" id="{5B8339AB-4388-A948-A1D6-07F09D023389}"/>
                  </a:ext>
                </a:extLst>
              </p:cNvPr>
              <p:cNvSpPr/>
              <p:nvPr/>
            </p:nvSpPr>
            <p:spPr>
              <a:xfrm>
                <a:off x="2393837" y="3806983"/>
                <a:ext cx="1758967" cy="1301432"/>
              </a:xfrm>
              <a:custGeom>
                <a:avLst/>
                <a:gdLst>
                  <a:gd name="connsiteX0" fmla="*/ 482962 w 483381"/>
                  <a:gd name="connsiteY0" fmla="*/ 75022 h 357646"/>
                  <a:gd name="connsiteX1" fmla="*/ 482962 w 483381"/>
                  <a:gd name="connsiteY1" fmla="*/ 2096 h 357646"/>
                  <a:gd name="connsiteX2" fmla="*/ 482962 w 483381"/>
                  <a:gd name="connsiteY2" fmla="*/ 2096 h 357646"/>
                  <a:gd name="connsiteX3" fmla="*/ 482962 w 483381"/>
                  <a:gd name="connsiteY3" fmla="*/ 2096 h 357646"/>
                  <a:gd name="connsiteX4" fmla="*/ 463403 w 483381"/>
                  <a:gd name="connsiteY4" fmla="*/ 25846 h 357646"/>
                  <a:gd name="connsiteX5" fmla="*/ 56022 w 483381"/>
                  <a:gd name="connsiteY5" fmla="*/ 261110 h 357646"/>
                  <a:gd name="connsiteX6" fmla="*/ 2096 w 483381"/>
                  <a:gd name="connsiteY6" fmla="*/ 272566 h 357646"/>
                  <a:gd name="connsiteX7" fmla="*/ 2096 w 483381"/>
                  <a:gd name="connsiteY7" fmla="*/ 356110 h 357646"/>
                  <a:gd name="connsiteX8" fmla="*/ 56022 w 483381"/>
                  <a:gd name="connsiteY8" fmla="*/ 344654 h 357646"/>
                  <a:gd name="connsiteX9" fmla="*/ 463403 w 483381"/>
                  <a:gd name="connsiteY9" fmla="*/ 109390 h 357646"/>
                  <a:gd name="connsiteX10" fmla="*/ 482962 w 483381"/>
                  <a:gd name="connsiteY10" fmla="*/ 75022 h 35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381" h="357646">
                    <a:moveTo>
                      <a:pt x="482962" y="75022"/>
                    </a:moveTo>
                    <a:lnTo>
                      <a:pt x="482962" y="2096"/>
                    </a:lnTo>
                    <a:cubicBezTo>
                      <a:pt x="482962" y="2096"/>
                      <a:pt x="482962" y="2096"/>
                      <a:pt x="482962" y="2096"/>
                    </a:cubicBezTo>
                    <a:cubicBezTo>
                      <a:pt x="482962" y="2096"/>
                      <a:pt x="482962" y="2096"/>
                      <a:pt x="482962" y="2096"/>
                    </a:cubicBezTo>
                    <a:cubicBezTo>
                      <a:pt x="481006" y="11037"/>
                      <a:pt x="474580" y="19419"/>
                      <a:pt x="463403" y="25846"/>
                    </a:cubicBezTo>
                    <a:lnTo>
                      <a:pt x="56022" y="261110"/>
                    </a:lnTo>
                    <a:cubicBezTo>
                      <a:pt x="41772" y="269492"/>
                      <a:pt x="22213" y="273124"/>
                      <a:pt x="2096" y="272566"/>
                    </a:cubicBezTo>
                    <a:lnTo>
                      <a:pt x="2096" y="356110"/>
                    </a:lnTo>
                    <a:cubicBezTo>
                      <a:pt x="22213" y="356668"/>
                      <a:pt x="41772" y="353036"/>
                      <a:pt x="56022" y="344654"/>
                    </a:cubicBezTo>
                    <a:lnTo>
                      <a:pt x="463403" y="109390"/>
                    </a:lnTo>
                    <a:cubicBezTo>
                      <a:pt x="479050" y="100169"/>
                      <a:pt x="485197" y="87595"/>
                      <a:pt x="482962" y="75022"/>
                    </a:cubicBezTo>
                    <a:close/>
                  </a:path>
                </a:pathLst>
              </a:custGeom>
              <a:solidFill>
                <a:srgbClr val="5958A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6" name="Forma libre 55">
                <a:extLst>
                  <a:ext uri="{FF2B5EF4-FFF2-40B4-BE49-F238E27FC236}">
                    <a16:creationId xmlns:a16="http://schemas.microsoft.com/office/drawing/2014/main" id="{98C38BAE-4F98-C945-9237-747E243ED03A}"/>
                  </a:ext>
                </a:extLst>
              </p:cNvPr>
              <p:cNvSpPr/>
              <p:nvPr/>
            </p:nvSpPr>
            <p:spPr>
              <a:xfrm>
                <a:off x="1379105" y="4221816"/>
                <a:ext cx="1026911" cy="884569"/>
              </a:xfrm>
              <a:custGeom>
                <a:avLst/>
                <a:gdLst>
                  <a:gd name="connsiteX0" fmla="*/ 218365 w 282205"/>
                  <a:gd name="connsiteY0" fmla="*/ 142081 h 243087"/>
                  <a:gd name="connsiteX1" fmla="*/ 30601 w 282205"/>
                  <a:gd name="connsiteY1" fmla="*/ 35066 h 243087"/>
                  <a:gd name="connsiteX2" fmla="*/ 2660 w 282205"/>
                  <a:gd name="connsiteY2" fmla="*/ 2096 h 243087"/>
                  <a:gd name="connsiteX3" fmla="*/ 2660 w 282205"/>
                  <a:gd name="connsiteY3" fmla="*/ 75022 h 243087"/>
                  <a:gd name="connsiteX4" fmla="*/ 30601 w 282205"/>
                  <a:gd name="connsiteY4" fmla="*/ 118331 h 243087"/>
                  <a:gd name="connsiteX5" fmla="*/ 218365 w 282205"/>
                  <a:gd name="connsiteY5" fmla="*/ 225345 h 243087"/>
                  <a:gd name="connsiteX6" fmla="*/ 280674 w 282205"/>
                  <a:gd name="connsiteY6" fmla="*/ 241551 h 243087"/>
                  <a:gd name="connsiteX7" fmla="*/ 280674 w 282205"/>
                  <a:gd name="connsiteY7" fmla="*/ 158007 h 243087"/>
                  <a:gd name="connsiteX8" fmla="*/ 218365 w 282205"/>
                  <a:gd name="connsiteY8" fmla="*/ 142081 h 24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2205" h="243087">
                    <a:moveTo>
                      <a:pt x="218365" y="142081"/>
                    </a:moveTo>
                    <a:lnTo>
                      <a:pt x="30601" y="35066"/>
                    </a:lnTo>
                    <a:cubicBezTo>
                      <a:pt x="14116" y="25566"/>
                      <a:pt x="4895" y="13831"/>
                      <a:pt x="2660" y="2096"/>
                    </a:cubicBezTo>
                    <a:lnTo>
                      <a:pt x="2660" y="75022"/>
                    </a:lnTo>
                    <a:cubicBezTo>
                      <a:pt x="-413" y="89831"/>
                      <a:pt x="9087" y="106036"/>
                      <a:pt x="30601" y="118331"/>
                    </a:cubicBezTo>
                    <a:lnTo>
                      <a:pt x="218365" y="225345"/>
                    </a:lnTo>
                    <a:cubicBezTo>
                      <a:pt x="236248" y="235683"/>
                      <a:pt x="258880" y="240992"/>
                      <a:pt x="280674" y="241551"/>
                    </a:cubicBezTo>
                    <a:lnTo>
                      <a:pt x="280674" y="158007"/>
                    </a:lnTo>
                    <a:cubicBezTo>
                      <a:pt x="258880" y="157728"/>
                      <a:pt x="236248" y="152419"/>
                      <a:pt x="218365" y="142081"/>
                    </a:cubicBezTo>
                    <a:close/>
                  </a:path>
                </a:pathLst>
              </a:custGeom>
              <a:solidFill>
                <a:srgbClr val="8DCE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7" name="Forma libre 56">
                <a:extLst>
                  <a:ext uri="{FF2B5EF4-FFF2-40B4-BE49-F238E27FC236}">
                    <a16:creationId xmlns:a16="http://schemas.microsoft.com/office/drawing/2014/main" id="{EEE14547-A961-0046-8C2C-D4B2247D2468}"/>
                  </a:ext>
                </a:extLst>
              </p:cNvPr>
              <p:cNvSpPr/>
              <p:nvPr/>
            </p:nvSpPr>
            <p:spPr>
              <a:xfrm>
                <a:off x="1379105" y="4221816"/>
                <a:ext cx="1026911" cy="884569"/>
              </a:xfrm>
              <a:custGeom>
                <a:avLst/>
                <a:gdLst>
                  <a:gd name="connsiteX0" fmla="*/ 218365 w 282205"/>
                  <a:gd name="connsiteY0" fmla="*/ 142081 h 243087"/>
                  <a:gd name="connsiteX1" fmla="*/ 30601 w 282205"/>
                  <a:gd name="connsiteY1" fmla="*/ 35066 h 243087"/>
                  <a:gd name="connsiteX2" fmla="*/ 2660 w 282205"/>
                  <a:gd name="connsiteY2" fmla="*/ 2096 h 243087"/>
                  <a:gd name="connsiteX3" fmla="*/ 2660 w 282205"/>
                  <a:gd name="connsiteY3" fmla="*/ 75022 h 243087"/>
                  <a:gd name="connsiteX4" fmla="*/ 30601 w 282205"/>
                  <a:gd name="connsiteY4" fmla="*/ 118331 h 243087"/>
                  <a:gd name="connsiteX5" fmla="*/ 218365 w 282205"/>
                  <a:gd name="connsiteY5" fmla="*/ 225345 h 243087"/>
                  <a:gd name="connsiteX6" fmla="*/ 280674 w 282205"/>
                  <a:gd name="connsiteY6" fmla="*/ 241551 h 243087"/>
                  <a:gd name="connsiteX7" fmla="*/ 280674 w 282205"/>
                  <a:gd name="connsiteY7" fmla="*/ 158007 h 243087"/>
                  <a:gd name="connsiteX8" fmla="*/ 218365 w 282205"/>
                  <a:gd name="connsiteY8" fmla="*/ 142081 h 24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2205" h="243087">
                    <a:moveTo>
                      <a:pt x="218365" y="142081"/>
                    </a:moveTo>
                    <a:lnTo>
                      <a:pt x="30601" y="35066"/>
                    </a:lnTo>
                    <a:cubicBezTo>
                      <a:pt x="14116" y="25566"/>
                      <a:pt x="4895" y="13831"/>
                      <a:pt x="2660" y="2096"/>
                    </a:cubicBezTo>
                    <a:lnTo>
                      <a:pt x="2660" y="75022"/>
                    </a:lnTo>
                    <a:cubicBezTo>
                      <a:pt x="-413" y="89831"/>
                      <a:pt x="9087" y="106036"/>
                      <a:pt x="30601" y="118331"/>
                    </a:cubicBezTo>
                    <a:lnTo>
                      <a:pt x="218365" y="225345"/>
                    </a:lnTo>
                    <a:cubicBezTo>
                      <a:pt x="236248" y="235683"/>
                      <a:pt x="258880" y="240992"/>
                      <a:pt x="280674" y="241551"/>
                    </a:cubicBezTo>
                    <a:lnTo>
                      <a:pt x="280674" y="158007"/>
                    </a:lnTo>
                    <a:cubicBezTo>
                      <a:pt x="258880" y="157728"/>
                      <a:pt x="236248" y="152419"/>
                      <a:pt x="218365" y="142081"/>
                    </a:cubicBezTo>
                    <a:close/>
                  </a:path>
                </a:pathLst>
              </a:custGeom>
              <a:solidFill>
                <a:srgbClr val="41368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8" name="Forma libre 57">
                <a:extLst>
                  <a:ext uri="{FF2B5EF4-FFF2-40B4-BE49-F238E27FC236}">
                    <a16:creationId xmlns:a16="http://schemas.microsoft.com/office/drawing/2014/main" id="{A19D376F-7059-CB44-A144-D5A1A1C11344}"/>
                  </a:ext>
                </a:extLst>
              </p:cNvPr>
              <p:cNvSpPr/>
              <p:nvPr/>
            </p:nvSpPr>
            <p:spPr>
              <a:xfrm>
                <a:off x="2869672" y="4074386"/>
                <a:ext cx="2063993" cy="1250597"/>
              </a:xfrm>
              <a:custGeom>
                <a:avLst/>
                <a:gdLst>
                  <a:gd name="connsiteX0" fmla="*/ 2096 w 567204"/>
                  <a:gd name="connsiteY0" fmla="*/ 143198 h 343675"/>
                  <a:gd name="connsiteX1" fmla="*/ 246022 w 567204"/>
                  <a:gd name="connsiteY1" fmla="*/ 2096 h 343675"/>
                  <a:gd name="connsiteX2" fmla="*/ 567344 w 567204"/>
                  <a:gd name="connsiteY2" fmla="*/ 207742 h 343675"/>
                  <a:gd name="connsiteX3" fmla="*/ 333477 w 567204"/>
                  <a:gd name="connsiteY3" fmla="*/ 342698 h 343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7204" h="343675">
                    <a:moveTo>
                      <a:pt x="2096" y="143198"/>
                    </a:moveTo>
                    <a:lnTo>
                      <a:pt x="246022" y="2096"/>
                    </a:lnTo>
                    <a:lnTo>
                      <a:pt x="567344" y="207742"/>
                    </a:lnTo>
                    <a:lnTo>
                      <a:pt x="333477" y="342698"/>
                    </a:lnTo>
                    <a:close/>
                  </a:path>
                </a:pathLst>
              </a:custGeom>
              <a:solidFill>
                <a:srgbClr val="9A96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9" name="Forma libre 58">
                <a:extLst>
                  <a:ext uri="{FF2B5EF4-FFF2-40B4-BE49-F238E27FC236}">
                    <a16:creationId xmlns:a16="http://schemas.microsoft.com/office/drawing/2014/main" id="{FAC5197B-F393-324F-8828-9F23AF534187}"/>
                  </a:ext>
                </a:extLst>
              </p:cNvPr>
              <p:cNvSpPr/>
              <p:nvPr/>
            </p:nvSpPr>
            <p:spPr>
              <a:xfrm>
                <a:off x="2869672" y="4587844"/>
                <a:ext cx="1220092" cy="732056"/>
              </a:xfrm>
              <a:custGeom>
                <a:avLst/>
                <a:gdLst>
                  <a:gd name="connsiteX0" fmla="*/ 2096 w 335293"/>
                  <a:gd name="connsiteY0" fmla="*/ 2096 h 201176"/>
                  <a:gd name="connsiteX1" fmla="*/ 2096 w 335293"/>
                  <a:gd name="connsiteY1" fmla="*/ 85639 h 201176"/>
                  <a:gd name="connsiteX2" fmla="*/ 333477 w 335293"/>
                  <a:gd name="connsiteY2" fmla="*/ 201595 h 201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93" h="201176">
                    <a:moveTo>
                      <a:pt x="2096" y="2096"/>
                    </a:moveTo>
                    <a:lnTo>
                      <a:pt x="2096" y="85639"/>
                    </a:lnTo>
                    <a:lnTo>
                      <a:pt x="333477" y="201595"/>
                    </a:lnTo>
                    <a:close/>
                  </a:path>
                </a:pathLst>
              </a:custGeom>
              <a:solidFill>
                <a:srgbClr val="5958A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0" name="Forma libre 59">
                <a:extLst>
                  <a:ext uri="{FF2B5EF4-FFF2-40B4-BE49-F238E27FC236}">
                    <a16:creationId xmlns:a16="http://schemas.microsoft.com/office/drawing/2014/main" id="{297810B5-FF05-3349-8730-8F7CCC833D78}"/>
                  </a:ext>
                </a:extLst>
              </p:cNvPr>
              <p:cNvSpPr/>
              <p:nvPr/>
            </p:nvSpPr>
            <p:spPr>
              <a:xfrm>
                <a:off x="3187405" y="4686468"/>
                <a:ext cx="884569" cy="518541"/>
              </a:xfrm>
              <a:custGeom>
                <a:avLst/>
                <a:gdLst>
                  <a:gd name="connsiteX0" fmla="*/ 113162 w 243087"/>
                  <a:gd name="connsiteY0" fmla="*/ 66081 h 142499"/>
                  <a:gd name="connsiteX1" fmla="*/ 113162 w 243087"/>
                  <a:gd name="connsiteY1" fmla="*/ 58257 h 142499"/>
                  <a:gd name="connsiteX2" fmla="*/ 99470 w 243087"/>
                  <a:gd name="connsiteY2" fmla="*/ 58257 h 142499"/>
                  <a:gd name="connsiteX3" fmla="*/ 99470 w 243087"/>
                  <a:gd name="connsiteY3" fmla="*/ 66081 h 142499"/>
                  <a:gd name="connsiteX4" fmla="*/ 113162 w 243087"/>
                  <a:gd name="connsiteY4" fmla="*/ 66081 h 142499"/>
                  <a:gd name="connsiteX5" fmla="*/ 81588 w 243087"/>
                  <a:gd name="connsiteY5" fmla="*/ 47919 h 142499"/>
                  <a:gd name="connsiteX6" fmla="*/ 81588 w 243087"/>
                  <a:gd name="connsiteY6" fmla="*/ 40095 h 142499"/>
                  <a:gd name="connsiteX7" fmla="*/ 67897 w 243087"/>
                  <a:gd name="connsiteY7" fmla="*/ 40095 h 142499"/>
                  <a:gd name="connsiteX8" fmla="*/ 67897 w 243087"/>
                  <a:gd name="connsiteY8" fmla="*/ 47919 h 142499"/>
                  <a:gd name="connsiteX9" fmla="*/ 81588 w 243087"/>
                  <a:gd name="connsiteY9" fmla="*/ 47919 h 142499"/>
                  <a:gd name="connsiteX10" fmla="*/ 50294 w 243087"/>
                  <a:gd name="connsiteY10" fmla="*/ 29757 h 142499"/>
                  <a:gd name="connsiteX11" fmla="*/ 50294 w 243087"/>
                  <a:gd name="connsiteY11" fmla="*/ 21934 h 142499"/>
                  <a:gd name="connsiteX12" fmla="*/ 36603 w 243087"/>
                  <a:gd name="connsiteY12" fmla="*/ 21934 h 142499"/>
                  <a:gd name="connsiteX13" fmla="*/ 36603 w 243087"/>
                  <a:gd name="connsiteY13" fmla="*/ 29757 h 142499"/>
                  <a:gd name="connsiteX14" fmla="*/ 50294 w 243087"/>
                  <a:gd name="connsiteY14" fmla="*/ 29757 h 142499"/>
                  <a:gd name="connsiteX15" fmla="*/ 18721 w 243087"/>
                  <a:gd name="connsiteY15" fmla="*/ 11596 h 142499"/>
                  <a:gd name="connsiteX16" fmla="*/ 18721 w 243087"/>
                  <a:gd name="connsiteY16" fmla="*/ 3772 h 142499"/>
                  <a:gd name="connsiteX17" fmla="*/ 5029 w 243087"/>
                  <a:gd name="connsiteY17" fmla="*/ 3772 h 142499"/>
                  <a:gd name="connsiteX18" fmla="*/ 5029 w 243087"/>
                  <a:gd name="connsiteY18" fmla="*/ 11596 h 142499"/>
                  <a:gd name="connsiteX19" fmla="*/ 18721 w 243087"/>
                  <a:gd name="connsiteY19" fmla="*/ 11596 h 142499"/>
                  <a:gd name="connsiteX20" fmla="*/ 238897 w 243087"/>
                  <a:gd name="connsiteY20" fmla="*/ 138728 h 142499"/>
                  <a:gd name="connsiteX21" fmla="*/ 238897 w 243087"/>
                  <a:gd name="connsiteY21" fmla="*/ 130904 h 142499"/>
                  <a:gd name="connsiteX22" fmla="*/ 225205 w 243087"/>
                  <a:gd name="connsiteY22" fmla="*/ 130904 h 142499"/>
                  <a:gd name="connsiteX23" fmla="*/ 225205 w 243087"/>
                  <a:gd name="connsiteY23" fmla="*/ 138728 h 142499"/>
                  <a:gd name="connsiteX24" fmla="*/ 238897 w 243087"/>
                  <a:gd name="connsiteY24" fmla="*/ 138728 h 142499"/>
                  <a:gd name="connsiteX25" fmla="*/ 207323 w 243087"/>
                  <a:gd name="connsiteY25" fmla="*/ 120566 h 142499"/>
                  <a:gd name="connsiteX26" fmla="*/ 207323 w 243087"/>
                  <a:gd name="connsiteY26" fmla="*/ 112742 h 142499"/>
                  <a:gd name="connsiteX27" fmla="*/ 193632 w 243087"/>
                  <a:gd name="connsiteY27" fmla="*/ 112742 h 142499"/>
                  <a:gd name="connsiteX28" fmla="*/ 193632 w 243087"/>
                  <a:gd name="connsiteY28" fmla="*/ 120566 h 142499"/>
                  <a:gd name="connsiteX29" fmla="*/ 207323 w 243087"/>
                  <a:gd name="connsiteY29" fmla="*/ 120566 h 142499"/>
                  <a:gd name="connsiteX30" fmla="*/ 176029 w 243087"/>
                  <a:gd name="connsiteY30" fmla="*/ 102404 h 142499"/>
                  <a:gd name="connsiteX31" fmla="*/ 176029 w 243087"/>
                  <a:gd name="connsiteY31" fmla="*/ 94581 h 142499"/>
                  <a:gd name="connsiteX32" fmla="*/ 162338 w 243087"/>
                  <a:gd name="connsiteY32" fmla="*/ 94581 h 142499"/>
                  <a:gd name="connsiteX33" fmla="*/ 162338 w 243087"/>
                  <a:gd name="connsiteY33" fmla="*/ 102404 h 142499"/>
                  <a:gd name="connsiteX34" fmla="*/ 176029 w 243087"/>
                  <a:gd name="connsiteY34" fmla="*/ 102404 h 142499"/>
                  <a:gd name="connsiteX35" fmla="*/ 144456 w 243087"/>
                  <a:gd name="connsiteY35" fmla="*/ 84242 h 142499"/>
                  <a:gd name="connsiteX36" fmla="*/ 144456 w 243087"/>
                  <a:gd name="connsiteY36" fmla="*/ 76419 h 142499"/>
                  <a:gd name="connsiteX37" fmla="*/ 130764 w 243087"/>
                  <a:gd name="connsiteY37" fmla="*/ 76419 h 142499"/>
                  <a:gd name="connsiteX38" fmla="*/ 130764 w 243087"/>
                  <a:gd name="connsiteY38" fmla="*/ 84242 h 142499"/>
                  <a:gd name="connsiteX39" fmla="*/ 144456 w 243087"/>
                  <a:gd name="connsiteY39" fmla="*/ 84242 h 142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43087" h="142499">
                    <a:moveTo>
                      <a:pt x="113162" y="66081"/>
                    </a:moveTo>
                    <a:cubicBezTo>
                      <a:pt x="117073" y="63845"/>
                      <a:pt x="117073" y="60493"/>
                      <a:pt x="113162" y="58257"/>
                    </a:cubicBezTo>
                    <a:cubicBezTo>
                      <a:pt x="109250" y="56022"/>
                      <a:pt x="103382" y="56022"/>
                      <a:pt x="99470" y="58257"/>
                    </a:cubicBezTo>
                    <a:cubicBezTo>
                      <a:pt x="95559" y="60493"/>
                      <a:pt x="95559" y="63845"/>
                      <a:pt x="99470" y="66081"/>
                    </a:cubicBezTo>
                    <a:cubicBezTo>
                      <a:pt x="103103" y="68316"/>
                      <a:pt x="109250" y="68316"/>
                      <a:pt x="113162" y="66081"/>
                    </a:cubicBezTo>
                    <a:close/>
                    <a:moveTo>
                      <a:pt x="81588" y="47919"/>
                    </a:moveTo>
                    <a:cubicBezTo>
                      <a:pt x="85500" y="45684"/>
                      <a:pt x="85500" y="42331"/>
                      <a:pt x="81588" y="40095"/>
                    </a:cubicBezTo>
                    <a:cubicBezTo>
                      <a:pt x="77676" y="37860"/>
                      <a:pt x="71809" y="37860"/>
                      <a:pt x="67897" y="40095"/>
                    </a:cubicBezTo>
                    <a:cubicBezTo>
                      <a:pt x="63985" y="42331"/>
                      <a:pt x="63985" y="45684"/>
                      <a:pt x="67897" y="47919"/>
                    </a:cubicBezTo>
                    <a:cubicBezTo>
                      <a:pt x="71809" y="50154"/>
                      <a:pt x="77956" y="50154"/>
                      <a:pt x="81588" y="47919"/>
                    </a:cubicBezTo>
                    <a:close/>
                    <a:moveTo>
                      <a:pt x="50294" y="29757"/>
                    </a:moveTo>
                    <a:cubicBezTo>
                      <a:pt x="54206" y="27522"/>
                      <a:pt x="54206" y="24169"/>
                      <a:pt x="50294" y="21934"/>
                    </a:cubicBezTo>
                    <a:cubicBezTo>
                      <a:pt x="46382" y="19698"/>
                      <a:pt x="40515" y="19698"/>
                      <a:pt x="36603" y="21934"/>
                    </a:cubicBezTo>
                    <a:cubicBezTo>
                      <a:pt x="32691" y="24169"/>
                      <a:pt x="32691" y="27522"/>
                      <a:pt x="36603" y="29757"/>
                    </a:cubicBezTo>
                    <a:cubicBezTo>
                      <a:pt x="40235" y="31993"/>
                      <a:pt x="46382" y="31993"/>
                      <a:pt x="50294" y="29757"/>
                    </a:cubicBezTo>
                    <a:close/>
                    <a:moveTo>
                      <a:pt x="18721" y="11596"/>
                    </a:moveTo>
                    <a:cubicBezTo>
                      <a:pt x="22632" y="9360"/>
                      <a:pt x="22632" y="6007"/>
                      <a:pt x="18721" y="3772"/>
                    </a:cubicBezTo>
                    <a:cubicBezTo>
                      <a:pt x="14809" y="1537"/>
                      <a:pt x="8941" y="1537"/>
                      <a:pt x="5029" y="3772"/>
                    </a:cubicBezTo>
                    <a:cubicBezTo>
                      <a:pt x="1118" y="6007"/>
                      <a:pt x="1118" y="9360"/>
                      <a:pt x="5029" y="11596"/>
                    </a:cubicBezTo>
                    <a:cubicBezTo>
                      <a:pt x="8941" y="13831"/>
                      <a:pt x="15088" y="13831"/>
                      <a:pt x="18721" y="11596"/>
                    </a:cubicBezTo>
                    <a:close/>
                    <a:moveTo>
                      <a:pt x="238897" y="138728"/>
                    </a:moveTo>
                    <a:cubicBezTo>
                      <a:pt x="242808" y="136492"/>
                      <a:pt x="242808" y="133139"/>
                      <a:pt x="238897" y="130904"/>
                    </a:cubicBezTo>
                    <a:cubicBezTo>
                      <a:pt x="234985" y="128669"/>
                      <a:pt x="229117" y="128669"/>
                      <a:pt x="225205" y="130904"/>
                    </a:cubicBezTo>
                    <a:cubicBezTo>
                      <a:pt x="221294" y="133139"/>
                      <a:pt x="221294" y="136492"/>
                      <a:pt x="225205" y="138728"/>
                    </a:cubicBezTo>
                    <a:cubicBezTo>
                      <a:pt x="229117" y="140963"/>
                      <a:pt x="234985" y="140963"/>
                      <a:pt x="238897" y="138728"/>
                    </a:cubicBezTo>
                    <a:close/>
                    <a:moveTo>
                      <a:pt x="207323" y="120566"/>
                    </a:moveTo>
                    <a:cubicBezTo>
                      <a:pt x="211235" y="118331"/>
                      <a:pt x="211235" y="114978"/>
                      <a:pt x="207323" y="112742"/>
                    </a:cubicBezTo>
                    <a:cubicBezTo>
                      <a:pt x="203411" y="110507"/>
                      <a:pt x="197544" y="110507"/>
                      <a:pt x="193632" y="112742"/>
                    </a:cubicBezTo>
                    <a:cubicBezTo>
                      <a:pt x="189720" y="114978"/>
                      <a:pt x="189720" y="118331"/>
                      <a:pt x="193632" y="120566"/>
                    </a:cubicBezTo>
                    <a:cubicBezTo>
                      <a:pt x="197544" y="122801"/>
                      <a:pt x="203691" y="122801"/>
                      <a:pt x="207323" y="120566"/>
                    </a:cubicBezTo>
                    <a:close/>
                    <a:moveTo>
                      <a:pt x="176029" y="102404"/>
                    </a:moveTo>
                    <a:cubicBezTo>
                      <a:pt x="179941" y="100169"/>
                      <a:pt x="179941" y="96816"/>
                      <a:pt x="176029" y="94581"/>
                    </a:cubicBezTo>
                    <a:cubicBezTo>
                      <a:pt x="172117" y="92345"/>
                      <a:pt x="166250" y="92345"/>
                      <a:pt x="162338" y="94581"/>
                    </a:cubicBezTo>
                    <a:cubicBezTo>
                      <a:pt x="158426" y="96816"/>
                      <a:pt x="158426" y="100169"/>
                      <a:pt x="162338" y="102404"/>
                    </a:cubicBezTo>
                    <a:cubicBezTo>
                      <a:pt x="165970" y="104639"/>
                      <a:pt x="172117" y="104639"/>
                      <a:pt x="176029" y="102404"/>
                    </a:cubicBezTo>
                    <a:close/>
                    <a:moveTo>
                      <a:pt x="144456" y="84242"/>
                    </a:moveTo>
                    <a:cubicBezTo>
                      <a:pt x="148367" y="82007"/>
                      <a:pt x="148367" y="78654"/>
                      <a:pt x="144456" y="76419"/>
                    </a:cubicBezTo>
                    <a:cubicBezTo>
                      <a:pt x="140544" y="74184"/>
                      <a:pt x="134676" y="74184"/>
                      <a:pt x="130764" y="76419"/>
                    </a:cubicBezTo>
                    <a:cubicBezTo>
                      <a:pt x="126853" y="78654"/>
                      <a:pt x="126853" y="82007"/>
                      <a:pt x="130764" y="84242"/>
                    </a:cubicBezTo>
                    <a:cubicBezTo>
                      <a:pt x="134676" y="86478"/>
                      <a:pt x="140823" y="86478"/>
                      <a:pt x="144456" y="84242"/>
                    </a:cubicBezTo>
                    <a:close/>
                  </a:path>
                </a:pathLst>
              </a:custGeom>
              <a:solidFill>
                <a:srgbClr val="41368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1" name="Forma libre 60">
                <a:extLst>
                  <a:ext uri="{FF2B5EF4-FFF2-40B4-BE49-F238E27FC236}">
                    <a16:creationId xmlns:a16="http://schemas.microsoft.com/office/drawing/2014/main" id="{D9C9A9B5-0E99-384E-B882-CD5393D3F6EE}"/>
                  </a:ext>
                </a:extLst>
              </p:cNvPr>
              <p:cNvSpPr/>
              <p:nvPr/>
            </p:nvSpPr>
            <p:spPr>
              <a:xfrm>
                <a:off x="3204180" y="4335436"/>
                <a:ext cx="843897" cy="864231"/>
              </a:xfrm>
              <a:custGeom>
                <a:avLst/>
                <a:gdLst>
                  <a:gd name="connsiteX0" fmla="*/ 230095 w 231911"/>
                  <a:gd name="connsiteY0" fmla="*/ 129856 h 237499"/>
                  <a:gd name="connsiteX1" fmla="*/ 9919 w 231911"/>
                  <a:gd name="connsiteY1" fmla="*/ 2724 h 237499"/>
                  <a:gd name="connsiteX2" fmla="*/ 4610 w 231911"/>
                  <a:gd name="connsiteY2" fmla="*/ 2724 h 237499"/>
                  <a:gd name="connsiteX3" fmla="*/ 2096 w 231911"/>
                  <a:gd name="connsiteY3" fmla="*/ 7195 h 237499"/>
                  <a:gd name="connsiteX4" fmla="*/ 2096 w 231911"/>
                  <a:gd name="connsiteY4" fmla="*/ 107783 h 237499"/>
                  <a:gd name="connsiteX5" fmla="*/ 2096 w 231911"/>
                  <a:gd name="connsiteY5" fmla="*/ 108900 h 237499"/>
                  <a:gd name="connsiteX6" fmla="*/ 12154 w 231911"/>
                  <a:gd name="connsiteY6" fmla="*/ 108900 h 237499"/>
                  <a:gd name="connsiteX7" fmla="*/ 12154 w 231911"/>
                  <a:gd name="connsiteY7" fmla="*/ 107783 h 237499"/>
                  <a:gd name="connsiteX8" fmla="*/ 12154 w 231911"/>
                  <a:gd name="connsiteY8" fmla="*/ 16136 h 237499"/>
                  <a:gd name="connsiteX9" fmla="*/ 64684 w 231911"/>
                  <a:gd name="connsiteY9" fmla="*/ 46592 h 237499"/>
                  <a:gd name="connsiteX10" fmla="*/ 64684 w 231911"/>
                  <a:gd name="connsiteY10" fmla="*/ 143547 h 237499"/>
                  <a:gd name="connsiteX11" fmla="*/ 64963 w 231911"/>
                  <a:gd name="connsiteY11" fmla="*/ 145224 h 237499"/>
                  <a:gd name="connsiteX12" fmla="*/ 74742 w 231911"/>
                  <a:gd name="connsiteY12" fmla="*/ 145224 h 237499"/>
                  <a:gd name="connsiteX13" fmla="*/ 75022 w 231911"/>
                  <a:gd name="connsiteY13" fmla="*/ 143547 h 237499"/>
                  <a:gd name="connsiteX14" fmla="*/ 75022 w 231911"/>
                  <a:gd name="connsiteY14" fmla="*/ 52459 h 237499"/>
                  <a:gd name="connsiteX15" fmla="*/ 159125 w 231911"/>
                  <a:gd name="connsiteY15" fmla="*/ 101077 h 237499"/>
                  <a:gd name="connsiteX16" fmla="*/ 159125 w 231911"/>
                  <a:gd name="connsiteY16" fmla="*/ 197194 h 237499"/>
                  <a:gd name="connsiteX17" fmla="*/ 159963 w 231911"/>
                  <a:gd name="connsiteY17" fmla="*/ 199709 h 237499"/>
                  <a:gd name="connsiteX18" fmla="*/ 168904 w 231911"/>
                  <a:gd name="connsiteY18" fmla="*/ 199709 h 237499"/>
                  <a:gd name="connsiteX19" fmla="*/ 169742 w 231911"/>
                  <a:gd name="connsiteY19" fmla="*/ 197194 h 237499"/>
                  <a:gd name="connsiteX20" fmla="*/ 169742 w 231911"/>
                  <a:gd name="connsiteY20" fmla="*/ 106945 h 237499"/>
                  <a:gd name="connsiteX21" fmla="*/ 222272 w 231911"/>
                  <a:gd name="connsiteY21" fmla="*/ 137400 h 237499"/>
                  <a:gd name="connsiteX22" fmla="*/ 222272 w 231911"/>
                  <a:gd name="connsiteY22" fmla="*/ 235194 h 237499"/>
                  <a:gd name="connsiteX23" fmla="*/ 222272 w 231911"/>
                  <a:gd name="connsiteY23" fmla="*/ 236033 h 237499"/>
                  <a:gd name="connsiteX24" fmla="*/ 232330 w 231911"/>
                  <a:gd name="connsiteY24" fmla="*/ 236033 h 237499"/>
                  <a:gd name="connsiteX25" fmla="*/ 232330 w 231911"/>
                  <a:gd name="connsiteY25" fmla="*/ 235194 h 237499"/>
                  <a:gd name="connsiteX26" fmla="*/ 232330 w 231911"/>
                  <a:gd name="connsiteY26" fmla="*/ 134606 h 237499"/>
                  <a:gd name="connsiteX27" fmla="*/ 230095 w 231911"/>
                  <a:gd name="connsiteY27" fmla="*/ 129856 h 23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31911" h="237499">
                    <a:moveTo>
                      <a:pt x="230095" y="129856"/>
                    </a:moveTo>
                    <a:lnTo>
                      <a:pt x="9919" y="2724"/>
                    </a:lnTo>
                    <a:cubicBezTo>
                      <a:pt x="8243" y="1886"/>
                      <a:pt x="6287" y="1886"/>
                      <a:pt x="4610" y="2724"/>
                    </a:cubicBezTo>
                    <a:cubicBezTo>
                      <a:pt x="2934" y="3562"/>
                      <a:pt x="2096" y="5239"/>
                      <a:pt x="2096" y="7195"/>
                    </a:cubicBezTo>
                    <a:lnTo>
                      <a:pt x="2096" y="107783"/>
                    </a:lnTo>
                    <a:cubicBezTo>
                      <a:pt x="2096" y="108062"/>
                      <a:pt x="2096" y="108621"/>
                      <a:pt x="2096" y="108900"/>
                    </a:cubicBezTo>
                    <a:cubicBezTo>
                      <a:pt x="5169" y="110018"/>
                      <a:pt x="9081" y="110018"/>
                      <a:pt x="12154" y="108900"/>
                    </a:cubicBezTo>
                    <a:cubicBezTo>
                      <a:pt x="12154" y="108621"/>
                      <a:pt x="12154" y="108062"/>
                      <a:pt x="12154" y="107783"/>
                    </a:cubicBezTo>
                    <a:lnTo>
                      <a:pt x="12154" y="16136"/>
                    </a:lnTo>
                    <a:lnTo>
                      <a:pt x="64684" y="46592"/>
                    </a:lnTo>
                    <a:lnTo>
                      <a:pt x="64684" y="143547"/>
                    </a:lnTo>
                    <a:cubicBezTo>
                      <a:pt x="64684" y="144106"/>
                      <a:pt x="64684" y="144665"/>
                      <a:pt x="64963" y="145224"/>
                    </a:cubicBezTo>
                    <a:cubicBezTo>
                      <a:pt x="68037" y="146342"/>
                      <a:pt x="71669" y="146342"/>
                      <a:pt x="74742" y="145224"/>
                    </a:cubicBezTo>
                    <a:cubicBezTo>
                      <a:pt x="75022" y="144665"/>
                      <a:pt x="75022" y="144106"/>
                      <a:pt x="75022" y="143547"/>
                    </a:cubicBezTo>
                    <a:lnTo>
                      <a:pt x="75022" y="52459"/>
                    </a:lnTo>
                    <a:lnTo>
                      <a:pt x="159125" y="101077"/>
                    </a:lnTo>
                    <a:lnTo>
                      <a:pt x="159125" y="197194"/>
                    </a:lnTo>
                    <a:cubicBezTo>
                      <a:pt x="159125" y="198033"/>
                      <a:pt x="159404" y="199150"/>
                      <a:pt x="159963" y="199709"/>
                    </a:cubicBezTo>
                    <a:cubicBezTo>
                      <a:pt x="162757" y="200547"/>
                      <a:pt x="166110" y="200547"/>
                      <a:pt x="168904" y="199709"/>
                    </a:cubicBezTo>
                    <a:cubicBezTo>
                      <a:pt x="169463" y="198871"/>
                      <a:pt x="169742" y="198033"/>
                      <a:pt x="169742" y="197194"/>
                    </a:cubicBezTo>
                    <a:lnTo>
                      <a:pt x="169742" y="106945"/>
                    </a:lnTo>
                    <a:lnTo>
                      <a:pt x="222272" y="137400"/>
                    </a:lnTo>
                    <a:lnTo>
                      <a:pt x="222272" y="235194"/>
                    </a:lnTo>
                    <a:cubicBezTo>
                      <a:pt x="222272" y="235474"/>
                      <a:pt x="222272" y="235753"/>
                      <a:pt x="222272" y="236033"/>
                    </a:cubicBezTo>
                    <a:cubicBezTo>
                      <a:pt x="225345" y="237150"/>
                      <a:pt x="229257" y="237150"/>
                      <a:pt x="232330" y="236033"/>
                    </a:cubicBezTo>
                    <a:cubicBezTo>
                      <a:pt x="232330" y="235753"/>
                      <a:pt x="232330" y="235474"/>
                      <a:pt x="232330" y="235194"/>
                    </a:cubicBezTo>
                    <a:lnTo>
                      <a:pt x="232330" y="134606"/>
                    </a:lnTo>
                    <a:cubicBezTo>
                      <a:pt x="232610" y="132650"/>
                      <a:pt x="231771" y="130695"/>
                      <a:pt x="230095" y="129856"/>
                    </a:cubicBezTo>
                    <a:close/>
                  </a:path>
                </a:pathLst>
              </a:custGeom>
              <a:solidFill>
                <a:srgbClr val="5C5CA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2" name="Forma libre 61">
                <a:extLst>
                  <a:ext uri="{FF2B5EF4-FFF2-40B4-BE49-F238E27FC236}">
                    <a16:creationId xmlns:a16="http://schemas.microsoft.com/office/drawing/2014/main" id="{642C1680-2BC5-8347-8643-6368E7071A03}"/>
                  </a:ext>
                </a:extLst>
              </p:cNvPr>
              <p:cNvSpPr/>
              <p:nvPr/>
            </p:nvSpPr>
            <p:spPr>
              <a:xfrm>
                <a:off x="3896073" y="4275704"/>
                <a:ext cx="884569" cy="508374"/>
              </a:xfrm>
              <a:custGeom>
                <a:avLst/>
                <a:gdLst>
                  <a:gd name="connsiteX0" fmla="*/ 113162 w 243087"/>
                  <a:gd name="connsiteY0" fmla="*/ 66081 h 139705"/>
                  <a:gd name="connsiteX1" fmla="*/ 113162 w 243087"/>
                  <a:gd name="connsiteY1" fmla="*/ 58257 h 139705"/>
                  <a:gd name="connsiteX2" fmla="*/ 99470 w 243087"/>
                  <a:gd name="connsiteY2" fmla="*/ 58257 h 139705"/>
                  <a:gd name="connsiteX3" fmla="*/ 99470 w 243087"/>
                  <a:gd name="connsiteY3" fmla="*/ 66081 h 139705"/>
                  <a:gd name="connsiteX4" fmla="*/ 113162 w 243087"/>
                  <a:gd name="connsiteY4" fmla="*/ 66081 h 139705"/>
                  <a:gd name="connsiteX5" fmla="*/ 81588 w 243087"/>
                  <a:gd name="connsiteY5" fmla="*/ 47919 h 139705"/>
                  <a:gd name="connsiteX6" fmla="*/ 81588 w 243087"/>
                  <a:gd name="connsiteY6" fmla="*/ 40095 h 139705"/>
                  <a:gd name="connsiteX7" fmla="*/ 67897 w 243087"/>
                  <a:gd name="connsiteY7" fmla="*/ 40095 h 139705"/>
                  <a:gd name="connsiteX8" fmla="*/ 67897 w 243087"/>
                  <a:gd name="connsiteY8" fmla="*/ 47919 h 139705"/>
                  <a:gd name="connsiteX9" fmla="*/ 81588 w 243087"/>
                  <a:gd name="connsiteY9" fmla="*/ 47919 h 139705"/>
                  <a:gd name="connsiteX10" fmla="*/ 50294 w 243087"/>
                  <a:gd name="connsiteY10" fmla="*/ 29757 h 139705"/>
                  <a:gd name="connsiteX11" fmla="*/ 50294 w 243087"/>
                  <a:gd name="connsiteY11" fmla="*/ 21934 h 139705"/>
                  <a:gd name="connsiteX12" fmla="*/ 36603 w 243087"/>
                  <a:gd name="connsiteY12" fmla="*/ 21934 h 139705"/>
                  <a:gd name="connsiteX13" fmla="*/ 36603 w 243087"/>
                  <a:gd name="connsiteY13" fmla="*/ 29757 h 139705"/>
                  <a:gd name="connsiteX14" fmla="*/ 50294 w 243087"/>
                  <a:gd name="connsiteY14" fmla="*/ 29757 h 139705"/>
                  <a:gd name="connsiteX15" fmla="*/ 18721 w 243087"/>
                  <a:gd name="connsiteY15" fmla="*/ 11596 h 139705"/>
                  <a:gd name="connsiteX16" fmla="*/ 18721 w 243087"/>
                  <a:gd name="connsiteY16" fmla="*/ 3772 h 139705"/>
                  <a:gd name="connsiteX17" fmla="*/ 5029 w 243087"/>
                  <a:gd name="connsiteY17" fmla="*/ 3772 h 139705"/>
                  <a:gd name="connsiteX18" fmla="*/ 5029 w 243087"/>
                  <a:gd name="connsiteY18" fmla="*/ 11596 h 139705"/>
                  <a:gd name="connsiteX19" fmla="*/ 18721 w 243087"/>
                  <a:gd name="connsiteY19" fmla="*/ 11596 h 139705"/>
                  <a:gd name="connsiteX20" fmla="*/ 238897 w 243087"/>
                  <a:gd name="connsiteY20" fmla="*/ 138728 h 139705"/>
                  <a:gd name="connsiteX21" fmla="*/ 238897 w 243087"/>
                  <a:gd name="connsiteY21" fmla="*/ 130904 h 139705"/>
                  <a:gd name="connsiteX22" fmla="*/ 225205 w 243087"/>
                  <a:gd name="connsiteY22" fmla="*/ 130904 h 139705"/>
                  <a:gd name="connsiteX23" fmla="*/ 225205 w 243087"/>
                  <a:gd name="connsiteY23" fmla="*/ 138728 h 139705"/>
                  <a:gd name="connsiteX24" fmla="*/ 238897 w 243087"/>
                  <a:gd name="connsiteY24" fmla="*/ 138728 h 139705"/>
                  <a:gd name="connsiteX25" fmla="*/ 207323 w 243087"/>
                  <a:gd name="connsiteY25" fmla="*/ 120566 h 139705"/>
                  <a:gd name="connsiteX26" fmla="*/ 207323 w 243087"/>
                  <a:gd name="connsiteY26" fmla="*/ 112742 h 139705"/>
                  <a:gd name="connsiteX27" fmla="*/ 193632 w 243087"/>
                  <a:gd name="connsiteY27" fmla="*/ 112742 h 139705"/>
                  <a:gd name="connsiteX28" fmla="*/ 193632 w 243087"/>
                  <a:gd name="connsiteY28" fmla="*/ 120566 h 139705"/>
                  <a:gd name="connsiteX29" fmla="*/ 207323 w 243087"/>
                  <a:gd name="connsiteY29" fmla="*/ 120566 h 139705"/>
                  <a:gd name="connsiteX30" fmla="*/ 176029 w 243087"/>
                  <a:gd name="connsiteY30" fmla="*/ 102404 h 139705"/>
                  <a:gd name="connsiteX31" fmla="*/ 176029 w 243087"/>
                  <a:gd name="connsiteY31" fmla="*/ 94581 h 139705"/>
                  <a:gd name="connsiteX32" fmla="*/ 162338 w 243087"/>
                  <a:gd name="connsiteY32" fmla="*/ 94581 h 139705"/>
                  <a:gd name="connsiteX33" fmla="*/ 162338 w 243087"/>
                  <a:gd name="connsiteY33" fmla="*/ 102404 h 139705"/>
                  <a:gd name="connsiteX34" fmla="*/ 176029 w 243087"/>
                  <a:gd name="connsiteY34" fmla="*/ 102404 h 139705"/>
                  <a:gd name="connsiteX35" fmla="*/ 144456 w 243087"/>
                  <a:gd name="connsiteY35" fmla="*/ 84242 h 139705"/>
                  <a:gd name="connsiteX36" fmla="*/ 144456 w 243087"/>
                  <a:gd name="connsiteY36" fmla="*/ 76419 h 139705"/>
                  <a:gd name="connsiteX37" fmla="*/ 130764 w 243087"/>
                  <a:gd name="connsiteY37" fmla="*/ 76419 h 139705"/>
                  <a:gd name="connsiteX38" fmla="*/ 130764 w 243087"/>
                  <a:gd name="connsiteY38" fmla="*/ 84242 h 139705"/>
                  <a:gd name="connsiteX39" fmla="*/ 144456 w 243087"/>
                  <a:gd name="connsiteY39" fmla="*/ 84242 h 13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43087" h="139705">
                    <a:moveTo>
                      <a:pt x="113162" y="66081"/>
                    </a:moveTo>
                    <a:cubicBezTo>
                      <a:pt x="117073" y="63845"/>
                      <a:pt x="117073" y="60492"/>
                      <a:pt x="113162" y="58257"/>
                    </a:cubicBezTo>
                    <a:cubicBezTo>
                      <a:pt x="109250" y="56022"/>
                      <a:pt x="103382" y="56022"/>
                      <a:pt x="99470" y="58257"/>
                    </a:cubicBezTo>
                    <a:cubicBezTo>
                      <a:pt x="95559" y="60492"/>
                      <a:pt x="95559" y="63845"/>
                      <a:pt x="99470" y="66081"/>
                    </a:cubicBezTo>
                    <a:cubicBezTo>
                      <a:pt x="103103" y="68316"/>
                      <a:pt x="109250" y="68316"/>
                      <a:pt x="113162" y="66081"/>
                    </a:cubicBezTo>
                    <a:close/>
                    <a:moveTo>
                      <a:pt x="81588" y="47919"/>
                    </a:moveTo>
                    <a:cubicBezTo>
                      <a:pt x="85500" y="45684"/>
                      <a:pt x="85500" y="42331"/>
                      <a:pt x="81588" y="40095"/>
                    </a:cubicBezTo>
                    <a:cubicBezTo>
                      <a:pt x="77676" y="37860"/>
                      <a:pt x="71809" y="37860"/>
                      <a:pt x="67897" y="40095"/>
                    </a:cubicBezTo>
                    <a:cubicBezTo>
                      <a:pt x="63985" y="42331"/>
                      <a:pt x="63985" y="45684"/>
                      <a:pt x="67897" y="47919"/>
                    </a:cubicBezTo>
                    <a:cubicBezTo>
                      <a:pt x="71809" y="50154"/>
                      <a:pt x="77956" y="50154"/>
                      <a:pt x="81588" y="47919"/>
                    </a:cubicBezTo>
                    <a:close/>
                    <a:moveTo>
                      <a:pt x="50294" y="29757"/>
                    </a:moveTo>
                    <a:cubicBezTo>
                      <a:pt x="54206" y="27522"/>
                      <a:pt x="54206" y="24169"/>
                      <a:pt x="50294" y="21934"/>
                    </a:cubicBezTo>
                    <a:cubicBezTo>
                      <a:pt x="46382" y="19698"/>
                      <a:pt x="40515" y="19698"/>
                      <a:pt x="36603" y="21934"/>
                    </a:cubicBezTo>
                    <a:cubicBezTo>
                      <a:pt x="32691" y="24169"/>
                      <a:pt x="32691" y="27522"/>
                      <a:pt x="36603" y="29757"/>
                    </a:cubicBezTo>
                    <a:cubicBezTo>
                      <a:pt x="40235" y="31993"/>
                      <a:pt x="46382" y="31993"/>
                      <a:pt x="50294" y="29757"/>
                    </a:cubicBezTo>
                    <a:close/>
                    <a:moveTo>
                      <a:pt x="18721" y="11596"/>
                    </a:moveTo>
                    <a:cubicBezTo>
                      <a:pt x="22632" y="9360"/>
                      <a:pt x="22632" y="6007"/>
                      <a:pt x="18721" y="3772"/>
                    </a:cubicBezTo>
                    <a:cubicBezTo>
                      <a:pt x="14809" y="1537"/>
                      <a:pt x="8941" y="1537"/>
                      <a:pt x="5029" y="3772"/>
                    </a:cubicBezTo>
                    <a:cubicBezTo>
                      <a:pt x="1118" y="6007"/>
                      <a:pt x="1118" y="9360"/>
                      <a:pt x="5029" y="11596"/>
                    </a:cubicBezTo>
                    <a:cubicBezTo>
                      <a:pt x="8941" y="13831"/>
                      <a:pt x="15088" y="13831"/>
                      <a:pt x="18721" y="11596"/>
                    </a:cubicBezTo>
                    <a:close/>
                    <a:moveTo>
                      <a:pt x="238897" y="138728"/>
                    </a:moveTo>
                    <a:cubicBezTo>
                      <a:pt x="242808" y="136492"/>
                      <a:pt x="242808" y="133139"/>
                      <a:pt x="238897" y="130904"/>
                    </a:cubicBezTo>
                    <a:cubicBezTo>
                      <a:pt x="234985" y="128669"/>
                      <a:pt x="229117" y="128669"/>
                      <a:pt x="225205" y="130904"/>
                    </a:cubicBezTo>
                    <a:cubicBezTo>
                      <a:pt x="221294" y="133139"/>
                      <a:pt x="221294" y="136492"/>
                      <a:pt x="225205" y="138728"/>
                    </a:cubicBezTo>
                    <a:cubicBezTo>
                      <a:pt x="228838" y="140963"/>
                      <a:pt x="234985" y="140963"/>
                      <a:pt x="238897" y="138728"/>
                    </a:cubicBezTo>
                    <a:close/>
                    <a:moveTo>
                      <a:pt x="207323" y="120566"/>
                    </a:moveTo>
                    <a:cubicBezTo>
                      <a:pt x="211235" y="118331"/>
                      <a:pt x="211235" y="114978"/>
                      <a:pt x="207323" y="112742"/>
                    </a:cubicBezTo>
                    <a:cubicBezTo>
                      <a:pt x="203411" y="110507"/>
                      <a:pt x="197544" y="110507"/>
                      <a:pt x="193632" y="112742"/>
                    </a:cubicBezTo>
                    <a:cubicBezTo>
                      <a:pt x="189720" y="114978"/>
                      <a:pt x="189720" y="118331"/>
                      <a:pt x="193632" y="120566"/>
                    </a:cubicBezTo>
                    <a:cubicBezTo>
                      <a:pt x="197544" y="122801"/>
                      <a:pt x="203691" y="122801"/>
                      <a:pt x="207323" y="120566"/>
                    </a:cubicBezTo>
                    <a:close/>
                    <a:moveTo>
                      <a:pt x="176029" y="102404"/>
                    </a:moveTo>
                    <a:cubicBezTo>
                      <a:pt x="179941" y="100169"/>
                      <a:pt x="179941" y="96816"/>
                      <a:pt x="176029" y="94581"/>
                    </a:cubicBezTo>
                    <a:cubicBezTo>
                      <a:pt x="172117" y="92345"/>
                      <a:pt x="166250" y="92345"/>
                      <a:pt x="162338" y="94581"/>
                    </a:cubicBezTo>
                    <a:cubicBezTo>
                      <a:pt x="158426" y="96816"/>
                      <a:pt x="158426" y="100169"/>
                      <a:pt x="162338" y="102404"/>
                    </a:cubicBezTo>
                    <a:cubicBezTo>
                      <a:pt x="165970" y="104639"/>
                      <a:pt x="172117" y="104639"/>
                      <a:pt x="176029" y="102404"/>
                    </a:cubicBezTo>
                    <a:close/>
                    <a:moveTo>
                      <a:pt x="144456" y="84242"/>
                    </a:moveTo>
                    <a:cubicBezTo>
                      <a:pt x="148367" y="82007"/>
                      <a:pt x="148367" y="78654"/>
                      <a:pt x="144456" y="76419"/>
                    </a:cubicBezTo>
                    <a:cubicBezTo>
                      <a:pt x="140544" y="74184"/>
                      <a:pt x="134676" y="74184"/>
                      <a:pt x="130764" y="76419"/>
                    </a:cubicBezTo>
                    <a:cubicBezTo>
                      <a:pt x="126853" y="78654"/>
                      <a:pt x="126853" y="82007"/>
                      <a:pt x="130764" y="84242"/>
                    </a:cubicBezTo>
                    <a:cubicBezTo>
                      <a:pt x="134676" y="86478"/>
                      <a:pt x="140823" y="86478"/>
                      <a:pt x="144456" y="84242"/>
                    </a:cubicBezTo>
                    <a:close/>
                  </a:path>
                </a:pathLst>
              </a:custGeom>
              <a:solidFill>
                <a:srgbClr val="41368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3" name="Forma libre 62">
                <a:extLst>
                  <a:ext uri="{FF2B5EF4-FFF2-40B4-BE49-F238E27FC236}">
                    <a16:creationId xmlns:a16="http://schemas.microsoft.com/office/drawing/2014/main" id="{FBC1DFFD-74F3-6648-AEEA-D3DEB60A9C91}"/>
                  </a:ext>
                </a:extLst>
              </p:cNvPr>
              <p:cNvSpPr/>
              <p:nvPr/>
            </p:nvSpPr>
            <p:spPr>
              <a:xfrm>
                <a:off x="3912852" y="3924672"/>
                <a:ext cx="843897" cy="864231"/>
              </a:xfrm>
              <a:custGeom>
                <a:avLst/>
                <a:gdLst>
                  <a:gd name="connsiteX0" fmla="*/ 230095 w 231911"/>
                  <a:gd name="connsiteY0" fmla="*/ 129856 h 237499"/>
                  <a:gd name="connsiteX1" fmla="*/ 9919 w 231911"/>
                  <a:gd name="connsiteY1" fmla="*/ 2724 h 237499"/>
                  <a:gd name="connsiteX2" fmla="*/ 4610 w 231911"/>
                  <a:gd name="connsiteY2" fmla="*/ 2724 h 237499"/>
                  <a:gd name="connsiteX3" fmla="*/ 2096 w 231911"/>
                  <a:gd name="connsiteY3" fmla="*/ 7195 h 237499"/>
                  <a:gd name="connsiteX4" fmla="*/ 2096 w 231911"/>
                  <a:gd name="connsiteY4" fmla="*/ 107783 h 237499"/>
                  <a:gd name="connsiteX5" fmla="*/ 2096 w 231911"/>
                  <a:gd name="connsiteY5" fmla="*/ 108901 h 237499"/>
                  <a:gd name="connsiteX6" fmla="*/ 12154 w 231911"/>
                  <a:gd name="connsiteY6" fmla="*/ 108901 h 237499"/>
                  <a:gd name="connsiteX7" fmla="*/ 12154 w 231911"/>
                  <a:gd name="connsiteY7" fmla="*/ 107783 h 237499"/>
                  <a:gd name="connsiteX8" fmla="*/ 12154 w 231911"/>
                  <a:gd name="connsiteY8" fmla="*/ 16136 h 237499"/>
                  <a:gd name="connsiteX9" fmla="*/ 64684 w 231911"/>
                  <a:gd name="connsiteY9" fmla="*/ 46592 h 237499"/>
                  <a:gd name="connsiteX10" fmla="*/ 64684 w 231911"/>
                  <a:gd name="connsiteY10" fmla="*/ 143547 h 237499"/>
                  <a:gd name="connsiteX11" fmla="*/ 64963 w 231911"/>
                  <a:gd name="connsiteY11" fmla="*/ 145224 h 237499"/>
                  <a:gd name="connsiteX12" fmla="*/ 74742 w 231911"/>
                  <a:gd name="connsiteY12" fmla="*/ 145224 h 237499"/>
                  <a:gd name="connsiteX13" fmla="*/ 75022 w 231911"/>
                  <a:gd name="connsiteY13" fmla="*/ 143547 h 237499"/>
                  <a:gd name="connsiteX14" fmla="*/ 75022 w 231911"/>
                  <a:gd name="connsiteY14" fmla="*/ 52459 h 237499"/>
                  <a:gd name="connsiteX15" fmla="*/ 159125 w 231911"/>
                  <a:gd name="connsiteY15" fmla="*/ 101077 h 237499"/>
                  <a:gd name="connsiteX16" fmla="*/ 159125 w 231911"/>
                  <a:gd name="connsiteY16" fmla="*/ 197194 h 237499"/>
                  <a:gd name="connsiteX17" fmla="*/ 159963 w 231911"/>
                  <a:gd name="connsiteY17" fmla="*/ 199709 h 237499"/>
                  <a:gd name="connsiteX18" fmla="*/ 168904 w 231911"/>
                  <a:gd name="connsiteY18" fmla="*/ 199709 h 237499"/>
                  <a:gd name="connsiteX19" fmla="*/ 169742 w 231911"/>
                  <a:gd name="connsiteY19" fmla="*/ 197194 h 237499"/>
                  <a:gd name="connsiteX20" fmla="*/ 169742 w 231911"/>
                  <a:gd name="connsiteY20" fmla="*/ 106945 h 237499"/>
                  <a:gd name="connsiteX21" fmla="*/ 222272 w 231911"/>
                  <a:gd name="connsiteY21" fmla="*/ 137400 h 237499"/>
                  <a:gd name="connsiteX22" fmla="*/ 222272 w 231911"/>
                  <a:gd name="connsiteY22" fmla="*/ 235194 h 237499"/>
                  <a:gd name="connsiteX23" fmla="*/ 222272 w 231911"/>
                  <a:gd name="connsiteY23" fmla="*/ 236033 h 237499"/>
                  <a:gd name="connsiteX24" fmla="*/ 232330 w 231911"/>
                  <a:gd name="connsiteY24" fmla="*/ 236033 h 237499"/>
                  <a:gd name="connsiteX25" fmla="*/ 232330 w 231911"/>
                  <a:gd name="connsiteY25" fmla="*/ 235194 h 237499"/>
                  <a:gd name="connsiteX26" fmla="*/ 232330 w 231911"/>
                  <a:gd name="connsiteY26" fmla="*/ 134606 h 237499"/>
                  <a:gd name="connsiteX27" fmla="*/ 230095 w 231911"/>
                  <a:gd name="connsiteY27" fmla="*/ 129856 h 237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31911" h="237499">
                    <a:moveTo>
                      <a:pt x="230095" y="129856"/>
                    </a:moveTo>
                    <a:lnTo>
                      <a:pt x="9919" y="2724"/>
                    </a:lnTo>
                    <a:cubicBezTo>
                      <a:pt x="8243" y="1886"/>
                      <a:pt x="6287" y="1886"/>
                      <a:pt x="4610" y="2724"/>
                    </a:cubicBezTo>
                    <a:cubicBezTo>
                      <a:pt x="2934" y="3562"/>
                      <a:pt x="2096" y="5239"/>
                      <a:pt x="2096" y="7195"/>
                    </a:cubicBezTo>
                    <a:lnTo>
                      <a:pt x="2096" y="107783"/>
                    </a:lnTo>
                    <a:cubicBezTo>
                      <a:pt x="2096" y="108062"/>
                      <a:pt x="2096" y="108621"/>
                      <a:pt x="2096" y="108901"/>
                    </a:cubicBezTo>
                    <a:cubicBezTo>
                      <a:pt x="5169" y="110018"/>
                      <a:pt x="9081" y="110018"/>
                      <a:pt x="12154" y="108901"/>
                    </a:cubicBezTo>
                    <a:cubicBezTo>
                      <a:pt x="12154" y="108621"/>
                      <a:pt x="12154" y="108062"/>
                      <a:pt x="12154" y="107783"/>
                    </a:cubicBezTo>
                    <a:lnTo>
                      <a:pt x="12154" y="16136"/>
                    </a:lnTo>
                    <a:lnTo>
                      <a:pt x="64684" y="46592"/>
                    </a:lnTo>
                    <a:lnTo>
                      <a:pt x="64684" y="143547"/>
                    </a:lnTo>
                    <a:cubicBezTo>
                      <a:pt x="64684" y="144106"/>
                      <a:pt x="64684" y="144665"/>
                      <a:pt x="64963" y="145224"/>
                    </a:cubicBezTo>
                    <a:cubicBezTo>
                      <a:pt x="68037" y="146342"/>
                      <a:pt x="71669" y="146342"/>
                      <a:pt x="74742" y="145224"/>
                    </a:cubicBezTo>
                    <a:cubicBezTo>
                      <a:pt x="75022" y="144665"/>
                      <a:pt x="75022" y="144106"/>
                      <a:pt x="75022" y="143547"/>
                    </a:cubicBezTo>
                    <a:lnTo>
                      <a:pt x="75022" y="52459"/>
                    </a:lnTo>
                    <a:lnTo>
                      <a:pt x="159125" y="101077"/>
                    </a:lnTo>
                    <a:lnTo>
                      <a:pt x="159125" y="197194"/>
                    </a:lnTo>
                    <a:cubicBezTo>
                      <a:pt x="159125" y="198033"/>
                      <a:pt x="159404" y="199150"/>
                      <a:pt x="159963" y="199709"/>
                    </a:cubicBezTo>
                    <a:cubicBezTo>
                      <a:pt x="162757" y="200547"/>
                      <a:pt x="166110" y="200547"/>
                      <a:pt x="168904" y="199709"/>
                    </a:cubicBezTo>
                    <a:cubicBezTo>
                      <a:pt x="169463" y="198871"/>
                      <a:pt x="169742" y="198033"/>
                      <a:pt x="169742" y="197194"/>
                    </a:cubicBezTo>
                    <a:lnTo>
                      <a:pt x="169742" y="106945"/>
                    </a:lnTo>
                    <a:lnTo>
                      <a:pt x="222272" y="137400"/>
                    </a:lnTo>
                    <a:lnTo>
                      <a:pt x="222272" y="235194"/>
                    </a:lnTo>
                    <a:cubicBezTo>
                      <a:pt x="222272" y="235474"/>
                      <a:pt x="222272" y="235753"/>
                      <a:pt x="222272" y="236033"/>
                    </a:cubicBezTo>
                    <a:cubicBezTo>
                      <a:pt x="225345" y="237150"/>
                      <a:pt x="229257" y="237150"/>
                      <a:pt x="232330" y="236033"/>
                    </a:cubicBezTo>
                    <a:cubicBezTo>
                      <a:pt x="232330" y="235753"/>
                      <a:pt x="232330" y="235474"/>
                      <a:pt x="232330" y="235194"/>
                    </a:cubicBezTo>
                    <a:lnTo>
                      <a:pt x="232330" y="134606"/>
                    </a:lnTo>
                    <a:cubicBezTo>
                      <a:pt x="232610" y="132650"/>
                      <a:pt x="231772" y="130695"/>
                      <a:pt x="230095" y="129856"/>
                    </a:cubicBezTo>
                    <a:close/>
                  </a:path>
                </a:pathLst>
              </a:custGeom>
              <a:solidFill>
                <a:srgbClr val="5C5CA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4" name="Forma libre 63">
                <a:extLst>
                  <a:ext uri="{FF2B5EF4-FFF2-40B4-BE49-F238E27FC236}">
                    <a16:creationId xmlns:a16="http://schemas.microsoft.com/office/drawing/2014/main" id="{8EB76F9B-F065-CF43-B0EF-40F186AC1F85}"/>
                  </a:ext>
                </a:extLst>
              </p:cNvPr>
              <p:cNvSpPr/>
              <p:nvPr/>
            </p:nvSpPr>
            <p:spPr>
              <a:xfrm>
                <a:off x="2942955" y="2225579"/>
                <a:ext cx="823563" cy="477869"/>
              </a:xfrm>
              <a:custGeom>
                <a:avLst/>
                <a:gdLst>
                  <a:gd name="connsiteX0" fmla="*/ 221132 w 226323"/>
                  <a:gd name="connsiteY0" fmla="*/ 74005 h 131323"/>
                  <a:gd name="connsiteX1" fmla="*/ 126692 w 226323"/>
                  <a:gd name="connsiteY1" fmla="*/ 128770 h 131323"/>
                  <a:gd name="connsiteX2" fmla="*/ 99589 w 226323"/>
                  <a:gd name="connsiteY2" fmla="*/ 127652 h 131323"/>
                  <a:gd name="connsiteX3" fmla="*/ 8780 w 226323"/>
                  <a:gd name="connsiteY3" fmla="*/ 75123 h 131323"/>
                  <a:gd name="connsiteX4" fmla="*/ 6824 w 226323"/>
                  <a:gd name="connsiteY4" fmla="*/ 59476 h 131323"/>
                  <a:gd name="connsiteX5" fmla="*/ 101545 w 226323"/>
                  <a:gd name="connsiteY5" fmla="*/ 4711 h 131323"/>
                  <a:gd name="connsiteX6" fmla="*/ 128647 w 226323"/>
                  <a:gd name="connsiteY6" fmla="*/ 5829 h 131323"/>
                  <a:gd name="connsiteX7" fmla="*/ 219456 w 226323"/>
                  <a:gd name="connsiteY7" fmla="*/ 58358 h 131323"/>
                  <a:gd name="connsiteX8" fmla="*/ 221132 w 226323"/>
                  <a:gd name="connsiteY8" fmla="*/ 74005 h 13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6323" h="131323">
                    <a:moveTo>
                      <a:pt x="221132" y="74005"/>
                    </a:moveTo>
                    <a:lnTo>
                      <a:pt x="126692" y="128770"/>
                    </a:lnTo>
                    <a:cubicBezTo>
                      <a:pt x="119706" y="132682"/>
                      <a:pt x="107692" y="132123"/>
                      <a:pt x="99589" y="127652"/>
                    </a:cubicBezTo>
                    <a:lnTo>
                      <a:pt x="8780" y="75123"/>
                    </a:lnTo>
                    <a:cubicBezTo>
                      <a:pt x="677" y="70653"/>
                      <a:pt x="-161" y="63388"/>
                      <a:pt x="6824" y="59476"/>
                    </a:cubicBezTo>
                    <a:lnTo>
                      <a:pt x="101545" y="4711"/>
                    </a:lnTo>
                    <a:cubicBezTo>
                      <a:pt x="108530" y="800"/>
                      <a:pt x="120544" y="1359"/>
                      <a:pt x="128647" y="5829"/>
                    </a:cubicBezTo>
                    <a:lnTo>
                      <a:pt x="219456" y="58358"/>
                    </a:lnTo>
                    <a:cubicBezTo>
                      <a:pt x="227280" y="63108"/>
                      <a:pt x="228118" y="70094"/>
                      <a:pt x="221132" y="74005"/>
                    </a:cubicBezTo>
                    <a:close/>
                  </a:path>
                </a:pathLst>
              </a:custGeom>
              <a:solidFill>
                <a:srgbClr val="D9BED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5" name="Forma libre 64">
                <a:extLst>
                  <a:ext uri="{FF2B5EF4-FFF2-40B4-BE49-F238E27FC236}">
                    <a16:creationId xmlns:a16="http://schemas.microsoft.com/office/drawing/2014/main" id="{46E9D495-9A79-3044-B5FE-99CF55970FC1}"/>
                  </a:ext>
                </a:extLst>
              </p:cNvPr>
              <p:cNvSpPr/>
              <p:nvPr/>
            </p:nvSpPr>
            <p:spPr>
              <a:xfrm>
                <a:off x="3350590" y="2466913"/>
                <a:ext cx="416867" cy="1504780"/>
              </a:xfrm>
              <a:custGeom>
                <a:avLst/>
                <a:gdLst>
                  <a:gd name="connsiteX0" fmla="*/ 113860 w 114558"/>
                  <a:gd name="connsiteY0" fmla="*/ 348007 h 413528"/>
                  <a:gd name="connsiteX1" fmla="*/ 113860 w 114558"/>
                  <a:gd name="connsiteY1" fmla="*/ 2096 h 413528"/>
                  <a:gd name="connsiteX2" fmla="*/ 113860 w 114558"/>
                  <a:gd name="connsiteY2" fmla="*/ 2096 h 413528"/>
                  <a:gd name="connsiteX3" fmla="*/ 113860 w 114558"/>
                  <a:gd name="connsiteY3" fmla="*/ 2096 h 413528"/>
                  <a:gd name="connsiteX4" fmla="*/ 109389 w 114558"/>
                  <a:gd name="connsiteY4" fmla="*/ 7684 h 413528"/>
                  <a:gd name="connsiteX5" fmla="*/ 14669 w 114558"/>
                  <a:gd name="connsiteY5" fmla="*/ 62448 h 413528"/>
                  <a:gd name="connsiteX6" fmla="*/ 2096 w 114558"/>
                  <a:gd name="connsiteY6" fmla="*/ 64963 h 413528"/>
                  <a:gd name="connsiteX7" fmla="*/ 2096 w 114558"/>
                  <a:gd name="connsiteY7" fmla="*/ 413109 h 413528"/>
                  <a:gd name="connsiteX8" fmla="*/ 14669 w 114558"/>
                  <a:gd name="connsiteY8" fmla="*/ 410595 h 413528"/>
                  <a:gd name="connsiteX9" fmla="*/ 109389 w 114558"/>
                  <a:gd name="connsiteY9" fmla="*/ 355830 h 413528"/>
                  <a:gd name="connsiteX10" fmla="*/ 113860 w 114558"/>
                  <a:gd name="connsiteY10" fmla="*/ 348007 h 413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558" h="413528">
                    <a:moveTo>
                      <a:pt x="113860" y="348007"/>
                    </a:moveTo>
                    <a:lnTo>
                      <a:pt x="113860" y="2096"/>
                    </a:lnTo>
                    <a:cubicBezTo>
                      <a:pt x="113860" y="2096"/>
                      <a:pt x="113860" y="2096"/>
                      <a:pt x="113860" y="2096"/>
                    </a:cubicBezTo>
                    <a:cubicBezTo>
                      <a:pt x="113860" y="2096"/>
                      <a:pt x="113860" y="2096"/>
                      <a:pt x="113860" y="2096"/>
                    </a:cubicBezTo>
                    <a:cubicBezTo>
                      <a:pt x="113301" y="4051"/>
                      <a:pt x="111904" y="6007"/>
                      <a:pt x="109389" y="7684"/>
                    </a:cubicBezTo>
                    <a:lnTo>
                      <a:pt x="14669" y="62448"/>
                    </a:lnTo>
                    <a:cubicBezTo>
                      <a:pt x="11316" y="64404"/>
                      <a:pt x="6846" y="65243"/>
                      <a:pt x="2096" y="64963"/>
                    </a:cubicBezTo>
                    <a:lnTo>
                      <a:pt x="2096" y="413109"/>
                    </a:lnTo>
                    <a:cubicBezTo>
                      <a:pt x="6846" y="413109"/>
                      <a:pt x="11316" y="412271"/>
                      <a:pt x="14669" y="410595"/>
                    </a:cubicBezTo>
                    <a:lnTo>
                      <a:pt x="109389" y="355830"/>
                    </a:lnTo>
                    <a:cubicBezTo>
                      <a:pt x="112742" y="353874"/>
                      <a:pt x="114419" y="350801"/>
                      <a:pt x="113860" y="348007"/>
                    </a:cubicBezTo>
                    <a:close/>
                  </a:path>
                </a:pathLst>
              </a:custGeom>
              <a:solidFill>
                <a:srgbClr val="DE85B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6" name="Forma libre 65">
                <a:extLst>
                  <a:ext uri="{FF2B5EF4-FFF2-40B4-BE49-F238E27FC236}">
                    <a16:creationId xmlns:a16="http://schemas.microsoft.com/office/drawing/2014/main" id="{9F651C47-327A-BF40-A38B-807E69BAE350}"/>
                  </a:ext>
                </a:extLst>
              </p:cNvPr>
              <p:cNvSpPr/>
              <p:nvPr/>
            </p:nvSpPr>
            <p:spPr>
              <a:xfrm>
                <a:off x="2943268" y="2463864"/>
                <a:ext cx="416867" cy="1514951"/>
              </a:xfrm>
              <a:custGeom>
                <a:avLst/>
                <a:gdLst>
                  <a:gd name="connsiteX0" fmla="*/ 99503 w 114558"/>
                  <a:gd name="connsiteY0" fmla="*/ 62169 h 416322"/>
                  <a:gd name="connsiteX1" fmla="*/ 8694 w 114558"/>
                  <a:gd name="connsiteY1" fmla="*/ 9640 h 416322"/>
                  <a:gd name="connsiteX2" fmla="*/ 2268 w 114558"/>
                  <a:gd name="connsiteY2" fmla="*/ 2096 h 416322"/>
                  <a:gd name="connsiteX3" fmla="*/ 2268 w 114558"/>
                  <a:gd name="connsiteY3" fmla="*/ 347727 h 416322"/>
                  <a:gd name="connsiteX4" fmla="*/ 8694 w 114558"/>
                  <a:gd name="connsiteY4" fmla="*/ 357786 h 416322"/>
                  <a:gd name="connsiteX5" fmla="*/ 99503 w 114558"/>
                  <a:gd name="connsiteY5" fmla="*/ 410315 h 416322"/>
                  <a:gd name="connsiteX6" fmla="*/ 114032 w 114558"/>
                  <a:gd name="connsiteY6" fmla="*/ 414227 h 416322"/>
                  <a:gd name="connsiteX7" fmla="*/ 114032 w 114558"/>
                  <a:gd name="connsiteY7" fmla="*/ 65801 h 416322"/>
                  <a:gd name="connsiteX8" fmla="*/ 99503 w 114558"/>
                  <a:gd name="connsiteY8" fmla="*/ 62169 h 416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558" h="416322">
                    <a:moveTo>
                      <a:pt x="99503" y="62169"/>
                    </a:moveTo>
                    <a:lnTo>
                      <a:pt x="8694" y="9640"/>
                    </a:lnTo>
                    <a:cubicBezTo>
                      <a:pt x="4782" y="7404"/>
                      <a:pt x="2827" y="4610"/>
                      <a:pt x="2268" y="2096"/>
                    </a:cubicBezTo>
                    <a:lnTo>
                      <a:pt x="2268" y="347727"/>
                    </a:lnTo>
                    <a:cubicBezTo>
                      <a:pt x="1430" y="351080"/>
                      <a:pt x="3665" y="354992"/>
                      <a:pt x="8694" y="357786"/>
                    </a:cubicBezTo>
                    <a:lnTo>
                      <a:pt x="99503" y="410315"/>
                    </a:lnTo>
                    <a:cubicBezTo>
                      <a:pt x="103694" y="412830"/>
                      <a:pt x="109003" y="413948"/>
                      <a:pt x="114032" y="414227"/>
                    </a:cubicBezTo>
                    <a:lnTo>
                      <a:pt x="114032" y="65801"/>
                    </a:lnTo>
                    <a:cubicBezTo>
                      <a:pt x="108723" y="65801"/>
                      <a:pt x="103694" y="64404"/>
                      <a:pt x="99503" y="62169"/>
                    </a:cubicBezTo>
                    <a:close/>
                  </a:path>
                </a:pathLst>
              </a:custGeom>
              <a:solidFill>
                <a:srgbClr val="8DCE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7" name="Forma libre 66">
                <a:extLst>
                  <a:ext uri="{FF2B5EF4-FFF2-40B4-BE49-F238E27FC236}">
                    <a16:creationId xmlns:a16="http://schemas.microsoft.com/office/drawing/2014/main" id="{92F8D996-AEE9-5F44-A855-3FFD9288A4BD}"/>
                  </a:ext>
                </a:extLst>
              </p:cNvPr>
              <p:cNvSpPr/>
              <p:nvPr/>
            </p:nvSpPr>
            <p:spPr>
              <a:xfrm>
                <a:off x="2943268" y="2463864"/>
                <a:ext cx="416867" cy="1514951"/>
              </a:xfrm>
              <a:custGeom>
                <a:avLst/>
                <a:gdLst>
                  <a:gd name="connsiteX0" fmla="*/ 99503 w 114558"/>
                  <a:gd name="connsiteY0" fmla="*/ 62169 h 416322"/>
                  <a:gd name="connsiteX1" fmla="*/ 8694 w 114558"/>
                  <a:gd name="connsiteY1" fmla="*/ 9640 h 416322"/>
                  <a:gd name="connsiteX2" fmla="*/ 2268 w 114558"/>
                  <a:gd name="connsiteY2" fmla="*/ 2096 h 416322"/>
                  <a:gd name="connsiteX3" fmla="*/ 2268 w 114558"/>
                  <a:gd name="connsiteY3" fmla="*/ 347727 h 416322"/>
                  <a:gd name="connsiteX4" fmla="*/ 8694 w 114558"/>
                  <a:gd name="connsiteY4" fmla="*/ 357786 h 416322"/>
                  <a:gd name="connsiteX5" fmla="*/ 99503 w 114558"/>
                  <a:gd name="connsiteY5" fmla="*/ 410315 h 416322"/>
                  <a:gd name="connsiteX6" fmla="*/ 114032 w 114558"/>
                  <a:gd name="connsiteY6" fmla="*/ 414227 h 416322"/>
                  <a:gd name="connsiteX7" fmla="*/ 114032 w 114558"/>
                  <a:gd name="connsiteY7" fmla="*/ 65801 h 416322"/>
                  <a:gd name="connsiteX8" fmla="*/ 99503 w 114558"/>
                  <a:gd name="connsiteY8" fmla="*/ 62169 h 416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558" h="416322">
                    <a:moveTo>
                      <a:pt x="99503" y="62169"/>
                    </a:moveTo>
                    <a:lnTo>
                      <a:pt x="8694" y="9640"/>
                    </a:lnTo>
                    <a:cubicBezTo>
                      <a:pt x="4782" y="7404"/>
                      <a:pt x="2827" y="4610"/>
                      <a:pt x="2268" y="2096"/>
                    </a:cubicBezTo>
                    <a:lnTo>
                      <a:pt x="2268" y="347727"/>
                    </a:lnTo>
                    <a:cubicBezTo>
                      <a:pt x="1430" y="351080"/>
                      <a:pt x="3665" y="354992"/>
                      <a:pt x="8694" y="357786"/>
                    </a:cubicBezTo>
                    <a:lnTo>
                      <a:pt x="99503" y="410315"/>
                    </a:lnTo>
                    <a:cubicBezTo>
                      <a:pt x="103694" y="412830"/>
                      <a:pt x="109003" y="413948"/>
                      <a:pt x="114032" y="414227"/>
                    </a:cubicBezTo>
                    <a:lnTo>
                      <a:pt x="114032" y="65801"/>
                    </a:lnTo>
                    <a:cubicBezTo>
                      <a:pt x="108723" y="65801"/>
                      <a:pt x="103694" y="64404"/>
                      <a:pt x="99503" y="62169"/>
                    </a:cubicBezTo>
                    <a:close/>
                  </a:path>
                </a:pathLst>
              </a:custGeom>
              <a:solidFill>
                <a:srgbClr val="98439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8" name="Forma libre 67">
                <a:extLst>
                  <a:ext uri="{FF2B5EF4-FFF2-40B4-BE49-F238E27FC236}">
                    <a16:creationId xmlns:a16="http://schemas.microsoft.com/office/drawing/2014/main" id="{1EE389F5-C5FB-B14D-9AFF-EF0C5D5101E1}"/>
                  </a:ext>
                </a:extLst>
              </p:cNvPr>
              <p:cNvSpPr/>
              <p:nvPr/>
            </p:nvSpPr>
            <p:spPr>
              <a:xfrm>
                <a:off x="2398997" y="2974920"/>
                <a:ext cx="824502" cy="496856"/>
              </a:xfrm>
              <a:custGeom>
                <a:avLst/>
                <a:gdLst>
                  <a:gd name="connsiteX0" fmla="*/ 221412 w 226323"/>
                  <a:gd name="connsiteY0" fmla="*/ 74005 h 131323"/>
                  <a:gd name="connsiteX1" fmla="*/ 126692 w 226323"/>
                  <a:gd name="connsiteY1" fmla="*/ 128770 h 131323"/>
                  <a:gd name="connsiteX2" fmla="*/ 99589 w 226323"/>
                  <a:gd name="connsiteY2" fmla="*/ 127652 h 131323"/>
                  <a:gd name="connsiteX3" fmla="*/ 8780 w 226323"/>
                  <a:gd name="connsiteY3" fmla="*/ 75123 h 131323"/>
                  <a:gd name="connsiteX4" fmla="*/ 6824 w 226323"/>
                  <a:gd name="connsiteY4" fmla="*/ 59476 h 131323"/>
                  <a:gd name="connsiteX5" fmla="*/ 101545 w 226323"/>
                  <a:gd name="connsiteY5" fmla="*/ 4711 h 131323"/>
                  <a:gd name="connsiteX6" fmla="*/ 128647 w 226323"/>
                  <a:gd name="connsiteY6" fmla="*/ 5829 h 131323"/>
                  <a:gd name="connsiteX7" fmla="*/ 219456 w 226323"/>
                  <a:gd name="connsiteY7" fmla="*/ 58358 h 131323"/>
                  <a:gd name="connsiteX8" fmla="*/ 221412 w 226323"/>
                  <a:gd name="connsiteY8" fmla="*/ 74005 h 13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6323" h="131323">
                    <a:moveTo>
                      <a:pt x="221412" y="74005"/>
                    </a:moveTo>
                    <a:lnTo>
                      <a:pt x="126692" y="128770"/>
                    </a:lnTo>
                    <a:cubicBezTo>
                      <a:pt x="119706" y="132682"/>
                      <a:pt x="107692" y="132123"/>
                      <a:pt x="99589" y="127652"/>
                    </a:cubicBezTo>
                    <a:lnTo>
                      <a:pt x="8780" y="75123"/>
                    </a:lnTo>
                    <a:cubicBezTo>
                      <a:pt x="677" y="70653"/>
                      <a:pt x="-161" y="63388"/>
                      <a:pt x="6824" y="59476"/>
                    </a:cubicBezTo>
                    <a:lnTo>
                      <a:pt x="101545" y="4711"/>
                    </a:lnTo>
                    <a:cubicBezTo>
                      <a:pt x="108530" y="800"/>
                      <a:pt x="120545" y="1359"/>
                      <a:pt x="128647" y="5829"/>
                    </a:cubicBezTo>
                    <a:lnTo>
                      <a:pt x="219456" y="58358"/>
                    </a:lnTo>
                    <a:cubicBezTo>
                      <a:pt x="227559" y="63108"/>
                      <a:pt x="228397" y="70094"/>
                      <a:pt x="221412" y="74005"/>
                    </a:cubicBezTo>
                    <a:close/>
                  </a:path>
                </a:pathLst>
              </a:custGeom>
              <a:solidFill>
                <a:srgbClr val="68C1B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69" name="Forma libre 68">
                <a:extLst>
                  <a:ext uri="{FF2B5EF4-FFF2-40B4-BE49-F238E27FC236}">
                    <a16:creationId xmlns:a16="http://schemas.microsoft.com/office/drawing/2014/main" id="{7ED6B96F-5B43-4249-B2A0-B32FBF90054F}"/>
                  </a:ext>
                </a:extLst>
              </p:cNvPr>
              <p:cNvSpPr/>
              <p:nvPr/>
            </p:nvSpPr>
            <p:spPr>
              <a:xfrm>
                <a:off x="2806632" y="3216254"/>
                <a:ext cx="416867" cy="1067583"/>
              </a:xfrm>
              <a:custGeom>
                <a:avLst/>
                <a:gdLst>
                  <a:gd name="connsiteX0" fmla="*/ 113860 w 114558"/>
                  <a:gd name="connsiteY0" fmla="*/ 227860 h 293381"/>
                  <a:gd name="connsiteX1" fmla="*/ 113860 w 114558"/>
                  <a:gd name="connsiteY1" fmla="*/ 2096 h 293381"/>
                  <a:gd name="connsiteX2" fmla="*/ 113860 w 114558"/>
                  <a:gd name="connsiteY2" fmla="*/ 2096 h 293381"/>
                  <a:gd name="connsiteX3" fmla="*/ 113860 w 114558"/>
                  <a:gd name="connsiteY3" fmla="*/ 2096 h 293381"/>
                  <a:gd name="connsiteX4" fmla="*/ 109389 w 114558"/>
                  <a:gd name="connsiteY4" fmla="*/ 7684 h 293381"/>
                  <a:gd name="connsiteX5" fmla="*/ 14669 w 114558"/>
                  <a:gd name="connsiteY5" fmla="*/ 62448 h 293381"/>
                  <a:gd name="connsiteX6" fmla="*/ 2096 w 114558"/>
                  <a:gd name="connsiteY6" fmla="*/ 64963 h 293381"/>
                  <a:gd name="connsiteX7" fmla="*/ 2096 w 114558"/>
                  <a:gd name="connsiteY7" fmla="*/ 292963 h 293381"/>
                  <a:gd name="connsiteX8" fmla="*/ 14669 w 114558"/>
                  <a:gd name="connsiteY8" fmla="*/ 290448 h 293381"/>
                  <a:gd name="connsiteX9" fmla="*/ 109389 w 114558"/>
                  <a:gd name="connsiteY9" fmla="*/ 235683 h 293381"/>
                  <a:gd name="connsiteX10" fmla="*/ 113860 w 114558"/>
                  <a:gd name="connsiteY10" fmla="*/ 227860 h 293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558" h="293381">
                    <a:moveTo>
                      <a:pt x="113860" y="227860"/>
                    </a:moveTo>
                    <a:lnTo>
                      <a:pt x="113860" y="2096"/>
                    </a:lnTo>
                    <a:cubicBezTo>
                      <a:pt x="113860" y="2096"/>
                      <a:pt x="113860" y="2096"/>
                      <a:pt x="113860" y="2096"/>
                    </a:cubicBezTo>
                    <a:cubicBezTo>
                      <a:pt x="113860" y="2096"/>
                      <a:pt x="113860" y="2096"/>
                      <a:pt x="113860" y="2096"/>
                    </a:cubicBezTo>
                    <a:cubicBezTo>
                      <a:pt x="113301" y="4051"/>
                      <a:pt x="111904" y="6007"/>
                      <a:pt x="109389" y="7684"/>
                    </a:cubicBezTo>
                    <a:lnTo>
                      <a:pt x="14669" y="62448"/>
                    </a:lnTo>
                    <a:cubicBezTo>
                      <a:pt x="11316" y="64404"/>
                      <a:pt x="6846" y="65242"/>
                      <a:pt x="2096" y="64963"/>
                    </a:cubicBezTo>
                    <a:lnTo>
                      <a:pt x="2096" y="292963"/>
                    </a:lnTo>
                    <a:cubicBezTo>
                      <a:pt x="6846" y="292963"/>
                      <a:pt x="11316" y="292124"/>
                      <a:pt x="14669" y="290448"/>
                    </a:cubicBezTo>
                    <a:lnTo>
                      <a:pt x="109389" y="235683"/>
                    </a:lnTo>
                    <a:cubicBezTo>
                      <a:pt x="113022" y="233727"/>
                      <a:pt x="114419" y="230933"/>
                      <a:pt x="113860" y="227860"/>
                    </a:cubicBezTo>
                    <a:close/>
                  </a:path>
                </a:pathLst>
              </a:custGeom>
              <a:solidFill>
                <a:srgbClr val="13B1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70" name="Forma libre 69">
                <a:extLst>
                  <a:ext uri="{FF2B5EF4-FFF2-40B4-BE49-F238E27FC236}">
                    <a16:creationId xmlns:a16="http://schemas.microsoft.com/office/drawing/2014/main" id="{3F074FB4-E430-534B-97F5-3907D00ED854}"/>
                  </a:ext>
                </a:extLst>
              </p:cNvPr>
              <p:cNvSpPr/>
              <p:nvPr/>
            </p:nvSpPr>
            <p:spPr>
              <a:xfrm>
                <a:off x="2399310" y="3213205"/>
                <a:ext cx="416867" cy="1077750"/>
              </a:xfrm>
              <a:custGeom>
                <a:avLst/>
                <a:gdLst>
                  <a:gd name="connsiteX0" fmla="*/ 99503 w 114558"/>
                  <a:gd name="connsiteY0" fmla="*/ 62169 h 296175"/>
                  <a:gd name="connsiteX1" fmla="*/ 8694 w 114558"/>
                  <a:gd name="connsiteY1" fmla="*/ 9640 h 296175"/>
                  <a:gd name="connsiteX2" fmla="*/ 2268 w 114558"/>
                  <a:gd name="connsiteY2" fmla="*/ 2096 h 296175"/>
                  <a:gd name="connsiteX3" fmla="*/ 2268 w 114558"/>
                  <a:gd name="connsiteY3" fmla="*/ 227860 h 296175"/>
                  <a:gd name="connsiteX4" fmla="*/ 8694 w 114558"/>
                  <a:gd name="connsiteY4" fmla="*/ 237919 h 296175"/>
                  <a:gd name="connsiteX5" fmla="*/ 99503 w 114558"/>
                  <a:gd name="connsiteY5" fmla="*/ 290448 h 296175"/>
                  <a:gd name="connsiteX6" fmla="*/ 114032 w 114558"/>
                  <a:gd name="connsiteY6" fmla="*/ 294360 h 296175"/>
                  <a:gd name="connsiteX7" fmla="*/ 114032 w 114558"/>
                  <a:gd name="connsiteY7" fmla="*/ 66360 h 296175"/>
                  <a:gd name="connsiteX8" fmla="*/ 99503 w 114558"/>
                  <a:gd name="connsiteY8" fmla="*/ 62169 h 29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558" h="296175">
                    <a:moveTo>
                      <a:pt x="99503" y="62169"/>
                    </a:moveTo>
                    <a:lnTo>
                      <a:pt x="8694" y="9640"/>
                    </a:lnTo>
                    <a:cubicBezTo>
                      <a:pt x="4782" y="7404"/>
                      <a:pt x="2827" y="4610"/>
                      <a:pt x="2268" y="2096"/>
                    </a:cubicBezTo>
                    <a:lnTo>
                      <a:pt x="2268" y="227860"/>
                    </a:lnTo>
                    <a:cubicBezTo>
                      <a:pt x="1430" y="231213"/>
                      <a:pt x="3665" y="235124"/>
                      <a:pt x="8694" y="237919"/>
                    </a:cubicBezTo>
                    <a:lnTo>
                      <a:pt x="99503" y="290448"/>
                    </a:lnTo>
                    <a:cubicBezTo>
                      <a:pt x="103694" y="292963"/>
                      <a:pt x="109003" y="294080"/>
                      <a:pt x="114032" y="294360"/>
                    </a:cubicBezTo>
                    <a:lnTo>
                      <a:pt x="114032" y="66360"/>
                    </a:lnTo>
                    <a:cubicBezTo>
                      <a:pt x="109003" y="65801"/>
                      <a:pt x="103694" y="64684"/>
                      <a:pt x="99503" y="62169"/>
                    </a:cubicBezTo>
                    <a:close/>
                  </a:path>
                </a:pathLst>
              </a:custGeom>
              <a:solidFill>
                <a:srgbClr val="8DCE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71" name="Forma libre 70">
                <a:extLst>
                  <a:ext uri="{FF2B5EF4-FFF2-40B4-BE49-F238E27FC236}">
                    <a16:creationId xmlns:a16="http://schemas.microsoft.com/office/drawing/2014/main" id="{A2ADF178-56B7-5841-B3A5-4D2AFD4E1B44}"/>
                  </a:ext>
                </a:extLst>
              </p:cNvPr>
              <p:cNvSpPr/>
              <p:nvPr/>
            </p:nvSpPr>
            <p:spPr>
              <a:xfrm>
                <a:off x="2399310" y="3213205"/>
                <a:ext cx="416867" cy="1077750"/>
              </a:xfrm>
              <a:custGeom>
                <a:avLst/>
                <a:gdLst>
                  <a:gd name="connsiteX0" fmla="*/ 99503 w 114558"/>
                  <a:gd name="connsiteY0" fmla="*/ 62169 h 296175"/>
                  <a:gd name="connsiteX1" fmla="*/ 8694 w 114558"/>
                  <a:gd name="connsiteY1" fmla="*/ 9640 h 296175"/>
                  <a:gd name="connsiteX2" fmla="*/ 2268 w 114558"/>
                  <a:gd name="connsiteY2" fmla="*/ 2096 h 296175"/>
                  <a:gd name="connsiteX3" fmla="*/ 2268 w 114558"/>
                  <a:gd name="connsiteY3" fmla="*/ 227860 h 296175"/>
                  <a:gd name="connsiteX4" fmla="*/ 8694 w 114558"/>
                  <a:gd name="connsiteY4" fmla="*/ 237919 h 296175"/>
                  <a:gd name="connsiteX5" fmla="*/ 99503 w 114558"/>
                  <a:gd name="connsiteY5" fmla="*/ 290448 h 296175"/>
                  <a:gd name="connsiteX6" fmla="*/ 114032 w 114558"/>
                  <a:gd name="connsiteY6" fmla="*/ 294360 h 296175"/>
                  <a:gd name="connsiteX7" fmla="*/ 114032 w 114558"/>
                  <a:gd name="connsiteY7" fmla="*/ 66360 h 296175"/>
                  <a:gd name="connsiteX8" fmla="*/ 99503 w 114558"/>
                  <a:gd name="connsiteY8" fmla="*/ 62169 h 29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558" h="296175">
                    <a:moveTo>
                      <a:pt x="99503" y="62169"/>
                    </a:moveTo>
                    <a:lnTo>
                      <a:pt x="8694" y="9640"/>
                    </a:lnTo>
                    <a:cubicBezTo>
                      <a:pt x="4782" y="7404"/>
                      <a:pt x="2827" y="4610"/>
                      <a:pt x="2268" y="2096"/>
                    </a:cubicBezTo>
                    <a:lnTo>
                      <a:pt x="2268" y="227860"/>
                    </a:lnTo>
                    <a:cubicBezTo>
                      <a:pt x="1430" y="231213"/>
                      <a:pt x="3665" y="235124"/>
                      <a:pt x="8694" y="237919"/>
                    </a:cubicBezTo>
                    <a:lnTo>
                      <a:pt x="99503" y="290448"/>
                    </a:lnTo>
                    <a:cubicBezTo>
                      <a:pt x="103694" y="292963"/>
                      <a:pt x="109003" y="294080"/>
                      <a:pt x="114032" y="294360"/>
                    </a:cubicBezTo>
                    <a:lnTo>
                      <a:pt x="114032" y="66360"/>
                    </a:lnTo>
                    <a:cubicBezTo>
                      <a:pt x="109003" y="65801"/>
                      <a:pt x="103694" y="64684"/>
                      <a:pt x="99503" y="62169"/>
                    </a:cubicBezTo>
                    <a:close/>
                  </a:path>
                </a:pathLst>
              </a:custGeom>
              <a:solidFill>
                <a:srgbClr val="13B1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72" name="Forma libre 71">
                <a:extLst>
                  <a:ext uri="{FF2B5EF4-FFF2-40B4-BE49-F238E27FC236}">
                    <a16:creationId xmlns:a16="http://schemas.microsoft.com/office/drawing/2014/main" id="{E3332F4F-E59D-5E4F-9190-B4D87B75D7FB}"/>
                  </a:ext>
                </a:extLst>
              </p:cNvPr>
              <p:cNvSpPr/>
              <p:nvPr/>
            </p:nvSpPr>
            <p:spPr>
              <a:xfrm>
                <a:off x="1867240" y="3597165"/>
                <a:ext cx="823563" cy="477869"/>
              </a:xfrm>
              <a:custGeom>
                <a:avLst/>
                <a:gdLst>
                  <a:gd name="connsiteX0" fmla="*/ 221412 w 226323"/>
                  <a:gd name="connsiteY0" fmla="*/ 74005 h 131323"/>
                  <a:gd name="connsiteX1" fmla="*/ 126692 w 226323"/>
                  <a:gd name="connsiteY1" fmla="*/ 128770 h 131323"/>
                  <a:gd name="connsiteX2" fmla="*/ 99589 w 226323"/>
                  <a:gd name="connsiteY2" fmla="*/ 127652 h 131323"/>
                  <a:gd name="connsiteX3" fmla="*/ 8780 w 226323"/>
                  <a:gd name="connsiteY3" fmla="*/ 75123 h 131323"/>
                  <a:gd name="connsiteX4" fmla="*/ 6824 w 226323"/>
                  <a:gd name="connsiteY4" fmla="*/ 59476 h 131323"/>
                  <a:gd name="connsiteX5" fmla="*/ 101545 w 226323"/>
                  <a:gd name="connsiteY5" fmla="*/ 4712 h 131323"/>
                  <a:gd name="connsiteX6" fmla="*/ 128647 w 226323"/>
                  <a:gd name="connsiteY6" fmla="*/ 5829 h 131323"/>
                  <a:gd name="connsiteX7" fmla="*/ 219456 w 226323"/>
                  <a:gd name="connsiteY7" fmla="*/ 58358 h 131323"/>
                  <a:gd name="connsiteX8" fmla="*/ 221412 w 226323"/>
                  <a:gd name="connsiteY8" fmla="*/ 74005 h 13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6323" h="131323">
                    <a:moveTo>
                      <a:pt x="221412" y="74005"/>
                    </a:moveTo>
                    <a:lnTo>
                      <a:pt x="126692" y="128770"/>
                    </a:lnTo>
                    <a:cubicBezTo>
                      <a:pt x="119706" y="132682"/>
                      <a:pt x="107692" y="132123"/>
                      <a:pt x="99589" y="127652"/>
                    </a:cubicBezTo>
                    <a:lnTo>
                      <a:pt x="8780" y="75123"/>
                    </a:lnTo>
                    <a:cubicBezTo>
                      <a:pt x="677" y="70653"/>
                      <a:pt x="-161" y="63388"/>
                      <a:pt x="6824" y="59476"/>
                    </a:cubicBezTo>
                    <a:lnTo>
                      <a:pt x="101545" y="4712"/>
                    </a:lnTo>
                    <a:cubicBezTo>
                      <a:pt x="108530" y="800"/>
                      <a:pt x="120544" y="1359"/>
                      <a:pt x="128647" y="5829"/>
                    </a:cubicBezTo>
                    <a:lnTo>
                      <a:pt x="219456" y="58358"/>
                    </a:lnTo>
                    <a:cubicBezTo>
                      <a:pt x="227559" y="63108"/>
                      <a:pt x="228397" y="70094"/>
                      <a:pt x="221412" y="74005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73" name="Forma libre 72">
                <a:extLst>
                  <a:ext uri="{FF2B5EF4-FFF2-40B4-BE49-F238E27FC236}">
                    <a16:creationId xmlns:a16="http://schemas.microsoft.com/office/drawing/2014/main" id="{36614634-B5EF-E640-B32B-DABDD11B6DDA}"/>
                  </a:ext>
                </a:extLst>
              </p:cNvPr>
              <p:cNvSpPr/>
              <p:nvPr/>
            </p:nvSpPr>
            <p:spPr>
              <a:xfrm>
                <a:off x="2275893" y="3839518"/>
                <a:ext cx="416867" cy="752390"/>
              </a:xfrm>
              <a:custGeom>
                <a:avLst/>
                <a:gdLst>
                  <a:gd name="connsiteX0" fmla="*/ 113860 w 114558"/>
                  <a:gd name="connsiteY0" fmla="*/ 140963 h 206764"/>
                  <a:gd name="connsiteX1" fmla="*/ 113860 w 114558"/>
                  <a:gd name="connsiteY1" fmla="*/ 2096 h 206764"/>
                  <a:gd name="connsiteX2" fmla="*/ 113860 w 114558"/>
                  <a:gd name="connsiteY2" fmla="*/ 2096 h 206764"/>
                  <a:gd name="connsiteX3" fmla="*/ 113860 w 114558"/>
                  <a:gd name="connsiteY3" fmla="*/ 2096 h 206764"/>
                  <a:gd name="connsiteX4" fmla="*/ 109389 w 114558"/>
                  <a:gd name="connsiteY4" fmla="*/ 7684 h 206764"/>
                  <a:gd name="connsiteX5" fmla="*/ 14669 w 114558"/>
                  <a:gd name="connsiteY5" fmla="*/ 62448 h 206764"/>
                  <a:gd name="connsiteX6" fmla="*/ 2096 w 114558"/>
                  <a:gd name="connsiteY6" fmla="*/ 64963 h 206764"/>
                  <a:gd name="connsiteX7" fmla="*/ 2096 w 114558"/>
                  <a:gd name="connsiteY7" fmla="*/ 206345 h 206764"/>
                  <a:gd name="connsiteX8" fmla="*/ 14669 w 114558"/>
                  <a:gd name="connsiteY8" fmla="*/ 203830 h 206764"/>
                  <a:gd name="connsiteX9" fmla="*/ 109389 w 114558"/>
                  <a:gd name="connsiteY9" fmla="*/ 149066 h 206764"/>
                  <a:gd name="connsiteX10" fmla="*/ 113860 w 114558"/>
                  <a:gd name="connsiteY10" fmla="*/ 140963 h 206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558" h="206764">
                    <a:moveTo>
                      <a:pt x="113860" y="140963"/>
                    </a:moveTo>
                    <a:lnTo>
                      <a:pt x="113860" y="2096"/>
                    </a:lnTo>
                    <a:cubicBezTo>
                      <a:pt x="113860" y="2096"/>
                      <a:pt x="113860" y="2096"/>
                      <a:pt x="113860" y="2096"/>
                    </a:cubicBezTo>
                    <a:cubicBezTo>
                      <a:pt x="113860" y="2096"/>
                      <a:pt x="113860" y="2096"/>
                      <a:pt x="113860" y="2096"/>
                    </a:cubicBezTo>
                    <a:cubicBezTo>
                      <a:pt x="113301" y="4051"/>
                      <a:pt x="111904" y="6007"/>
                      <a:pt x="109389" y="7684"/>
                    </a:cubicBezTo>
                    <a:lnTo>
                      <a:pt x="14669" y="62448"/>
                    </a:lnTo>
                    <a:cubicBezTo>
                      <a:pt x="11316" y="64404"/>
                      <a:pt x="6846" y="65243"/>
                      <a:pt x="2096" y="64963"/>
                    </a:cubicBezTo>
                    <a:lnTo>
                      <a:pt x="2096" y="206345"/>
                    </a:lnTo>
                    <a:cubicBezTo>
                      <a:pt x="6846" y="206345"/>
                      <a:pt x="11316" y="205507"/>
                      <a:pt x="14669" y="203830"/>
                    </a:cubicBezTo>
                    <a:lnTo>
                      <a:pt x="109389" y="149066"/>
                    </a:lnTo>
                    <a:cubicBezTo>
                      <a:pt x="112742" y="146831"/>
                      <a:pt x="114419" y="144036"/>
                      <a:pt x="113860" y="1409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74" name="Forma libre 73">
                <a:extLst>
                  <a:ext uri="{FF2B5EF4-FFF2-40B4-BE49-F238E27FC236}">
                    <a16:creationId xmlns:a16="http://schemas.microsoft.com/office/drawing/2014/main" id="{6BA65873-4369-6B44-B869-FBC1AB993F5A}"/>
                  </a:ext>
                </a:extLst>
              </p:cNvPr>
              <p:cNvSpPr/>
              <p:nvPr/>
            </p:nvSpPr>
            <p:spPr>
              <a:xfrm>
                <a:off x="1868568" y="3835454"/>
                <a:ext cx="416867" cy="762557"/>
              </a:xfrm>
              <a:custGeom>
                <a:avLst/>
                <a:gdLst>
                  <a:gd name="connsiteX0" fmla="*/ 99503 w 114558"/>
                  <a:gd name="connsiteY0" fmla="*/ 62169 h 209558"/>
                  <a:gd name="connsiteX1" fmla="*/ 8694 w 114558"/>
                  <a:gd name="connsiteY1" fmla="*/ 9640 h 209558"/>
                  <a:gd name="connsiteX2" fmla="*/ 2268 w 114558"/>
                  <a:gd name="connsiteY2" fmla="*/ 2096 h 209558"/>
                  <a:gd name="connsiteX3" fmla="*/ 2268 w 114558"/>
                  <a:gd name="connsiteY3" fmla="*/ 140963 h 209558"/>
                  <a:gd name="connsiteX4" fmla="*/ 8694 w 114558"/>
                  <a:gd name="connsiteY4" fmla="*/ 151022 h 209558"/>
                  <a:gd name="connsiteX5" fmla="*/ 99503 w 114558"/>
                  <a:gd name="connsiteY5" fmla="*/ 203551 h 209558"/>
                  <a:gd name="connsiteX6" fmla="*/ 114032 w 114558"/>
                  <a:gd name="connsiteY6" fmla="*/ 207463 h 209558"/>
                  <a:gd name="connsiteX7" fmla="*/ 114032 w 114558"/>
                  <a:gd name="connsiteY7" fmla="*/ 66081 h 209558"/>
                  <a:gd name="connsiteX8" fmla="*/ 99503 w 114558"/>
                  <a:gd name="connsiteY8" fmla="*/ 62169 h 209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558" h="209558">
                    <a:moveTo>
                      <a:pt x="99503" y="62169"/>
                    </a:moveTo>
                    <a:lnTo>
                      <a:pt x="8694" y="9640"/>
                    </a:lnTo>
                    <a:cubicBezTo>
                      <a:pt x="4782" y="7404"/>
                      <a:pt x="2827" y="4610"/>
                      <a:pt x="2268" y="2096"/>
                    </a:cubicBezTo>
                    <a:lnTo>
                      <a:pt x="2268" y="140963"/>
                    </a:lnTo>
                    <a:cubicBezTo>
                      <a:pt x="1430" y="144316"/>
                      <a:pt x="3665" y="148228"/>
                      <a:pt x="8694" y="151022"/>
                    </a:cubicBezTo>
                    <a:lnTo>
                      <a:pt x="99503" y="203551"/>
                    </a:lnTo>
                    <a:cubicBezTo>
                      <a:pt x="103694" y="206066"/>
                      <a:pt x="109003" y="207183"/>
                      <a:pt x="114032" y="207463"/>
                    </a:cubicBezTo>
                    <a:lnTo>
                      <a:pt x="114032" y="66081"/>
                    </a:lnTo>
                    <a:cubicBezTo>
                      <a:pt x="109003" y="65801"/>
                      <a:pt x="103694" y="64684"/>
                      <a:pt x="99503" y="62169"/>
                    </a:cubicBezTo>
                    <a:close/>
                  </a:path>
                </a:pathLst>
              </a:custGeom>
              <a:solidFill>
                <a:srgbClr val="FEE0A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75" name="Forma libre 74">
                <a:extLst>
                  <a:ext uri="{FF2B5EF4-FFF2-40B4-BE49-F238E27FC236}">
                    <a16:creationId xmlns:a16="http://schemas.microsoft.com/office/drawing/2014/main" id="{4393F493-17D2-0345-B6CA-C41CD3E0415F}"/>
                  </a:ext>
                </a:extLst>
              </p:cNvPr>
              <p:cNvSpPr/>
              <p:nvPr/>
            </p:nvSpPr>
            <p:spPr>
              <a:xfrm>
                <a:off x="1868568" y="3835454"/>
                <a:ext cx="416867" cy="762557"/>
              </a:xfrm>
              <a:custGeom>
                <a:avLst/>
                <a:gdLst>
                  <a:gd name="connsiteX0" fmla="*/ 99503 w 114558"/>
                  <a:gd name="connsiteY0" fmla="*/ 62169 h 209558"/>
                  <a:gd name="connsiteX1" fmla="*/ 8694 w 114558"/>
                  <a:gd name="connsiteY1" fmla="*/ 9640 h 209558"/>
                  <a:gd name="connsiteX2" fmla="*/ 2268 w 114558"/>
                  <a:gd name="connsiteY2" fmla="*/ 2096 h 209558"/>
                  <a:gd name="connsiteX3" fmla="*/ 2268 w 114558"/>
                  <a:gd name="connsiteY3" fmla="*/ 140963 h 209558"/>
                  <a:gd name="connsiteX4" fmla="*/ 8694 w 114558"/>
                  <a:gd name="connsiteY4" fmla="*/ 151022 h 209558"/>
                  <a:gd name="connsiteX5" fmla="*/ 99503 w 114558"/>
                  <a:gd name="connsiteY5" fmla="*/ 203551 h 209558"/>
                  <a:gd name="connsiteX6" fmla="*/ 114032 w 114558"/>
                  <a:gd name="connsiteY6" fmla="*/ 207463 h 209558"/>
                  <a:gd name="connsiteX7" fmla="*/ 114032 w 114558"/>
                  <a:gd name="connsiteY7" fmla="*/ 66081 h 209558"/>
                  <a:gd name="connsiteX8" fmla="*/ 99503 w 114558"/>
                  <a:gd name="connsiteY8" fmla="*/ 62169 h 209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558" h="209558">
                    <a:moveTo>
                      <a:pt x="99503" y="62169"/>
                    </a:moveTo>
                    <a:lnTo>
                      <a:pt x="8694" y="9640"/>
                    </a:lnTo>
                    <a:cubicBezTo>
                      <a:pt x="4782" y="7404"/>
                      <a:pt x="2827" y="4610"/>
                      <a:pt x="2268" y="2096"/>
                    </a:cubicBezTo>
                    <a:lnTo>
                      <a:pt x="2268" y="140963"/>
                    </a:lnTo>
                    <a:cubicBezTo>
                      <a:pt x="1430" y="144316"/>
                      <a:pt x="3665" y="148228"/>
                      <a:pt x="8694" y="151022"/>
                    </a:cubicBezTo>
                    <a:lnTo>
                      <a:pt x="99503" y="203551"/>
                    </a:lnTo>
                    <a:cubicBezTo>
                      <a:pt x="103694" y="206066"/>
                      <a:pt x="109003" y="207183"/>
                      <a:pt x="114032" y="207463"/>
                    </a:cubicBezTo>
                    <a:lnTo>
                      <a:pt x="114032" y="66081"/>
                    </a:lnTo>
                    <a:cubicBezTo>
                      <a:pt x="109003" y="65801"/>
                      <a:pt x="103694" y="64684"/>
                      <a:pt x="99503" y="62169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85" name="Forma libre 84">
                <a:extLst>
                  <a:ext uri="{FF2B5EF4-FFF2-40B4-BE49-F238E27FC236}">
                    <a16:creationId xmlns:a16="http://schemas.microsoft.com/office/drawing/2014/main" id="{E4E21FEF-6ED4-3D47-AFC4-884F93BD265C}"/>
                  </a:ext>
                </a:extLst>
              </p:cNvPr>
              <p:cNvSpPr/>
              <p:nvPr/>
            </p:nvSpPr>
            <p:spPr>
              <a:xfrm>
                <a:off x="2591083" y="5554768"/>
                <a:ext cx="579543" cy="50839"/>
              </a:xfrm>
              <a:custGeom>
                <a:avLst/>
                <a:gdLst>
                  <a:gd name="connsiteX0" fmla="*/ 159125 w 159264"/>
                  <a:gd name="connsiteY0" fmla="*/ 7963 h 13970"/>
                  <a:gd name="connsiteX1" fmla="*/ 80610 w 159264"/>
                  <a:gd name="connsiteY1" fmla="*/ 13831 h 13970"/>
                  <a:gd name="connsiteX2" fmla="*/ 2096 w 159264"/>
                  <a:gd name="connsiteY2" fmla="*/ 7963 h 13970"/>
                  <a:gd name="connsiteX3" fmla="*/ 80610 w 159264"/>
                  <a:gd name="connsiteY3" fmla="*/ 2096 h 13970"/>
                  <a:gd name="connsiteX4" fmla="*/ 159125 w 159264"/>
                  <a:gd name="connsiteY4" fmla="*/ 7963 h 13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264" h="13970">
                    <a:moveTo>
                      <a:pt x="159125" y="7963"/>
                    </a:moveTo>
                    <a:cubicBezTo>
                      <a:pt x="159125" y="11316"/>
                      <a:pt x="123919" y="13831"/>
                      <a:pt x="80610" y="13831"/>
                    </a:cubicBezTo>
                    <a:cubicBezTo>
                      <a:pt x="37301" y="13831"/>
                      <a:pt x="2096" y="11037"/>
                      <a:pt x="2096" y="7963"/>
                    </a:cubicBezTo>
                    <a:cubicBezTo>
                      <a:pt x="2096" y="4610"/>
                      <a:pt x="37301" y="2096"/>
                      <a:pt x="80610" y="2096"/>
                    </a:cubicBezTo>
                    <a:cubicBezTo>
                      <a:pt x="123919" y="2096"/>
                      <a:pt x="159125" y="4610"/>
                      <a:pt x="159125" y="7963"/>
                    </a:cubicBezTo>
                    <a:close/>
                  </a:path>
                </a:pathLst>
              </a:custGeom>
              <a:solidFill>
                <a:schemeClr val="tx1">
                  <a:alpha val="24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86" name="Forma libre 85">
                <a:extLst>
                  <a:ext uri="{FF2B5EF4-FFF2-40B4-BE49-F238E27FC236}">
                    <a16:creationId xmlns:a16="http://schemas.microsoft.com/office/drawing/2014/main" id="{989CD116-5BD9-6B44-9221-D6EFBA8F7731}"/>
                  </a:ext>
                </a:extLst>
              </p:cNvPr>
              <p:cNvSpPr/>
              <p:nvPr/>
            </p:nvSpPr>
            <p:spPr>
              <a:xfrm>
                <a:off x="2494550" y="3614308"/>
                <a:ext cx="101674" cy="142346"/>
              </a:xfrm>
              <a:custGeom>
                <a:avLst/>
                <a:gdLst>
                  <a:gd name="connsiteX0" fmla="*/ 26388 w 27941"/>
                  <a:gd name="connsiteY0" fmla="*/ 30736 h 39117"/>
                  <a:gd name="connsiteX1" fmla="*/ 4873 w 27941"/>
                  <a:gd name="connsiteY1" fmla="*/ 2795 h 39117"/>
                  <a:gd name="connsiteX2" fmla="*/ 4873 w 27941"/>
                  <a:gd name="connsiteY2" fmla="*/ 26265 h 39117"/>
                  <a:gd name="connsiteX3" fmla="*/ 20800 w 27941"/>
                  <a:gd name="connsiteY3" fmla="*/ 37442 h 39117"/>
                  <a:gd name="connsiteX4" fmla="*/ 26388 w 27941"/>
                  <a:gd name="connsiteY4" fmla="*/ 30736 h 39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941" h="39117">
                    <a:moveTo>
                      <a:pt x="26388" y="30736"/>
                    </a:moveTo>
                    <a:cubicBezTo>
                      <a:pt x="24712" y="26824"/>
                      <a:pt x="9344" y="-2793"/>
                      <a:pt x="4873" y="2795"/>
                    </a:cubicBezTo>
                    <a:cubicBezTo>
                      <a:pt x="-435" y="8942"/>
                      <a:pt x="3197" y="21795"/>
                      <a:pt x="4873" y="26265"/>
                    </a:cubicBezTo>
                    <a:cubicBezTo>
                      <a:pt x="7947" y="34089"/>
                      <a:pt x="15770" y="38280"/>
                      <a:pt x="20800" y="37442"/>
                    </a:cubicBezTo>
                    <a:cubicBezTo>
                      <a:pt x="24153" y="36883"/>
                      <a:pt x="28065" y="34368"/>
                      <a:pt x="26388" y="30736"/>
                    </a:cubicBezTo>
                    <a:close/>
                  </a:path>
                </a:pathLst>
              </a:custGeom>
              <a:solidFill>
                <a:srgbClr val="F6AD8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87" name="Forma libre 86">
                <a:extLst>
                  <a:ext uri="{FF2B5EF4-FFF2-40B4-BE49-F238E27FC236}">
                    <a16:creationId xmlns:a16="http://schemas.microsoft.com/office/drawing/2014/main" id="{1E615606-E93C-9E46-A05B-978561172ABF}"/>
                  </a:ext>
                </a:extLst>
              </p:cNvPr>
              <p:cNvSpPr/>
              <p:nvPr/>
            </p:nvSpPr>
            <p:spPr>
              <a:xfrm>
                <a:off x="2561488" y="3659528"/>
                <a:ext cx="30501" cy="81340"/>
              </a:xfrm>
              <a:custGeom>
                <a:avLst/>
                <a:gdLst>
                  <a:gd name="connsiteX0" fmla="*/ 8273 w 8382"/>
                  <a:gd name="connsiteY0" fmla="*/ 15794 h 22352"/>
                  <a:gd name="connsiteX1" fmla="*/ 6317 w 8382"/>
                  <a:gd name="connsiteY1" fmla="*/ 2103 h 22352"/>
                  <a:gd name="connsiteX2" fmla="*/ 2126 w 8382"/>
                  <a:gd name="connsiteY2" fmla="*/ 14397 h 22352"/>
                  <a:gd name="connsiteX3" fmla="*/ 5758 w 8382"/>
                  <a:gd name="connsiteY3" fmla="*/ 20824 h 22352"/>
                  <a:gd name="connsiteX4" fmla="*/ 8273 w 8382"/>
                  <a:gd name="connsiteY4" fmla="*/ 15794 h 22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82" h="22352">
                    <a:moveTo>
                      <a:pt x="8273" y="15794"/>
                    </a:moveTo>
                    <a:cubicBezTo>
                      <a:pt x="8273" y="13838"/>
                      <a:pt x="8553" y="2383"/>
                      <a:pt x="6317" y="2103"/>
                    </a:cubicBezTo>
                    <a:cubicBezTo>
                      <a:pt x="2964" y="1824"/>
                      <a:pt x="2405" y="9368"/>
                      <a:pt x="2126" y="14397"/>
                    </a:cubicBezTo>
                    <a:cubicBezTo>
                      <a:pt x="1847" y="17191"/>
                      <a:pt x="3523" y="20824"/>
                      <a:pt x="5758" y="20824"/>
                    </a:cubicBezTo>
                    <a:cubicBezTo>
                      <a:pt x="7994" y="20544"/>
                      <a:pt x="8273" y="18868"/>
                      <a:pt x="8273" y="15794"/>
                    </a:cubicBezTo>
                    <a:close/>
                  </a:path>
                </a:pathLst>
              </a:custGeom>
              <a:solidFill>
                <a:srgbClr val="F6AD8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88" name="Forma libre 87">
                <a:extLst>
                  <a:ext uri="{FF2B5EF4-FFF2-40B4-BE49-F238E27FC236}">
                    <a16:creationId xmlns:a16="http://schemas.microsoft.com/office/drawing/2014/main" id="{9F1C6360-5915-FE4C-B2B3-53A6FA6206AA}"/>
                  </a:ext>
                </a:extLst>
              </p:cNvPr>
              <p:cNvSpPr/>
              <p:nvPr/>
            </p:nvSpPr>
            <p:spPr>
              <a:xfrm>
                <a:off x="2991756" y="4238773"/>
                <a:ext cx="213515" cy="223682"/>
              </a:xfrm>
              <a:custGeom>
                <a:avLst/>
                <a:gdLst>
                  <a:gd name="connsiteX0" fmla="*/ 7663 w 58676"/>
                  <a:gd name="connsiteY0" fmla="*/ 59465 h 61470"/>
                  <a:gd name="connsiteX1" fmla="*/ 29457 w 58676"/>
                  <a:gd name="connsiteY1" fmla="*/ 44377 h 61470"/>
                  <a:gd name="connsiteX2" fmla="*/ 56560 w 58676"/>
                  <a:gd name="connsiteY2" fmla="*/ 13362 h 61470"/>
                  <a:gd name="connsiteX3" fmla="*/ 32810 w 58676"/>
                  <a:gd name="connsiteY3" fmla="*/ 5818 h 61470"/>
                  <a:gd name="connsiteX4" fmla="*/ 3752 w 58676"/>
                  <a:gd name="connsiteY4" fmla="*/ 52480 h 61470"/>
                  <a:gd name="connsiteX5" fmla="*/ 7663 w 58676"/>
                  <a:gd name="connsiteY5" fmla="*/ 59465 h 6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676" h="61470">
                    <a:moveTo>
                      <a:pt x="7663" y="59465"/>
                    </a:moveTo>
                    <a:cubicBezTo>
                      <a:pt x="14090" y="58347"/>
                      <a:pt x="17722" y="54156"/>
                      <a:pt x="29457" y="44377"/>
                    </a:cubicBezTo>
                    <a:cubicBezTo>
                      <a:pt x="46222" y="30127"/>
                      <a:pt x="49296" y="25656"/>
                      <a:pt x="56560" y="13362"/>
                    </a:cubicBezTo>
                    <a:cubicBezTo>
                      <a:pt x="61310" y="5259"/>
                      <a:pt x="41751" y="-2844"/>
                      <a:pt x="32810" y="5818"/>
                    </a:cubicBezTo>
                    <a:cubicBezTo>
                      <a:pt x="25266" y="13362"/>
                      <a:pt x="8222" y="48009"/>
                      <a:pt x="3752" y="52480"/>
                    </a:cubicBezTo>
                    <a:cubicBezTo>
                      <a:pt x="399" y="55553"/>
                      <a:pt x="2354" y="60303"/>
                      <a:pt x="7663" y="59465"/>
                    </a:cubicBezTo>
                    <a:close/>
                  </a:path>
                </a:pathLst>
              </a:custGeom>
              <a:solidFill>
                <a:srgbClr val="2D286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89" name="Forma libre 88">
                <a:extLst>
                  <a:ext uri="{FF2B5EF4-FFF2-40B4-BE49-F238E27FC236}">
                    <a16:creationId xmlns:a16="http://schemas.microsoft.com/office/drawing/2014/main" id="{AD8D5D84-4D58-CA41-A068-1FC3DBC32D16}"/>
                  </a:ext>
                </a:extLst>
              </p:cNvPr>
              <p:cNvSpPr/>
              <p:nvPr/>
            </p:nvSpPr>
            <p:spPr>
              <a:xfrm>
                <a:off x="2975920" y="4022892"/>
                <a:ext cx="223682" cy="284688"/>
              </a:xfrm>
              <a:custGeom>
                <a:avLst/>
                <a:gdLst>
                  <a:gd name="connsiteX0" fmla="*/ 61191 w 61470"/>
                  <a:gd name="connsiteY0" fmla="*/ 68497 h 78235"/>
                  <a:gd name="connsiteX1" fmla="*/ 40794 w 61470"/>
                  <a:gd name="connsiteY1" fmla="*/ 29659 h 78235"/>
                  <a:gd name="connsiteX2" fmla="*/ 22632 w 61470"/>
                  <a:gd name="connsiteY2" fmla="*/ 6467 h 78235"/>
                  <a:gd name="connsiteX3" fmla="*/ 4750 w 61470"/>
                  <a:gd name="connsiteY3" fmla="*/ 6188 h 78235"/>
                  <a:gd name="connsiteX4" fmla="*/ 4471 w 61470"/>
                  <a:gd name="connsiteY4" fmla="*/ 29100 h 78235"/>
                  <a:gd name="connsiteX5" fmla="*/ 39676 w 61470"/>
                  <a:gd name="connsiteY5" fmla="*/ 72129 h 78235"/>
                  <a:gd name="connsiteX6" fmla="*/ 61191 w 61470"/>
                  <a:gd name="connsiteY6" fmla="*/ 68497 h 78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70" h="78235">
                    <a:moveTo>
                      <a:pt x="61191" y="68497"/>
                    </a:moveTo>
                    <a:cubicBezTo>
                      <a:pt x="60353" y="63467"/>
                      <a:pt x="56441" y="52570"/>
                      <a:pt x="40794" y="29659"/>
                    </a:cubicBezTo>
                    <a:cubicBezTo>
                      <a:pt x="31294" y="15688"/>
                      <a:pt x="25985" y="10379"/>
                      <a:pt x="22632" y="6467"/>
                    </a:cubicBezTo>
                    <a:cubicBezTo>
                      <a:pt x="16485" y="-518"/>
                      <a:pt x="6985" y="1997"/>
                      <a:pt x="4750" y="6188"/>
                    </a:cubicBezTo>
                    <a:cubicBezTo>
                      <a:pt x="1118" y="13173"/>
                      <a:pt x="1397" y="25188"/>
                      <a:pt x="4471" y="29100"/>
                    </a:cubicBezTo>
                    <a:cubicBezTo>
                      <a:pt x="21794" y="50614"/>
                      <a:pt x="36323" y="66261"/>
                      <a:pt x="39676" y="72129"/>
                    </a:cubicBezTo>
                    <a:cubicBezTo>
                      <a:pt x="44426" y="81070"/>
                      <a:pt x="62309" y="74644"/>
                      <a:pt x="61191" y="68497"/>
                    </a:cubicBezTo>
                    <a:close/>
                  </a:path>
                </a:pathLst>
              </a:custGeom>
              <a:solidFill>
                <a:srgbClr val="2D286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0" name="Forma libre 89">
                <a:extLst>
                  <a:ext uri="{FF2B5EF4-FFF2-40B4-BE49-F238E27FC236}">
                    <a16:creationId xmlns:a16="http://schemas.microsoft.com/office/drawing/2014/main" id="{8E8D1619-4A8B-2F47-8B9D-B5C10DFF21ED}"/>
                  </a:ext>
                </a:extLst>
              </p:cNvPr>
              <p:cNvSpPr/>
              <p:nvPr/>
            </p:nvSpPr>
            <p:spPr>
              <a:xfrm>
                <a:off x="3021344" y="5492106"/>
                <a:ext cx="101674" cy="101674"/>
              </a:xfrm>
              <a:custGeom>
                <a:avLst/>
                <a:gdLst>
                  <a:gd name="connsiteX0" fmla="*/ 9591 w 27941"/>
                  <a:gd name="connsiteY0" fmla="*/ 6183 h 27941"/>
                  <a:gd name="connsiteX1" fmla="*/ 8473 w 27941"/>
                  <a:gd name="connsiteY1" fmla="*/ 13448 h 27941"/>
                  <a:gd name="connsiteX2" fmla="*/ 3723 w 27941"/>
                  <a:gd name="connsiteY2" fmla="*/ 19874 h 27941"/>
                  <a:gd name="connsiteX3" fmla="*/ 9870 w 27941"/>
                  <a:gd name="connsiteY3" fmla="*/ 26580 h 27941"/>
                  <a:gd name="connsiteX4" fmla="*/ 26356 w 27941"/>
                  <a:gd name="connsiteY4" fmla="*/ 20154 h 27941"/>
                  <a:gd name="connsiteX5" fmla="*/ 24120 w 27941"/>
                  <a:gd name="connsiteY5" fmla="*/ 8977 h 27941"/>
                  <a:gd name="connsiteX6" fmla="*/ 22723 w 27941"/>
                  <a:gd name="connsiteY6" fmla="*/ 3668 h 27941"/>
                  <a:gd name="connsiteX7" fmla="*/ 9591 w 27941"/>
                  <a:gd name="connsiteY7" fmla="*/ 6183 h 2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941" h="27941">
                    <a:moveTo>
                      <a:pt x="9591" y="6183"/>
                    </a:moveTo>
                    <a:cubicBezTo>
                      <a:pt x="8753" y="9815"/>
                      <a:pt x="9032" y="10933"/>
                      <a:pt x="8473" y="13448"/>
                    </a:cubicBezTo>
                    <a:cubicBezTo>
                      <a:pt x="7914" y="16242"/>
                      <a:pt x="5120" y="17359"/>
                      <a:pt x="3723" y="19874"/>
                    </a:cubicBezTo>
                    <a:cubicBezTo>
                      <a:pt x="2047" y="22389"/>
                      <a:pt x="-747" y="26301"/>
                      <a:pt x="9870" y="26580"/>
                    </a:cubicBezTo>
                    <a:cubicBezTo>
                      <a:pt x="21326" y="26859"/>
                      <a:pt x="28312" y="26301"/>
                      <a:pt x="26356" y="20154"/>
                    </a:cubicBezTo>
                    <a:cubicBezTo>
                      <a:pt x="24400" y="13727"/>
                      <a:pt x="24120" y="10933"/>
                      <a:pt x="24120" y="8977"/>
                    </a:cubicBezTo>
                    <a:cubicBezTo>
                      <a:pt x="24120" y="7021"/>
                      <a:pt x="24120" y="4786"/>
                      <a:pt x="22723" y="3668"/>
                    </a:cubicBezTo>
                    <a:cubicBezTo>
                      <a:pt x="21606" y="2271"/>
                      <a:pt x="11267" y="36"/>
                      <a:pt x="9591" y="6183"/>
                    </a:cubicBezTo>
                    <a:close/>
                  </a:path>
                </a:pathLst>
              </a:custGeom>
              <a:solidFill>
                <a:srgbClr val="50256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1" name="Forma libre 90">
                <a:extLst>
                  <a:ext uri="{FF2B5EF4-FFF2-40B4-BE49-F238E27FC236}">
                    <a16:creationId xmlns:a16="http://schemas.microsoft.com/office/drawing/2014/main" id="{8EA5F5E6-4808-6E4C-A447-C2A82B75522B}"/>
                  </a:ext>
                </a:extLst>
              </p:cNvPr>
              <p:cNvSpPr/>
              <p:nvPr/>
            </p:nvSpPr>
            <p:spPr>
              <a:xfrm>
                <a:off x="2634549" y="5515759"/>
                <a:ext cx="162680" cy="81340"/>
              </a:xfrm>
              <a:custGeom>
                <a:avLst/>
                <a:gdLst>
                  <a:gd name="connsiteX0" fmla="*/ 27033 w 44705"/>
                  <a:gd name="connsiteY0" fmla="*/ 4992 h 22352"/>
                  <a:gd name="connsiteX1" fmla="*/ 15857 w 44705"/>
                  <a:gd name="connsiteY1" fmla="*/ 13095 h 22352"/>
                  <a:gd name="connsiteX2" fmla="*/ 4122 w 44705"/>
                  <a:gd name="connsiteY2" fmla="*/ 19242 h 22352"/>
                  <a:gd name="connsiteX3" fmla="*/ 23680 w 44705"/>
                  <a:gd name="connsiteY3" fmla="*/ 19521 h 22352"/>
                  <a:gd name="connsiteX4" fmla="*/ 36813 w 44705"/>
                  <a:gd name="connsiteY4" fmla="*/ 18683 h 22352"/>
                  <a:gd name="connsiteX5" fmla="*/ 42401 w 44705"/>
                  <a:gd name="connsiteY5" fmla="*/ 11139 h 22352"/>
                  <a:gd name="connsiteX6" fmla="*/ 27033 w 44705"/>
                  <a:gd name="connsiteY6" fmla="*/ 4992 h 22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05" h="22352">
                    <a:moveTo>
                      <a:pt x="27033" y="4992"/>
                    </a:moveTo>
                    <a:cubicBezTo>
                      <a:pt x="26195" y="6668"/>
                      <a:pt x="21724" y="10580"/>
                      <a:pt x="15857" y="13095"/>
                    </a:cubicBezTo>
                    <a:cubicBezTo>
                      <a:pt x="9989" y="15609"/>
                      <a:pt x="-2864" y="17006"/>
                      <a:pt x="4122" y="19242"/>
                    </a:cubicBezTo>
                    <a:cubicBezTo>
                      <a:pt x="11107" y="21477"/>
                      <a:pt x="19489" y="20080"/>
                      <a:pt x="23680" y="19521"/>
                    </a:cubicBezTo>
                    <a:cubicBezTo>
                      <a:pt x="27871" y="18962"/>
                      <a:pt x="31783" y="18683"/>
                      <a:pt x="36813" y="18683"/>
                    </a:cubicBezTo>
                    <a:cubicBezTo>
                      <a:pt x="43239" y="18683"/>
                      <a:pt x="43239" y="18124"/>
                      <a:pt x="42401" y="11139"/>
                    </a:cubicBezTo>
                    <a:cubicBezTo>
                      <a:pt x="41283" y="1639"/>
                      <a:pt x="29827" y="-317"/>
                      <a:pt x="27033" y="4992"/>
                    </a:cubicBezTo>
                    <a:close/>
                  </a:path>
                </a:pathLst>
              </a:custGeom>
              <a:solidFill>
                <a:srgbClr val="50256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2" name="Forma libre 91">
                <a:extLst>
                  <a:ext uri="{FF2B5EF4-FFF2-40B4-BE49-F238E27FC236}">
                    <a16:creationId xmlns:a16="http://schemas.microsoft.com/office/drawing/2014/main" id="{20DE7D71-9238-FC48-A1E3-AC9EB3BCC6DC}"/>
                  </a:ext>
                </a:extLst>
              </p:cNvPr>
              <p:cNvSpPr/>
              <p:nvPr/>
            </p:nvSpPr>
            <p:spPr>
              <a:xfrm>
                <a:off x="2836416" y="3766315"/>
                <a:ext cx="172847" cy="233853"/>
              </a:xfrm>
              <a:custGeom>
                <a:avLst/>
                <a:gdLst>
                  <a:gd name="connsiteX0" fmla="*/ 45323 w 47499"/>
                  <a:gd name="connsiteY0" fmla="*/ 35346 h 64264"/>
                  <a:gd name="connsiteX1" fmla="*/ 37779 w 47499"/>
                  <a:gd name="connsiteY1" fmla="*/ 56860 h 64264"/>
                  <a:gd name="connsiteX2" fmla="*/ 16823 w 47499"/>
                  <a:gd name="connsiteY2" fmla="*/ 63007 h 64264"/>
                  <a:gd name="connsiteX3" fmla="*/ 4249 w 47499"/>
                  <a:gd name="connsiteY3" fmla="*/ 49316 h 64264"/>
                  <a:gd name="connsiteX4" fmla="*/ 2852 w 47499"/>
                  <a:gd name="connsiteY4" fmla="*/ 18301 h 64264"/>
                  <a:gd name="connsiteX5" fmla="*/ 22132 w 47499"/>
                  <a:gd name="connsiteY5" fmla="*/ 2096 h 64264"/>
                  <a:gd name="connsiteX6" fmla="*/ 45323 w 47499"/>
                  <a:gd name="connsiteY6" fmla="*/ 35346 h 64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499" h="64264">
                    <a:moveTo>
                      <a:pt x="45323" y="35346"/>
                    </a:moveTo>
                    <a:cubicBezTo>
                      <a:pt x="43926" y="48478"/>
                      <a:pt x="43646" y="51272"/>
                      <a:pt x="37779" y="56860"/>
                    </a:cubicBezTo>
                    <a:cubicBezTo>
                      <a:pt x="31911" y="62169"/>
                      <a:pt x="22970" y="63007"/>
                      <a:pt x="16823" y="63007"/>
                    </a:cubicBezTo>
                    <a:cubicBezTo>
                      <a:pt x="10117" y="63007"/>
                      <a:pt x="5646" y="54904"/>
                      <a:pt x="4249" y="49316"/>
                    </a:cubicBezTo>
                    <a:cubicBezTo>
                      <a:pt x="2573" y="43448"/>
                      <a:pt x="1176" y="32831"/>
                      <a:pt x="2852" y="18301"/>
                    </a:cubicBezTo>
                    <a:cubicBezTo>
                      <a:pt x="3691" y="11037"/>
                      <a:pt x="12911" y="2096"/>
                      <a:pt x="22132" y="2096"/>
                    </a:cubicBezTo>
                    <a:cubicBezTo>
                      <a:pt x="31352" y="2375"/>
                      <a:pt x="48396" y="3213"/>
                      <a:pt x="45323" y="35346"/>
                    </a:cubicBezTo>
                    <a:close/>
                  </a:path>
                </a:pathLst>
              </a:custGeom>
              <a:solidFill>
                <a:srgbClr val="F6AD8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3" name="Forma libre 92">
                <a:extLst>
                  <a:ext uri="{FF2B5EF4-FFF2-40B4-BE49-F238E27FC236}">
                    <a16:creationId xmlns:a16="http://schemas.microsoft.com/office/drawing/2014/main" id="{E2D506C9-528A-6849-BFEE-091D4B94D891}"/>
                  </a:ext>
                </a:extLst>
              </p:cNvPr>
              <p:cNvSpPr/>
              <p:nvPr/>
            </p:nvSpPr>
            <p:spPr>
              <a:xfrm>
                <a:off x="2535804" y="3708580"/>
                <a:ext cx="152513" cy="254187"/>
              </a:xfrm>
              <a:custGeom>
                <a:avLst/>
                <a:gdLst>
                  <a:gd name="connsiteX0" fmla="*/ 2478 w 41911"/>
                  <a:gd name="connsiteY0" fmla="*/ 6505 h 69852"/>
                  <a:gd name="connsiteX1" fmla="*/ 8625 w 41911"/>
                  <a:gd name="connsiteY1" fmla="*/ 28858 h 69852"/>
                  <a:gd name="connsiteX2" fmla="*/ 24552 w 41911"/>
                  <a:gd name="connsiteY2" fmla="*/ 67417 h 69852"/>
                  <a:gd name="connsiteX3" fmla="*/ 40478 w 41911"/>
                  <a:gd name="connsiteY3" fmla="*/ 49255 h 69852"/>
                  <a:gd name="connsiteX4" fmla="*/ 11140 w 41911"/>
                  <a:gd name="connsiteY4" fmla="*/ 3432 h 69852"/>
                  <a:gd name="connsiteX5" fmla="*/ 2478 w 41911"/>
                  <a:gd name="connsiteY5" fmla="*/ 6505 h 69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911" h="69852">
                    <a:moveTo>
                      <a:pt x="2478" y="6505"/>
                    </a:moveTo>
                    <a:cubicBezTo>
                      <a:pt x="1081" y="12652"/>
                      <a:pt x="3596" y="13211"/>
                      <a:pt x="8625" y="28858"/>
                    </a:cubicBezTo>
                    <a:cubicBezTo>
                      <a:pt x="14772" y="48417"/>
                      <a:pt x="19243" y="59035"/>
                      <a:pt x="24552" y="67417"/>
                    </a:cubicBezTo>
                    <a:cubicBezTo>
                      <a:pt x="29302" y="75240"/>
                      <a:pt x="44669" y="60991"/>
                      <a:pt x="40478" y="49255"/>
                    </a:cubicBezTo>
                    <a:cubicBezTo>
                      <a:pt x="36846" y="39196"/>
                      <a:pt x="15331" y="8741"/>
                      <a:pt x="11140" y="3432"/>
                    </a:cubicBezTo>
                    <a:cubicBezTo>
                      <a:pt x="9184" y="1196"/>
                      <a:pt x="3596" y="1476"/>
                      <a:pt x="2478" y="6505"/>
                    </a:cubicBezTo>
                    <a:close/>
                  </a:path>
                </a:pathLst>
              </a:custGeom>
              <a:solidFill>
                <a:srgbClr val="36277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4" name="Forma libre 93">
                <a:extLst>
                  <a:ext uri="{FF2B5EF4-FFF2-40B4-BE49-F238E27FC236}">
                    <a16:creationId xmlns:a16="http://schemas.microsoft.com/office/drawing/2014/main" id="{95AE5E3F-E6D3-C54D-B83A-4C71C3B63BCB}"/>
                  </a:ext>
                </a:extLst>
              </p:cNvPr>
              <p:cNvSpPr/>
              <p:nvPr/>
            </p:nvSpPr>
            <p:spPr>
              <a:xfrm>
                <a:off x="2604361" y="3879666"/>
                <a:ext cx="264354" cy="254187"/>
              </a:xfrm>
              <a:custGeom>
                <a:avLst/>
                <a:gdLst>
                  <a:gd name="connsiteX0" fmla="*/ 2358 w 72646"/>
                  <a:gd name="connsiteY0" fmla="*/ 13137 h 69852"/>
                  <a:gd name="connsiteX1" fmla="*/ 30579 w 72646"/>
                  <a:gd name="connsiteY1" fmla="*/ 46666 h 69852"/>
                  <a:gd name="connsiteX2" fmla="*/ 53211 w 72646"/>
                  <a:gd name="connsiteY2" fmla="*/ 65387 h 69852"/>
                  <a:gd name="connsiteX3" fmla="*/ 70535 w 72646"/>
                  <a:gd name="connsiteY3" fmla="*/ 61754 h 69852"/>
                  <a:gd name="connsiteX4" fmla="*/ 66064 w 72646"/>
                  <a:gd name="connsiteY4" fmla="*/ 39401 h 69852"/>
                  <a:gd name="connsiteX5" fmla="*/ 22476 w 72646"/>
                  <a:gd name="connsiteY5" fmla="*/ 4754 h 69852"/>
                  <a:gd name="connsiteX6" fmla="*/ 2358 w 72646"/>
                  <a:gd name="connsiteY6" fmla="*/ 13137 h 69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646" h="69852">
                    <a:moveTo>
                      <a:pt x="2358" y="13137"/>
                    </a:moveTo>
                    <a:cubicBezTo>
                      <a:pt x="4314" y="17887"/>
                      <a:pt x="10461" y="27666"/>
                      <a:pt x="30579" y="46666"/>
                    </a:cubicBezTo>
                    <a:cubicBezTo>
                      <a:pt x="42873" y="58401"/>
                      <a:pt x="49020" y="62313"/>
                      <a:pt x="53211" y="65387"/>
                    </a:cubicBezTo>
                    <a:cubicBezTo>
                      <a:pt x="60755" y="70695"/>
                      <a:pt x="69417" y="66504"/>
                      <a:pt x="70535" y="61754"/>
                    </a:cubicBezTo>
                    <a:cubicBezTo>
                      <a:pt x="72491" y="54210"/>
                      <a:pt x="69976" y="42475"/>
                      <a:pt x="66064" y="39401"/>
                    </a:cubicBezTo>
                    <a:cubicBezTo>
                      <a:pt x="44549" y="22078"/>
                      <a:pt x="26946" y="10063"/>
                      <a:pt x="22476" y="4754"/>
                    </a:cubicBezTo>
                    <a:cubicBezTo>
                      <a:pt x="16049" y="-2790"/>
                      <a:pt x="-156" y="7548"/>
                      <a:pt x="2358" y="13137"/>
                    </a:cubicBezTo>
                    <a:close/>
                  </a:path>
                </a:pathLst>
              </a:custGeom>
              <a:solidFill>
                <a:srgbClr val="36277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5" name="Forma libre 94">
                <a:extLst>
                  <a:ext uri="{FF2B5EF4-FFF2-40B4-BE49-F238E27FC236}">
                    <a16:creationId xmlns:a16="http://schemas.microsoft.com/office/drawing/2014/main" id="{B1996615-A6CD-9A4B-8608-E93E420160AD}"/>
                  </a:ext>
                </a:extLst>
              </p:cNvPr>
              <p:cNvSpPr/>
              <p:nvPr/>
            </p:nvSpPr>
            <p:spPr>
              <a:xfrm>
                <a:off x="2886836" y="3940366"/>
                <a:ext cx="91507" cy="142346"/>
              </a:xfrm>
              <a:custGeom>
                <a:avLst/>
                <a:gdLst>
                  <a:gd name="connsiteX0" fmla="*/ 24761 w 25147"/>
                  <a:gd name="connsiteY0" fmla="*/ 10706 h 39117"/>
                  <a:gd name="connsiteX1" fmla="*/ 25599 w 25147"/>
                  <a:gd name="connsiteY1" fmla="*/ 25235 h 39117"/>
                  <a:gd name="connsiteX2" fmla="*/ 14702 w 25147"/>
                  <a:gd name="connsiteY2" fmla="*/ 38088 h 39117"/>
                  <a:gd name="connsiteX3" fmla="*/ 13864 w 25147"/>
                  <a:gd name="connsiteY3" fmla="*/ 38088 h 39117"/>
                  <a:gd name="connsiteX4" fmla="*/ 2128 w 25147"/>
                  <a:gd name="connsiteY4" fmla="*/ 27191 h 39117"/>
                  <a:gd name="connsiteX5" fmla="*/ 2687 w 25147"/>
                  <a:gd name="connsiteY5" fmla="*/ 16573 h 39117"/>
                  <a:gd name="connsiteX6" fmla="*/ 12467 w 25147"/>
                  <a:gd name="connsiteY6" fmla="*/ 2603 h 39117"/>
                  <a:gd name="connsiteX7" fmla="*/ 12467 w 25147"/>
                  <a:gd name="connsiteY7" fmla="*/ 2603 h 39117"/>
                  <a:gd name="connsiteX8" fmla="*/ 24761 w 25147"/>
                  <a:gd name="connsiteY8" fmla="*/ 10706 h 39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147" h="39117">
                    <a:moveTo>
                      <a:pt x="24761" y="10706"/>
                    </a:moveTo>
                    <a:cubicBezTo>
                      <a:pt x="25040" y="15176"/>
                      <a:pt x="25319" y="20485"/>
                      <a:pt x="25599" y="25235"/>
                    </a:cubicBezTo>
                    <a:cubicBezTo>
                      <a:pt x="25878" y="31382"/>
                      <a:pt x="20849" y="37250"/>
                      <a:pt x="14702" y="38088"/>
                    </a:cubicBezTo>
                    <a:cubicBezTo>
                      <a:pt x="14422" y="38088"/>
                      <a:pt x="14143" y="38088"/>
                      <a:pt x="13864" y="38088"/>
                    </a:cubicBezTo>
                    <a:cubicBezTo>
                      <a:pt x="8275" y="38088"/>
                      <a:pt x="1570" y="33059"/>
                      <a:pt x="2128" y="27191"/>
                    </a:cubicBezTo>
                    <a:cubicBezTo>
                      <a:pt x="2408" y="23559"/>
                      <a:pt x="2687" y="19647"/>
                      <a:pt x="2687" y="16573"/>
                    </a:cubicBezTo>
                    <a:cubicBezTo>
                      <a:pt x="2687" y="10426"/>
                      <a:pt x="6599" y="4838"/>
                      <a:pt x="12467" y="2603"/>
                    </a:cubicBezTo>
                    <a:lnTo>
                      <a:pt x="12467" y="2603"/>
                    </a:lnTo>
                    <a:cubicBezTo>
                      <a:pt x="18055" y="647"/>
                      <a:pt x="24202" y="4559"/>
                      <a:pt x="24761" y="10706"/>
                    </a:cubicBezTo>
                    <a:close/>
                  </a:path>
                </a:pathLst>
              </a:custGeom>
              <a:solidFill>
                <a:srgbClr val="F6AD8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6" name="Forma libre 95">
                <a:extLst>
                  <a:ext uri="{FF2B5EF4-FFF2-40B4-BE49-F238E27FC236}">
                    <a16:creationId xmlns:a16="http://schemas.microsoft.com/office/drawing/2014/main" id="{FBCB3442-EF52-5C47-9671-4A7AD0EF5B24}"/>
                  </a:ext>
                </a:extLst>
              </p:cNvPr>
              <p:cNvSpPr/>
              <p:nvPr/>
            </p:nvSpPr>
            <p:spPr>
              <a:xfrm>
                <a:off x="2732410" y="4000164"/>
                <a:ext cx="355861" cy="528708"/>
              </a:xfrm>
              <a:custGeom>
                <a:avLst/>
                <a:gdLst>
                  <a:gd name="connsiteX0" fmla="*/ 93463 w 97793"/>
                  <a:gd name="connsiteY0" fmla="*/ 50434 h 145293"/>
                  <a:gd name="connsiteX1" fmla="*/ 81448 w 97793"/>
                  <a:gd name="connsiteY1" fmla="*/ 145434 h 145293"/>
                  <a:gd name="connsiteX2" fmla="*/ 2096 w 97793"/>
                  <a:gd name="connsiteY2" fmla="*/ 145434 h 145293"/>
                  <a:gd name="connsiteX3" fmla="*/ 7963 w 97793"/>
                  <a:gd name="connsiteY3" fmla="*/ 30316 h 145293"/>
                  <a:gd name="connsiteX4" fmla="*/ 24728 w 97793"/>
                  <a:gd name="connsiteY4" fmla="*/ 6846 h 145293"/>
                  <a:gd name="connsiteX5" fmla="*/ 45963 w 97793"/>
                  <a:gd name="connsiteY5" fmla="*/ 2096 h 145293"/>
                  <a:gd name="connsiteX6" fmla="*/ 60493 w 97793"/>
                  <a:gd name="connsiteY6" fmla="*/ 2096 h 145293"/>
                  <a:gd name="connsiteX7" fmla="*/ 75860 w 97793"/>
                  <a:gd name="connsiteY7" fmla="*/ 4051 h 145293"/>
                  <a:gd name="connsiteX8" fmla="*/ 93463 w 97793"/>
                  <a:gd name="connsiteY8" fmla="*/ 50434 h 14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7793" h="145293">
                    <a:moveTo>
                      <a:pt x="93463" y="50434"/>
                    </a:moveTo>
                    <a:cubicBezTo>
                      <a:pt x="82845" y="85081"/>
                      <a:pt x="79492" y="121125"/>
                      <a:pt x="81448" y="145434"/>
                    </a:cubicBezTo>
                    <a:lnTo>
                      <a:pt x="2096" y="145434"/>
                    </a:lnTo>
                    <a:cubicBezTo>
                      <a:pt x="2096" y="145434"/>
                      <a:pt x="2654" y="71110"/>
                      <a:pt x="7963" y="30316"/>
                    </a:cubicBezTo>
                    <a:cubicBezTo>
                      <a:pt x="9081" y="20816"/>
                      <a:pt x="14669" y="12434"/>
                      <a:pt x="24728" y="6846"/>
                    </a:cubicBezTo>
                    <a:cubicBezTo>
                      <a:pt x="30596" y="3772"/>
                      <a:pt x="41493" y="2096"/>
                      <a:pt x="45963" y="2096"/>
                    </a:cubicBezTo>
                    <a:lnTo>
                      <a:pt x="60493" y="2096"/>
                    </a:lnTo>
                    <a:cubicBezTo>
                      <a:pt x="65522" y="2096"/>
                      <a:pt x="71110" y="2654"/>
                      <a:pt x="75860" y="4051"/>
                    </a:cubicBezTo>
                    <a:cubicBezTo>
                      <a:pt x="97654" y="11037"/>
                      <a:pt x="99610" y="30316"/>
                      <a:pt x="93463" y="50434"/>
                    </a:cubicBezTo>
                    <a:close/>
                  </a:path>
                </a:pathLst>
              </a:custGeom>
              <a:solidFill>
                <a:srgbClr val="36277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7" name="Forma libre 96">
                <a:extLst>
                  <a:ext uri="{FF2B5EF4-FFF2-40B4-BE49-F238E27FC236}">
                    <a16:creationId xmlns:a16="http://schemas.microsoft.com/office/drawing/2014/main" id="{6B7107DD-F536-824F-9C69-66C7EA2E0217}"/>
                  </a:ext>
                </a:extLst>
              </p:cNvPr>
              <p:cNvSpPr/>
              <p:nvPr/>
            </p:nvSpPr>
            <p:spPr>
              <a:xfrm>
                <a:off x="2722242" y="4521754"/>
                <a:ext cx="315189" cy="183014"/>
              </a:xfrm>
              <a:custGeom>
                <a:avLst/>
                <a:gdLst>
                  <a:gd name="connsiteX0" fmla="*/ 83963 w 86617"/>
                  <a:gd name="connsiteY0" fmla="*/ 50713 h 50294"/>
                  <a:gd name="connsiteX1" fmla="*/ 84242 w 86617"/>
                  <a:gd name="connsiteY1" fmla="*/ 2096 h 50294"/>
                  <a:gd name="connsiteX2" fmla="*/ 4890 w 86617"/>
                  <a:gd name="connsiteY2" fmla="*/ 2096 h 50294"/>
                  <a:gd name="connsiteX3" fmla="*/ 2096 w 86617"/>
                  <a:gd name="connsiteY3" fmla="*/ 50713 h 50294"/>
                  <a:gd name="connsiteX4" fmla="*/ 83963 w 86617"/>
                  <a:gd name="connsiteY4" fmla="*/ 50713 h 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17" h="50294">
                    <a:moveTo>
                      <a:pt x="83963" y="50713"/>
                    </a:moveTo>
                    <a:cubicBezTo>
                      <a:pt x="83963" y="50713"/>
                      <a:pt x="90948" y="33948"/>
                      <a:pt x="84242" y="2096"/>
                    </a:cubicBezTo>
                    <a:lnTo>
                      <a:pt x="4890" y="2096"/>
                    </a:lnTo>
                    <a:cubicBezTo>
                      <a:pt x="4890" y="2096"/>
                      <a:pt x="2096" y="24728"/>
                      <a:pt x="2096" y="50713"/>
                    </a:cubicBezTo>
                    <a:lnTo>
                      <a:pt x="83963" y="50713"/>
                    </a:lnTo>
                    <a:close/>
                  </a:path>
                </a:pathLst>
              </a:custGeom>
              <a:solidFill>
                <a:srgbClr val="59BCA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8" name="Forma libre 97">
                <a:extLst>
                  <a:ext uri="{FF2B5EF4-FFF2-40B4-BE49-F238E27FC236}">
                    <a16:creationId xmlns:a16="http://schemas.microsoft.com/office/drawing/2014/main" id="{C8DDB195-5003-CB43-8FAE-3C213BD31913}"/>
                  </a:ext>
                </a:extLst>
              </p:cNvPr>
              <p:cNvSpPr/>
              <p:nvPr/>
            </p:nvSpPr>
            <p:spPr>
              <a:xfrm>
                <a:off x="2959600" y="4992542"/>
                <a:ext cx="152513" cy="538875"/>
              </a:xfrm>
              <a:custGeom>
                <a:avLst/>
                <a:gdLst>
                  <a:gd name="connsiteX0" fmla="*/ 3089 w 41911"/>
                  <a:gd name="connsiteY0" fmla="*/ 25277 h 148087"/>
                  <a:gd name="connsiteX1" fmla="*/ 31589 w 41911"/>
                  <a:gd name="connsiteY1" fmla="*/ 13542 h 148087"/>
                  <a:gd name="connsiteX2" fmla="*/ 41927 w 41911"/>
                  <a:gd name="connsiteY2" fmla="*/ 141512 h 148087"/>
                  <a:gd name="connsiteX3" fmla="*/ 41089 w 41911"/>
                  <a:gd name="connsiteY3" fmla="*/ 147101 h 148087"/>
                  <a:gd name="connsiteX4" fmla="*/ 32706 w 41911"/>
                  <a:gd name="connsiteY4" fmla="*/ 148498 h 148087"/>
                  <a:gd name="connsiteX5" fmla="*/ 26559 w 41911"/>
                  <a:gd name="connsiteY5" fmla="*/ 144865 h 148087"/>
                  <a:gd name="connsiteX6" fmla="*/ 3089 w 41911"/>
                  <a:gd name="connsiteY6" fmla="*/ 25277 h 148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11" h="148087">
                    <a:moveTo>
                      <a:pt x="3089" y="25277"/>
                    </a:moveTo>
                    <a:cubicBezTo>
                      <a:pt x="-3338" y="-708"/>
                      <a:pt x="23206" y="-5178"/>
                      <a:pt x="31589" y="13542"/>
                    </a:cubicBezTo>
                    <a:cubicBezTo>
                      <a:pt x="43324" y="40086"/>
                      <a:pt x="42486" y="124468"/>
                      <a:pt x="41927" y="141512"/>
                    </a:cubicBezTo>
                    <a:cubicBezTo>
                      <a:pt x="41927" y="143748"/>
                      <a:pt x="42206" y="146542"/>
                      <a:pt x="41089" y="147101"/>
                    </a:cubicBezTo>
                    <a:cubicBezTo>
                      <a:pt x="39133" y="148498"/>
                      <a:pt x="34662" y="148498"/>
                      <a:pt x="32706" y="148498"/>
                    </a:cubicBezTo>
                    <a:cubicBezTo>
                      <a:pt x="29633" y="148498"/>
                      <a:pt x="26839" y="148498"/>
                      <a:pt x="26559" y="144865"/>
                    </a:cubicBezTo>
                    <a:cubicBezTo>
                      <a:pt x="24324" y="119998"/>
                      <a:pt x="9236" y="50145"/>
                      <a:pt x="3089" y="25277"/>
                    </a:cubicBezTo>
                    <a:close/>
                  </a:path>
                </a:pathLst>
              </a:custGeom>
              <a:solidFill>
                <a:srgbClr val="59BCA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99" name="Forma libre 98">
                <a:extLst>
                  <a:ext uri="{FF2B5EF4-FFF2-40B4-BE49-F238E27FC236}">
                    <a16:creationId xmlns:a16="http://schemas.microsoft.com/office/drawing/2014/main" id="{B052227E-B096-A243-9873-AF267CD14B1E}"/>
                  </a:ext>
                </a:extLst>
              </p:cNvPr>
              <p:cNvSpPr/>
              <p:nvPr/>
            </p:nvSpPr>
            <p:spPr>
              <a:xfrm>
                <a:off x="2875403" y="4533042"/>
                <a:ext cx="203348" cy="599881"/>
              </a:xfrm>
              <a:custGeom>
                <a:avLst/>
                <a:gdLst>
                  <a:gd name="connsiteX0" fmla="*/ 2476 w 55882"/>
                  <a:gd name="connsiteY0" fmla="*/ 50965 h 164852"/>
                  <a:gd name="connsiteX1" fmla="*/ 32373 w 55882"/>
                  <a:gd name="connsiteY1" fmla="*/ 4582 h 164852"/>
                  <a:gd name="connsiteX2" fmla="*/ 44947 w 55882"/>
                  <a:gd name="connsiteY2" fmla="*/ 26376 h 164852"/>
                  <a:gd name="connsiteX3" fmla="*/ 54447 w 55882"/>
                  <a:gd name="connsiteY3" fmla="*/ 137861 h 164852"/>
                  <a:gd name="connsiteX4" fmla="*/ 28182 w 55882"/>
                  <a:gd name="connsiteY4" fmla="*/ 154067 h 164852"/>
                  <a:gd name="connsiteX5" fmla="*/ 2476 w 55882"/>
                  <a:gd name="connsiteY5" fmla="*/ 50965 h 164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882" h="164852">
                    <a:moveTo>
                      <a:pt x="2476" y="50965"/>
                    </a:moveTo>
                    <a:cubicBezTo>
                      <a:pt x="-318" y="18832"/>
                      <a:pt x="12535" y="-6035"/>
                      <a:pt x="32373" y="4582"/>
                    </a:cubicBezTo>
                    <a:cubicBezTo>
                      <a:pt x="40756" y="9053"/>
                      <a:pt x="43829" y="17994"/>
                      <a:pt x="44947" y="26376"/>
                    </a:cubicBezTo>
                    <a:cubicBezTo>
                      <a:pt x="46064" y="34759"/>
                      <a:pt x="52211" y="122214"/>
                      <a:pt x="54447" y="137861"/>
                    </a:cubicBezTo>
                    <a:cubicBezTo>
                      <a:pt x="59197" y="173347"/>
                      <a:pt x="31256" y="163847"/>
                      <a:pt x="28182" y="154067"/>
                    </a:cubicBezTo>
                    <a:cubicBezTo>
                      <a:pt x="20359" y="129200"/>
                      <a:pt x="4153" y="68568"/>
                      <a:pt x="2476" y="50965"/>
                    </a:cubicBezTo>
                    <a:close/>
                  </a:path>
                </a:pathLst>
              </a:custGeom>
              <a:solidFill>
                <a:srgbClr val="59BCA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00" name="Forma libre 99">
                <a:extLst>
                  <a:ext uri="{FF2B5EF4-FFF2-40B4-BE49-F238E27FC236}">
                    <a16:creationId xmlns:a16="http://schemas.microsoft.com/office/drawing/2014/main" id="{8F6DCDC1-52EE-864D-9E8E-5E4CC740537E}"/>
                  </a:ext>
                </a:extLst>
              </p:cNvPr>
              <p:cNvSpPr/>
              <p:nvPr/>
            </p:nvSpPr>
            <p:spPr>
              <a:xfrm>
                <a:off x="2706854" y="5003095"/>
                <a:ext cx="122008" cy="559209"/>
              </a:xfrm>
              <a:custGeom>
                <a:avLst/>
                <a:gdLst>
                  <a:gd name="connsiteX0" fmla="*/ 22531 w 33529"/>
                  <a:gd name="connsiteY0" fmla="*/ 151465 h 153676"/>
                  <a:gd name="connsiteX1" fmla="*/ 30355 w 33529"/>
                  <a:gd name="connsiteY1" fmla="*/ 16509 h 153676"/>
                  <a:gd name="connsiteX2" fmla="*/ 2134 w 33529"/>
                  <a:gd name="connsiteY2" fmla="*/ 20421 h 153676"/>
                  <a:gd name="connsiteX3" fmla="*/ 8281 w 33529"/>
                  <a:gd name="connsiteY3" fmla="*/ 145877 h 153676"/>
                  <a:gd name="connsiteX4" fmla="*/ 22531 w 33529"/>
                  <a:gd name="connsiteY4" fmla="*/ 151465 h 153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29" h="153676">
                    <a:moveTo>
                      <a:pt x="22531" y="151465"/>
                    </a:moveTo>
                    <a:cubicBezTo>
                      <a:pt x="23649" y="113745"/>
                      <a:pt x="39575" y="47524"/>
                      <a:pt x="30355" y="16509"/>
                    </a:cubicBezTo>
                    <a:cubicBezTo>
                      <a:pt x="24487" y="-3049"/>
                      <a:pt x="1017" y="-3608"/>
                      <a:pt x="2134" y="20421"/>
                    </a:cubicBezTo>
                    <a:cubicBezTo>
                      <a:pt x="3252" y="46127"/>
                      <a:pt x="11075" y="96142"/>
                      <a:pt x="8281" y="145877"/>
                    </a:cubicBezTo>
                    <a:cubicBezTo>
                      <a:pt x="8002" y="150906"/>
                      <a:pt x="22252" y="155936"/>
                      <a:pt x="22531" y="151465"/>
                    </a:cubicBezTo>
                    <a:close/>
                  </a:path>
                </a:pathLst>
              </a:custGeom>
              <a:solidFill>
                <a:srgbClr val="59BCA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01" name="Forma libre 100">
                <a:extLst>
                  <a:ext uri="{FF2B5EF4-FFF2-40B4-BE49-F238E27FC236}">
                    <a16:creationId xmlns:a16="http://schemas.microsoft.com/office/drawing/2014/main" id="{27D5900C-F21B-014A-8F25-6058DCF8AA5B}"/>
                  </a:ext>
                </a:extLst>
              </p:cNvPr>
              <p:cNvSpPr/>
              <p:nvPr/>
            </p:nvSpPr>
            <p:spPr>
              <a:xfrm>
                <a:off x="2706250" y="4532827"/>
                <a:ext cx="193181" cy="589710"/>
              </a:xfrm>
              <a:custGeom>
                <a:avLst/>
                <a:gdLst>
                  <a:gd name="connsiteX0" fmla="*/ 29402 w 53088"/>
                  <a:gd name="connsiteY0" fmla="*/ 152450 h 162058"/>
                  <a:gd name="connsiteX1" fmla="*/ 2299 w 53088"/>
                  <a:gd name="connsiteY1" fmla="*/ 137921 h 162058"/>
                  <a:gd name="connsiteX2" fmla="*/ 7608 w 53088"/>
                  <a:gd name="connsiteY2" fmla="*/ 25877 h 162058"/>
                  <a:gd name="connsiteX3" fmla="*/ 14035 w 53088"/>
                  <a:gd name="connsiteY3" fmla="*/ 3524 h 162058"/>
                  <a:gd name="connsiteX4" fmla="*/ 50358 w 53088"/>
                  <a:gd name="connsiteY4" fmla="*/ 52700 h 162058"/>
                  <a:gd name="connsiteX5" fmla="*/ 29402 w 53088"/>
                  <a:gd name="connsiteY5" fmla="*/ 152450 h 162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088" h="162058">
                    <a:moveTo>
                      <a:pt x="29402" y="152450"/>
                    </a:moveTo>
                    <a:cubicBezTo>
                      <a:pt x="26329" y="162229"/>
                      <a:pt x="-495" y="173685"/>
                      <a:pt x="2299" y="137921"/>
                    </a:cubicBezTo>
                    <a:cubicBezTo>
                      <a:pt x="3417" y="121994"/>
                      <a:pt x="6770" y="34259"/>
                      <a:pt x="7608" y="25877"/>
                    </a:cubicBezTo>
                    <a:cubicBezTo>
                      <a:pt x="8167" y="17494"/>
                      <a:pt x="9843" y="5200"/>
                      <a:pt x="14035" y="3524"/>
                    </a:cubicBezTo>
                    <a:cubicBezTo>
                      <a:pt x="35270" y="-4300"/>
                      <a:pt x="55667" y="21127"/>
                      <a:pt x="50358" y="52700"/>
                    </a:cubicBezTo>
                    <a:cubicBezTo>
                      <a:pt x="46167" y="73935"/>
                      <a:pt x="35829" y="132053"/>
                      <a:pt x="29402" y="152450"/>
                    </a:cubicBezTo>
                    <a:close/>
                  </a:path>
                </a:pathLst>
              </a:custGeom>
              <a:solidFill>
                <a:srgbClr val="59BCA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02" name="Forma libre 101">
                <a:extLst>
                  <a:ext uri="{FF2B5EF4-FFF2-40B4-BE49-F238E27FC236}">
                    <a16:creationId xmlns:a16="http://schemas.microsoft.com/office/drawing/2014/main" id="{04B39BB9-881F-3145-811D-97328146A3C2}"/>
                  </a:ext>
                </a:extLst>
              </p:cNvPr>
              <p:cNvSpPr/>
              <p:nvPr/>
            </p:nvSpPr>
            <p:spPr>
              <a:xfrm>
                <a:off x="2817534" y="3853215"/>
                <a:ext cx="50839" cy="71173"/>
              </a:xfrm>
              <a:custGeom>
                <a:avLst/>
                <a:gdLst>
                  <a:gd name="connsiteX0" fmla="*/ 11674 w 13970"/>
                  <a:gd name="connsiteY0" fmla="*/ 8670 h 19558"/>
                  <a:gd name="connsiteX1" fmla="*/ 10835 w 13970"/>
                  <a:gd name="connsiteY1" fmla="*/ 18729 h 19558"/>
                  <a:gd name="connsiteX2" fmla="*/ 3291 w 13970"/>
                  <a:gd name="connsiteY2" fmla="*/ 12303 h 19558"/>
                  <a:gd name="connsiteX3" fmla="*/ 4130 w 13970"/>
                  <a:gd name="connsiteY3" fmla="*/ 2244 h 19558"/>
                  <a:gd name="connsiteX4" fmla="*/ 11674 w 13970"/>
                  <a:gd name="connsiteY4" fmla="*/ 8670 h 19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70" h="19558">
                    <a:moveTo>
                      <a:pt x="11674" y="8670"/>
                    </a:moveTo>
                    <a:cubicBezTo>
                      <a:pt x="13630" y="13141"/>
                      <a:pt x="13071" y="17611"/>
                      <a:pt x="10835" y="18729"/>
                    </a:cubicBezTo>
                    <a:cubicBezTo>
                      <a:pt x="8321" y="19567"/>
                      <a:pt x="4968" y="16773"/>
                      <a:pt x="3291" y="12303"/>
                    </a:cubicBezTo>
                    <a:cubicBezTo>
                      <a:pt x="1335" y="7832"/>
                      <a:pt x="1894" y="3361"/>
                      <a:pt x="4130" y="2244"/>
                    </a:cubicBezTo>
                    <a:cubicBezTo>
                      <a:pt x="6365" y="1406"/>
                      <a:pt x="9718" y="4200"/>
                      <a:pt x="11674" y="8670"/>
                    </a:cubicBezTo>
                    <a:close/>
                  </a:path>
                </a:pathLst>
              </a:custGeom>
              <a:solidFill>
                <a:srgbClr val="F6AD8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03" name="Forma libre 102">
                <a:extLst>
                  <a:ext uri="{FF2B5EF4-FFF2-40B4-BE49-F238E27FC236}">
                    <a16:creationId xmlns:a16="http://schemas.microsoft.com/office/drawing/2014/main" id="{C77E90A9-B44F-AC4C-9173-C3C43E41EB1D}"/>
                  </a:ext>
                </a:extLst>
              </p:cNvPr>
              <p:cNvSpPr/>
              <p:nvPr/>
            </p:nvSpPr>
            <p:spPr>
              <a:xfrm>
                <a:off x="2972077" y="3853215"/>
                <a:ext cx="50839" cy="71173"/>
              </a:xfrm>
              <a:custGeom>
                <a:avLst/>
                <a:gdLst>
                  <a:gd name="connsiteX0" fmla="*/ 3291 w 13970"/>
                  <a:gd name="connsiteY0" fmla="*/ 8670 h 19558"/>
                  <a:gd name="connsiteX1" fmla="*/ 4130 w 13970"/>
                  <a:gd name="connsiteY1" fmla="*/ 18729 h 19558"/>
                  <a:gd name="connsiteX2" fmla="*/ 11674 w 13970"/>
                  <a:gd name="connsiteY2" fmla="*/ 12303 h 19558"/>
                  <a:gd name="connsiteX3" fmla="*/ 10835 w 13970"/>
                  <a:gd name="connsiteY3" fmla="*/ 2244 h 19558"/>
                  <a:gd name="connsiteX4" fmla="*/ 3291 w 13970"/>
                  <a:gd name="connsiteY4" fmla="*/ 8670 h 19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70" h="19558">
                    <a:moveTo>
                      <a:pt x="3291" y="8670"/>
                    </a:moveTo>
                    <a:cubicBezTo>
                      <a:pt x="1335" y="13141"/>
                      <a:pt x="1894" y="17611"/>
                      <a:pt x="4130" y="18729"/>
                    </a:cubicBezTo>
                    <a:cubicBezTo>
                      <a:pt x="6644" y="19567"/>
                      <a:pt x="9997" y="16773"/>
                      <a:pt x="11674" y="12303"/>
                    </a:cubicBezTo>
                    <a:cubicBezTo>
                      <a:pt x="13630" y="7832"/>
                      <a:pt x="13071" y="3361"/>
                      <a:pt x="10835" y="2244"/>
                    </a:cubicBezTo>
                    <a:cubicBezTo>
                      <a:pt x="8600" y="1406"/>
                      <a:pt x="5247" y="4200"/>
                      <a:pt x="3291" y="8670"/>
                    </a:cubicBezTo>
                    <a:close/>
                  </a:path>
                </a:pathLst>
              </a:custGeom>
              <a:solidFill>
                <a:srgbClr val="F6AD8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04" name="Forma libre 103">
                <a:extLst>
                  <a:ext uri="{FF2B5EF4-FFF2-40B4-BE49-F238E27FC236}">
                    <a16:creationId xmlns:a16="http://schemas.microsoft.com/office/drawing/2014/main" id="{6BE32E49-F06A-4745-8F80-D1ACFF1DC02F}"/>
                  </a:ext>
                </a:extLst>
              </p:cNvPr>
              <p:cNvSpPr/>
              <p:nvPr/>
            </p:nvSpPr>
            <p:spPr>
              <a:xfrm>
                <a:off x="2821267" y="3751319"/>
                <a:ext cx="183014" cy="81340"/>
              </a:xfrm>
              <a:custGeom>
                <a:avLst/>
                <a:gdLst>
                  <a:gd name="connsiteX0" fmla="*/ 49206 w 50294"/>
                  <a:gd name="connsiteY0" fmla="*/ 14879 h 22352"/>
                  <a:gd name="connsiteX1" fmla="*/ 7574 w 50294"/>
                  <a:gd name="connsiteY1" fmla="*/ 19349 h 22352"/>
                  <a:gd name="connsiteX2" fmla="*/ 8412 w 50294"/>
                  <a:gd name="connsiteY2" fmla="*/ 5099 h 22352"/>
                  <a:gd name="connsiteX3" fmla="*/ 33000 w 50294"/>
                  <a:gd name="connsiteY3" fmla="*/ 4540 h 22352"/>
                  <a:gd name="connsiteX4" fmla="*/ 49206 w 50294"/>
                  <a:gd name="connsiteY4" fmla="*/ 14879 h 22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294" h="22352">
                    <a:moveTo>
                      <a:pt x="49206" y="14879"/>
                    </a:moveTo>
                    <a:cubicBezTo>
                      <a:pt x="44177" y="22423"/>
                      <a:pt x="15677" y="22143"/>
                      <a:pt x="7574" y="19349"/>
                    </a:cubicBezTo>
                    <a:cubicBezTo>
                      <a:pt x="-529" y="16555"/>
                      <a:pt x="868" y="9290"/>
                      <a:pt x="8412" y="5099"/>
                    </a:cubicBezTo>
                    <a:cubicBezTo>
                      <a:pt x="16236" y="908"/>
                      <a:pt x="24618" y="1467"/>
                      <a:pt x="33000" y="4540"/>
                    </a:cubicBezTo>
                    <a:cubicBezTo>
                      <a:pt x="37750" y="6217"/>
                      <a:pt x="54515" y="6496"/>
                      <a:pt x="49206" y="14879"/>
                    </a:cubicBezTo>
                    <a:close/>
                  </a:path>
                </a:pathLst>
              </a:custGeom>
              <a:solidFill>
                <a:srgbClr val="3445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05" name="Forma libre 104">
                <a:extLst>
                  <a:ext uri="{FF2B5EF4-FFF2-40B4-BE49-F238E27FC236}">
                    <a16:creationId xmlns:a16="http://schemas.microsoft.com/office/drawing/2014/main" id="{DB90C4F5-5A50-784F-A85A-1B7D89A9F0FC}"/>
                  </a:ext>
                </a:extLst>
              </p:cNvPr>
              <p:cNvSpPr/>
              <p:nvPr/>
            </p:nvSpPr>
            <p:spPr>
              <a:xfrm>
                <a:off x="2844160" y="3777846"/>
                <a:ext cx="172847" cy="193181"/>
              </a:xfrm>
              <a:custGeom>
                <a:avLst/>
                <a:gdLst>
                  <a:gd name="connsiteX0" fmla="*/ 11342 w 47499"/>
                  <a:gd name="connsiteY0" fmla="*/ 5073 h 53088"/>
                  <a:gd name="connsiteX1" fmla="*/ 2121 w 47499"/>
                  <a:gd name="connsiteY1" fmla="*/ 23235 h 53088"/>
                  <a:gd name="connsiteX2" fmla="*/ 23636 w 47499"/>
                  <a:gd name="connsiteY2" fmla="*/ 52294 h 53088"/>
                  <a:gd name="connsiteX3" fmla="*/ 45989 w 47499"/>
                  <a:gd name="connsiteY3" fmla="*/ 26867 h 53088"/>
                  <a:gd name="connsiteX4" fmla="*/ 37606 w 47499"/>
                  <a:gd name="connsiteY4" fmla="*/ 3956 h 53088"/>
                  <a:gd name="connsiteX5" fmla="*/ 11342 w 47499"/>
                  <a:gd name="connsiteY5" fmla="*/ 5073 h 53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499" h="53088">
                    <a:moveTo>
                      <a:pt x="11342" y="5073"/>
                    </a:moveTo>
                    <a:cubicBezTo>
                      <a:pt x="3797" y="9544"/>
                      <a:pt x="1842" y="13735"/>
                      <a:pt x="2121" y="23235"/>
                    </a:cubicBezTo>
                    <a:cubicBezTo>
                      <a:pt x="2400" y="32735"/>
                      <a:pt x="6312" y="48662"/>
                      <a:pt x="23636" y="52294"/>
                    </a:cubicBezTo>
                    <a:cubicBezTo>
                      <a:pt x="40959" y="55926"/>
                      <a:pt x="45150" y="38603"/>
                      <a:pt x="45989" y="26867"/>
                    </a:cubicBezTo>
                    <a:cubicBezTo>
                      <a:pt x="47106" y="15132"/>
                      <a:pt x="46268" y="6191"/>
                      <a:pt x="37606" y="3956"/>
                    </a:cubicBezTo>
                    <a:cubicBezTo>
                      <a:pt x="24753" y="603"/>
                      <a:pt x="15812" y="2279"/>
                      <a:pt x="11342" y="5073"/>
                    </a:cubicBezTo>
                    <a:close/>
                  </a:path>
                </a:pathLst>
              </a:custGeom>
              <a:solidFill>
                <a:srgbClr val="3445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</p:grp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B665EE5A-A62A-4445-813E-B02B3A1563CC}"/>
                </a:ext>
              </a:extLst>
            </p:cNvPr>
            <p:cNvSpPr/>
            <p:nvPr/>
          </p:nvSpPr>
          <p:spPr>
            <a:xfrm>
              <a:off x="1412246" y="1424073"/>
              <a:ext cx="1991042" cy="2069110"/>
            </a:xfrm>
            <a:custGeom>
              <a:avLst/>
              <a:gdLst>
                <a:gd name="connsiteX0" fmla="*/ 1048770 w 1148379"/>
                <a:gd name="connsiteY0" fmla="*/ 4061 h 542057"/>
                <a:gd name="connsiteX1" fmla="*/ 935608 w 1148379"/>
                <a:gd name="connsiteY1" fmla="*/ 177854 h 542057"/>
                <a:gd name="connsiteX2" fmla="*/ 825800 w 1148379"/>
                <a:gd name="connsiteY2" fmla="*/ 348295 h 542057"/>
                <a:gd name="connsiteX3" fmla="*/ 716829 w 1148379"/>
                <a:gd name="connsiteY3" fmla="*/ 289898 h 542057"/>
                <a:gd name="connsiteX4" fmla="*/ 602830 w 1148379"/>
                <a:gd name="connsiteY4" fmla="*/ 229825 h 542057"/>
                <a:gd name="connsiteX5" fmla="*/ 489668 w 1148379"/>
                <a:gd name="connsiteY5" fmla="*/ 375119 h 542057"/>
                <a:gd name="connsiteX6" fmla="*/ 379859 w 1148379"/>
                <a:gd name="connsiteY6" fmla="*/ 517339 h 542057"/>
                <a:gd name="connsiteX7" fmla="*/ 270330 w 1148379"/>
                <a:gd name="connsiteY7" fmla="*/ 494986 h 542057"/>
                <a:gd name="connsiteX8" fmla="*/ 156889 w 1148379"/>
                <a:gd name="connsiteY8" fmla="*/ 472074 h 542057"/>
                <a:gd name="connsiteX9" fmla="*/ 44845 w 1148379"/>
                <a:gd name="connsiteY9" fmla="*/ 514545 h 542057"/>
                <a:gd name="connsiteX10" fmla="*/ 2096 w 1148379"/>
                <a:gd name="connsiteY10" fmla="*/ 534942 h 542057"/>
                <a:gd name="connsiteX11" fmla="*/ 2096 w 1148379"/>
                <a:gd name="connsiteY11" fmla="*/ 540251 h 542057"/>
                <a:gd name="connsiteX12" fmla="*/ 47360 w 1148379"/>
                <a:gd name="connsiteY12" fmla="*/ 518736 h 542057"/>
                <a:gd name="connsiteX13" fmla="*/ 158286 w 1148379"/>
                <a:gd name="connsiteY13" fmla="*/ 476545 h 542057"/>
                <a:gd name="connsiteX14" fmla="*/ 267816 w 1148379"/>
                <a:gd name="connsiteY14" fmla="*/ 498898 h 542057"/>
                <a:gd name="connsiteX15" fmla="*/ 381257 w 1148379"/>
                <a:gd name="connsiteY15" fmla="*/ 521810 h 542057"/>
                <a:gd name="connsiteX16" fmla="*/ 494418 w 1148379"/>
                <a:gd name="connsiteY16" fmla="*/ 376516 h 542057"/>
                <a:gd name="connsiteX17" fmla="*/ 604227 w 1148379"/>
                <a:gd name="connsiteY17" fmla="*/ 234296 h 542057"/>
                <a:gd name="connsiteX18" fmla="*/ 713197 w 1148379"/>
                <a:gd name="connsiteY18" fmla="*/ 292692 h 542057"/>
                <a:gd name="connsiteX19" fmla="*/ 827197 w 1148379"/>
                <a:gd name="connsiteY19" fmla="*/ 352766 h 542057"/>
                <a:gd name="connsiteX20" fmla="*/ 940358 w 1148379"/>
                <a:gd name="connsiteY20" fmla="*/ 178972 h 542057"/>
                <a:gd name="connsiteX21" fmla="*/ 1050167 w 1148379"/>
                <a:gd name="connsiteY21" fmla="*/ 8531 h 542057"/>
                <a:gd name="connsiteX22" fmla="*/ 1146843 w 1148379"/>
                <a:gd name="connsiteY22" fmla="*/ 75869 h 542057"/>
                <a:gd name="connsiteX23" fmla="*/ 1146843 w 1148379"/>
                <a:gd name="connsiteY23" fmla="*/ 66090 h 542057"/>
                <a:gd name="connsiteX24" fmla="*/ 1048770 w 1148379"/>
                <a:gd name="connsiteY24" fmla="*/ 4061 h 542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8379" h="542057">
                  <a:moveTo>
                    <a:pt x="1048770" y="4061"/>
                  </a:moveTo>
                  <a:cubicBezTo>
                    <a:pt x="991770" y="18031"/>
                    <a:pt x="963270" y="99061"/>
                    <a:pt x="935608" y="177854"/>
                  </a:cubicBezTo>
                  <a:cubicBezTo>
                    <a:pt x="908505" y="255251"/>
                    <a:pt x="880285" y="335163"/>
                    <a:pt x="825800" y="348295"/>
                  </a:cubicBezTo>
                  <a:cubicBezTo>
                    <a:pt x="771594" y="361428"/>
                    <a:pt x="745050" y="326781"/>
                    <a:pt x="716829" y="289898"/>
                  </a:cubicBezTo>
                  <a:cubicBezTo>
                    <a:pt x="688888" y="253575"/>
                    <a:pt x="660109" y="215854"/>
                    <a:pt x="602830" y="229825"/>
                  </a:cubicBezTo>
                  <a:cubicBezTo>
                    <a:pt x="545830" y="243796"/>
                    <a:pt x="517330" y="310575"/>
                    <a:pt x="489668" y="375119"/>
                  </a:cubicBezTo>
                  <a:cubicBezTo>
                    <a:pt x="462565" y="438545"/>
                    <a:pt x="434345" y="504207"/>
                    <a:pt x="379859" y="517339"/>
                  </a:cubicBezTo>
                  <a:cubicBezTo>
                    <a:pt x="325095" y="530751"/>
                    <a:pt x="298551" y="513427"/>
                    <a:pt x="270330" y="494986"/>
                  </a:cubicBezTo>
                  <a:cubicBezTo>
                    <a:pt x="242389" y="476824"/>
                    <a:pt x="213610" y="458383"/>
                    <a:pt x="156889" y="472074"/>
                  </a:cubicBezTo>
                  <a:cubicBezTo>
                    <a:pt x="101007" y="485766"/>
                    <a:pt x="72507" y="500295"/>
                    <a:pt x="44845" y="514545"/>
                  </a:cubicBezTo>
                  <a:cubicBezTo>
                    <a:pt x="31713" y="521251"/>
                    <a:pt x="18301" y="528236"/>
                    <a:pt x="2096" y="534942"/>
                  </a:cubicBezTo>
                  <a:cubicBezTo>
                    <a:pt x="2096" y="536618"/>
                    <a:pt x="2096" y="538574"/>
                    <a:pt x="2096" y="540251"/>
                  </a:cubicBezTo>
                  <a:cubicBezTo>
                    <a:pt x="19698" y="532986"/>
                    <a:pt x="33669" y="526001"/>
                    <a:pt x="47360" y="518736"/>
                  </a:cubicBezTo>
                  <a:cubicBezTo>
                    <a:pt x="74742" y="504765"/>
                    <a:pt x="102684" y="489957"/>
                    <a:pt x="158286" y="476545"/>
                  </a:cubicBezTo>
                  <a:cubicBezTo>
                    <a:pt x="213051" y="463133"/>
                    <a:pt x="239595" y="480457"/>
                    <a:pt x="267816" y="498898"/>
                  </a:cubicBezTo>
                  <a:cubicBezTo>
                    <a:pt x="295757" y="517060"/>
                    <a:pt x="324536" y="535501"/>
                    <a:pt x="381257" y="521810"/>
                  </a:cubicBezTo>
                  <a:cubicBezTo>
                    <a:pt x="438256" y="507839"/>
                    <a:pt x="466756" y="441060"/>
                    <a:pt x="494418" y="376516"/>
                  </a:cubicBezTo>
                  <a:cubicBezTo>
                    <a:pt x="521521" y="313089"/>
                    <a:pt x="549741" y="247428"/>
                    <a:pt x="604227" y="234296"/>
                  </a:cubicBezTo>
                  <a:cubicBezTo>
                    <a:pt x="658432" y="221163"/>
                    <a:pt x="684976" y="255810"/>
                    <a:pt x="713197" y="292692"/>
                  </a:cubicBezTo>
                  <a:cubicBezTo>
                    <a:pt x="741138" y="329016"/>
                    <a:pt x="769917" y="366736"/>
                    <a:pt x="827197" y="352766"/>
                  </a:cubicBezTo>
                  <a:cubicBezTo>
                    <a:pt x="884197" y="338795"/>
                    <a:pt x="912696" y="257766"/>
                    <a:pt x="940358" y="178972"/>
                  </a:cubicBezTo>
                  <a:cubicBezTo>
                    <a:pt x="967461" y="101575"/>
                    <a:pt x="995682" y="21664"/>
                    <a:pt x="1050167" y="8531"/>
                  </a:cubicBezTo>
                  <a:cubicBezTo>
                    <a:pt x="1094873" y="-2366"/>
                    <a:pt x="1123931" y="35914"/>
                    <a:pt x="1146843" y="75869"/>
                  </a:cubicBezTo>
                  <a:lnTo>
                    <a:pt x="1146843" y="66090"/>
                  </a:lnTo>
                  <a:cubicBezTo>
                    <a:pt x="1124490" y="29487"/>
                    <a:pt x="1093755" y="-6836"/>
                    <a:pt x="1048770" y="406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6DC5ACC4-7CC2-BA48-AC8A-9DEC14F23ACD}"/>
                </a:ext>
              </a:extLst>
            </p:cNvPr>
            <p:cNvSpPr/>
            <p:nvPr/>
          </p:nvSpPr>
          <p:spPr>
            <a:xfrm>
              <a:off x="1375466" y="3434812"/>
              <a:ext cx="80174" cy="1042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4" name="Elipse 113">
              <a:extLst>
                <a:ext uri="{FF2B5EF4-FFF2-40B4-BE49-F238E27FC236}">
                  <a16:creationId xmlns:a16="http://schemas.microsoft.com/office/drawing/2014/main" id="{260C0B10-27CD-4E47-8ACA-F3D4F7740E97}"/>
                </a:ext>
              </a:extLst>
            </p:cNvPr>
            <p:cNvSpPr/>
            <p:nvPr/>
          </p:nvSpPr>
          <p:spPr>
            <a:xfrm>
              <a:off x="2019522" y="3367226"/>
              <a:ext cx="80174" cy="1042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28C26354-0861-4840-BB57-CBF558213A23}"/>
                </a:ext>
              </a:extLst>
            </p:cNvPr>
            <p:cNvSpPr/>
            <p:nvPr/>
          </p:nvSpPr>
          <p:spPr>
            <a:xfrm>
              <a:off x="2429014" y="2258019"/>
              <a:ext cx="80174" cy="1042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6" name="Elipse 115">
              <a:extLst>
                <a:ext uri="{FF2B5EF4-FFF2-40B4-BE49-F238E27FC236}">
                  <a16:creationId xmlns:a16="http://schemas.microsoft.com/office/drawing/2014/main" id="{AB6E57F4-192B-8441-8200-CD7CFA417974}"/>
                </a:ext>
              </a:extLst>
            </p:cNvPr>
            <p:cNvSpPr/>
            <p:nvPr/>
          </p:nvSpPr>
          <p:spPr>
            <a:xfrm>
              <a:off x="2809024" y="2703343"/>
              <a:ext cx="80174" cy="1042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FCCF29E1-2824-F247-929F-56E53B16A96D}"/>
                </a:ext>
              </a:extLst>
            </p:cNvPr>
            <p:cNvSpPr/>
            <p:nvPr/>
          </p:nvSpPr>
          <p:spPr>
            <a:xfrm>
              <a:off x="3355289" y="1658314"/>
              <a:ext cx="80174" cy="1042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10" name="Forma libre 109">
            <a:extLst>
              <a:ext uri="{FF2B5EF4-FFF2-40B4-BE49-F238E27FC236}">
                <a16:creationId xmlns:a16="http://schemas.microsoft.com/office/drawing/2014/main" id="{180DF565-9214-C644-8076-F9686D5523C0}"/>
              </a:ext>
            </a:extLst>
          </p:cNvPr>
          <p:cNvSpPr/>
          <p:nvPr/>
        </p:nvSpPr>
        <p:spPr>
          <a:xfrm rot="11700000" flipH="1">
            <a:off x="9912356" y="4132923"/>
            <a:ext cx="3490428" cy="4077052"/>
          </a:xfrm>
          <a:custGeom>
            <a:avLst/>
            <a:gdLst>
              <a:gd name="connsiteX0" fmla="*/ 243381 w 997497"/>
              <a:gd name="connsiteY0" fmla="*/ 32849 h 1165144"/>
              <a:gd name="connsiteX1" fmla="*/ 46955 w 997497"/>
              <a:gd name="connsiteY1" fmla="*/ 206084 h 1165144"/>
              <a:gd name="connsiteX2" fmla="*/ 18176 w 997497"/>
              <a:gd name="connsiteY2" fmla="*/ 450289 h 1165144"/>
              <a:gd name="connsiteX3" fmla="*/ 338940 w 997497"/>
              <a:gd name="connsiteY3" fmla="*/ 681642 h 1165144"/>
              <a:gd name="connsiteX4" fmla="*/ 326087 w 997497"/>
              <a:gd name="connsiteY4" fmla="*/ 1031744 h 1165144"/>
              <a:gd name="connsiteX5" fmla="*/ 505190 w 997497"/>
              <a:gd name="connsiteY5" fmla="*/ 1162788 h 1165144"/>
              <a:gd name="connsiteX6" fmla="*/ 958395 w 997497"/>
              <a:gd name="connsiteY6" fmla="*/ 336010 h 1165144"/>
              <a:gd name="connsiteX7" fmla="*/ 243381 w 997497"/>
              <a:gd name="connsiteY7" fmla="*/ 32849 h 116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7497" h="1165144">
                <a:moveTo>
                  <a:pt x="243381" y="32849"/>
                </a:moveTo>
                <a:cubicBezTo>
                  <a:pt x="215440" y="44584"/>
                  <a:pt x="107308" y="89569"/>
                  <a:pt x="46955" y="206084"/>
                </a:cubicBezTo>
                <a:cubicBezTo>
                  <a:pt x="34102" y="230951"/>
                  <a:pt x="-26250" y="347466"/>
                  <a:pt x="18176" y="450289"/>
                </a:cubicBezTo>
                <a:cubicBezTo>
                  <a:pt x="77132" y="586642"/>
                  <a:pt x="256514" y="553392"/>
                  <a:pt x="338940" y="681642"/>
                </a:cubicBezTo>
                <a:cubicBezTo>
                  <a:pt x="409631" y="792009"/>
                  <a:pt x="262940" y="900420"/>
                  <a:pt x="326087" y="1031744"/>
                </a:cubicBezTo>
                <a:cubicBezTo>
                  <a:pt x="359058" y="1100199"/>
                  <a:pt x="435057" y="1157479"/>
                  <a:pt x="505190" y="1162788"/>
                </a:cubicBezTo>
                <a:cubicBezTo>
                  <a:pt x="724527" y="1179273"/>
                  <a:pt x="1118497" y="706789"/>
                  <a:pt x="958395" y="336010"/>
                </a:cubicBezTo>
                <a:cubicBezTo>
                  <a:pt x="841601" y="66658"/>
                  <a:pt x="469425" y="-61313"/>
                  <a:pt x="243381" y="32849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782F24-A219-523F-9267-DFC1D0691DD6}"/>
              </a:ext>
            </a:extLst>
          </p:cNvPr>
          <p:cNvSpPr txBox="1"/>
          <p:nvPr/>
        </p:nvSpPr>
        <p:spPr>
          <a:xfrm>
            <a:off x="7233353" y="5201504"/>
            <a:ext cx="3833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华东师范大学 数据科学与大数据</a:t>
            </a:r>
            <a:endParaRPr lang="en-US" altLang="zh-CN" sz="2000" dirty="0"/>
          </a:p>
          <a:p>
            <a:r>
              <a:rPr lang="zh-CN" altLang="en-US" sz="2000" dirty="0"/>
              <a:t>马誉铭 大二 </a:t>
            </a:r>
            <a:r>
              <a:rPr lang="en-US" altLang="zh-CN" sz="2000" dirty="0"/>
              <a:t>10245501439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5910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uadroTexto 54">
            <a:extLst>
              <a:ext uri="{FF2B5EF4-FFF2-40B4-BE49-F238E27FC236}">
                <a16:creationId xmlns:a16="http://schemas.microsoft.com/office/drawing/2014/main" id="{1ED7762A-4847-7745-B2B5-DAA48458EF0A}"/>
              </a:ext>
            </a:extLst>
          </p:cNvPr>
          <p:cNvSpPr txBox="1"/>
          <p:nvPr/>
        </p:nvSpPr>
        <p:spPr>
          <a:xfrm>
            <a:off x="5811383" y="4169365"/>
            <a:ext cx="2240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36267C"/>
                </a:solidFill>
                <a:latin typeface="Montserrat" pitchFamily="2" charset="77"/>
              </a:rPr>
              <a:t> 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01B860F-66DE-6047-B47D-234CA5A7FB69}"/>
              </a:ext>
            </a:extLst>
          </p:cNvPr>
          <p:cNvSpPr/>
          <p:nvPr/>
        </p:nvSpPr>
        <p:spPr>
          <a:xfrm>
            <a:off x="8451542" y="0"/>
            <a:ext cx="3723698" cy="68580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20A3F5-7FF8-2F4F-BCA5-19EE0C7D88D7}"/>
              </a:ext>
            </a:extLst>
          </p:cNvPr>
          <p:cNvSpPr txBox="1"/>
          <p:nvPr/>
        </p:nvSpPr>
        <p:spPr>
          <a:xfrm>
            <a:off x="112859" y="1637328"/>
            <a:ext cx="84245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项目名称：开源项目活跃度预测与风险评估平台</a:t>
            </a:r>
          </a:p>
          <a:p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基于赛道：</a:t>
            </a:r>
            <a:r>
              <a:rPr lang="en-US" altLang="zh-CN" sz="2400" b="1" dirty="0" err="1">
                <a:solidFill>
                  <a:srgbClr val="36267C"/>
                </a:solidFill>
                <a:latin typeface="Montserrat" pitchFamily="2" charset="77"/>
              </a:rPr>
              <a:t>OpenRank</a:t>
            </a:r>
            <a:r>
              <a:rPr lang="en-US" altLang="zh-CN" sz="2400" b="1" dirty="0">
                <a:solidFill>
                  <a:srgbClr val="36267C"/>
                </a:solidFill>
                <a:latin typeface="Montserrat" pitchFamily="2" charset="77"/>
              </a:rPr>
              <a:t> </a:t>
            </a:r>
            <a:endParaRPr lang="zh-CN" altLang="en-US" sz="2400" b="1" dirty="0">
              <a:solidFill>
                <a:srgbClr val="36267C"/>
              </a:solidFill>
              <a:latin typeface="Montserrat" pitchFamily="2" charset="77"/>
            </a:endParaRPr>
          </a:p>
          <a:p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使用的开源项目：</a:t>
            </a:r>
            <a:r>
              <a:rPr lang="en-US" altLang="zh-CN" sz="2400" b="1" dirty="0" err="1">
                <a:solidFill>
                  <a:srgbClr val="36267C"/>
                </a:solidFill>
                <a:latin typeface="Montserrat" pitchFamily="2" charset="77"/>
              </a:rPr>
              <a:t>OpenDigger</a:t>
            </a:r>
            <a:r>
              <a:rPr lang="en-US" altLang="zh-CN" sz="2400" b="1" dirty="0">
                <a:solidFill>
                  <a:srgbClr val="36267C"/>
                </a:solidFill>
                <a:latin typeface="Montserrat" pitchFamily="2" charset="77"/>
              </a:rPr>
              <a:t> —— </a:t>
            </a:r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开源社区数据分析平台</a:t>
            </a:r>
          </a:p>
          <a:p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使用的数据来源：</a:t>
            </a:r>
            <a:r>
              <a:rPr lang="en-US" altLang="zh-CN" sz="2400" b="1" dirty="0" err="1">
                <a:solidFill>
                  <a:srgbClr val="36267C"/>
                </a:solidFill>
                <a:latin typeface="Montserrat" pitchFamily="2" charset="77"/>
              </a:rPr>
              <a:t>OpenDigger</a:t>
            </a:r>
            <a:r>
              <a:rPr lang="en-US" altLang="zh-CN" sz="2400" b="1" dirty="0">
                <a:solidFill>
                  <a:srgbClr val="36267C"/>
                </a:solidFill>
                <a:latin typeface="Montserrat" pitchFamily="2" charset="77"/>
              </a:rPr>
              <a:t> </a:t>
            </a:r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开放数据集</a:t>
            </a:r>
          </a:p>
          <a:p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参赛选手：马誉铭</a:t>
            </a:r>
            <a:r>
              <a:rPr lang="en-US" altLang="zh-CN" sz="2400" b="1" dirty="0">
                <a:solidFill>
                  <a:srgbClr val="36267C"/>
                </a:solidFill>
                <a:latin typeface="Montserrat" pitchFamily="2" charset="77"/>
              </a:rPr>
              <a:t>/ </a:t>
            </a:r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华东师范大学 </a:t>
            </a:r>
            <a:r>
              <a:rPr lang="en-US" altLang="zh-CN" sz="2400" b="1" dirty="0">
                <a:solidFill>
                  <a:srgbClr val="36267C"/>
                </a:solidFill>
                <a:latin typeface="Montserrat" pitchFamily="2" charset="77"/>
              </a:rPr>
              <a:t>/ </a:t>
            </a:r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大数据 </a:t>
            </a:r>
            <a:r>
              <a:rPr lang="en-US" altLang="zh-CN" sz="2400" b="1" dirty="0">
                <a:solidFill>
                  <a:srgbClr val="36267C"/>
                </a:solidFill>
                <a:latin typeface="Montserrat" pitchFamily="2" charset="77"/>
              </a:rPr>
              <a:t>/ </a:t>
            </a:r>
            <a:r>
              <a:rPr lang="zh-CN" altLang="en-US" sz="2400" b="1" dirty="0">
                <a:solidFill>
                  <a:srgbClr val="36267C"/>
                </a:solidFill>
                <a:latin typeface="Montserrat" pitchFamily="2" charset="77"/>
              </a:rPr>
              <a:t>大二</a:t>
            </a:r>
          </a:p>
          <a:p>
            <a:endParaRPr lang="es-ES" sz="2400" b="1" dirty="0">
              <a:solidFill>
                <a:srgbClr val="36267C"/>
              </a:solidFill>
              <a:latin typeface="Montserrat" pitchFamily="2" charset="77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10D65AD-F736-0841-8995-1342FDBC455E}"/>
              </a:ext>
            </a:extLst>
          </p:cNvPr>
          <p:cNvGrpSpPr/>
          <p:nvPr/>
        </p:nvGrpSpPr>
        <p:grpSpPr>
          <a:xfrm>
            <a:off x="20346345" y="1152963"/>
            <a:ext cx="2234551" cy="2607335"/>
            <a:chOff x="7215533" y="1385713"/>
            <a:chExt cx="390152" cy="455240"/>
          </a:xfrm>
        </p:grpSpPr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95D5918B-B1E3-3148-924F-71753466ABE2}"/>
                </a:ext>
              </a:extLst>
            </p:cNvPr>
            <p:cNvSpPr/>
            <p:nvPr/>
          </p:nvSpPr>
          <p:spPr>
            <a:xfrm>
              <a:off x="7215533" y="1391940"/>
              <a:ext cx="243088" cy="363234"/>
            </a:xfrm>
            <a:custGeom>
              <a:avLst/>
              <a:gdLst>
                <a:gd name="connsiteX0" fmla="*/ 21190 w 243087"/>
                <a:gd name="connsiteY0" fmla="*/ 363654 h 363234"/>
                <a:gd name="connsiteX1" fmla="*/ 80705 w 243087"/>
                <a:gd name="connsiteY1" fmla="*/ 74463 h 363234"/>
                <a:gd name="connsiteX2" fmla="*/ 213146 w 243087"/>
                <a:gd name="connsiteY2" fmla="*/ 2096 h 363234"/>
                <a:gd name="connsiteX3" fmla="*/ 241925 w 243087"/>
                <a:gd name="connsiteY3" fmla="*/ 132581 h 363234"/>
                <a:gd name="connsiteX4" fmla="*/ 136028 w 243087"/>
                <a:gd name="connsiteY4" fmla="*/ 264183 h 363234"/>
                <a:gd name="connsiteX5" fmla="*/ 145528 w 243087"/>
                <a:gd name="connsiteY5" fmla="*/ 314198 h 363234"/>
                <a:gd name="connsiteX6" fmla="*/ 21190 w 243087"/>
                <a:gd name="connsiteY6" fmla="*/ 363654 h 36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087" h="363234">
                  <a:moveTo>
                    <a:pt x="21190" y="363654"/>
                  </a:moveTo>
                  <a:cubicBezTo>
                    <a:pt x="-17368" y="266977"/>
                    <a:pt x="2470" y="152698"/>
                    <a:pt x="80705" y="74463"/>
                  </a:cubicBezTo>
                  <a:cubicBezTo>
                    <a:pt x="118426" y="36743"/>
                    <a:pt x="164528" y="12434"/>
                    <a:pt x="213146" y="2096"/>
                  </a:cubicBezTo>
                  <a:lnTo>
                    <a:pt x="241925" y="132581"/>
                  </a:lnTo>
                  <a:cubicBezTo>
                    <a:pt x="181293" y="145713"/>
                    <a:pt x="136028" y="199639"/>
                    <a:pt x="136028" y="264183"/>
                  </a:cubicBezTo>
                  <a:cubicBezTo>
                    <a:pt x="136028" y="281786"/>
                    <a:pt x="139381" y="298551"/>
                    <a:pt x="145528" y="314198"/>
                  </a:cubicBezTo>
                  <a:lnTo>
                    <a:pt x="21190" y="363654"/>
                  </a:lnTo>
                  <a:close/>
                </a:path>
              </a:pathLst>
            </a:custGeom>
            <a:solidFill>
              <a:srgbClr val="34518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CA41C3A1-3B78-C24C-AC70-59A3AEA9B1EC}"/>
                </a:ext>
              </a:extLst>
            </p:cNvPr>
            <p:cNvSpPr/>
            <p:nvPr/>
          </p:nvSpPr>
          <p:spPr>
            <a:xfrm>
              <a:off x="7426862" y="1385713"/>
              <a:ext cx="178823" cy="150882"/>
            </a:xfrm>
            <a:custGeom>
              <a:avLst/>
              <a:gdLst>
                <a:gd name="connsiteX0" fmla="*/ 59375 w 178823"/>
                <a:gd name="connsiteY0" fmla="*/ 135734 h 150882"/>
                <a:gd name="connsiteX1" fmla="*/ 30596 w 178823"/>
                <a:gd name="connsiteY1" fmla="*/ 138807 h 150882"/>
                <a:gd name="connsiteX2" fmla="*/ 2096 w 178823"/>
                <a:gd name="connsiteY2" fmla="*/ 8322 h 150882"/>
                <a:gd name="connsiteX3" fmla="*/ 178125 w 178823"/>
                <a:gd name="connsiteY3" fmla="*/ 29837 h 150882"/>
                <a:gd name="connsiteX4" fmla="*/ 118889 w 178823"/>
                <a:gd name="connsiteY4" fmla="*/ 149704 h 150882"/>
                <a:gd name="connsiteX5" fmla="*/ 59375 w 178823"/>
                <a:gd name="connsiteY5" fmla="*/ 135734 h 150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823" h="150882">
                  <a:moveTo>
                    <a:pt x="59375" y="135734"/>
                  </a:moveTo>
                  <a:cubicBezTo>
                    <a:pt x="49316" y="135734"/>
                    <a:pt x="39816" y="136851"/>
                    <a:pt x="30596" y="138807"/>
                  </a:cubicBezTo>
                  <a:lnTo>
                    <a:pt x="2096" y="8322"/>
                  </a:lnTo>
                  <a:cubicBezTo>
                    <a:pt x="60772" y="-4531"/>
                    <a:pt x="123081" y="2455"/>
                    <a:pt x="178125" y="29837"/>
                  </a:cubicBezTo>
                  <a:lnTo>
                    <a:pt x="118889" y="149704"/>
                  </a:lnTo>
                  <a:cubicBezTo>
                    <a:pt x="101007" y="140484"/>
                    <a:pt x="80610" y="135734"/>
                    <a:pt x="59375" y="135734"/>
                  </a:cubicBezTo>
                  <a:close/>
                </a:path>
              </a:pathLst>
            </a:custGeom>
            <a:solidFill>
              <a:srgbClr val="59BCA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5C7C5DC7-BBE2-E14C-8C75-19A3D8A4CC04}"/>
                </a:ext>
              </a:extLst>
            </p:cNvPr>
            <p:cNvSpPr/>
            <p:nvPr/>
          </p:nvSpPr>
          <p:spPr>
            <a:xfrm>
              <a:off x="7234627" y="1704042"/>
              <a:ext cx="153676" cy="136911"/>
            </a:xfrm>
            <a:custGeom>
              <a:avLst/>
              <a:gdLst>
                <a:gd name="connsiteX0" fmla="*/ 55463 w 153676"/>
                <a:gd name="connsiteY0" fmla="*/ 135375 h 136911"/>
                <a:gd name="connsiteX1" fmla="*/ 2096 w 153676"/>
                <a:gd name="connsiteY1" fmla="*/ 51551 h 136911"/>
                <a:gd name="connsiteX2" fmla="*/ 126434 w 153676"/>
                <a:gd name="connsiteY2" fmla="*/ 2096 h 136911"/>
                <a:gd name="connsiteX3" fmla="*/ 153257 w 153676"/>
                <a:gd name="connsiteY3" fmla="*/ 44287 h 136911"/>
                <a:gd name="connsiteX4" fmla="*/ 55463 w 153676"/>
                <a:gd name="connsiteY4" fmla="*/ 135375 h 136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676" h="136911">
                  <a:moveTo>
                    <a:pt x="55463" y="135375"/>
                  </a:moveTo>
                  <a:cubicBezTo>
                    <a:pt x="31993" y="110228"/>
                    <a:pt x="14110" y="81728"/>
                    <a:pt x="2096" y="51551"/>
                  </a:cubicBezTo>
                  <a:lnTo>
                    <a:pt x="126434" y="2096"/>
                  </a:lnTo>
                  <a:cubicBezTo>
                    <a:pt x="132581" y="17743"/>
                    <a:pt x="141801" y="31993"/>
                    <a:pt x="153257" y="44287"/>
                  </a:cubicBezTo>
                  <a:lnTo>
                    <a:pt x="55463" y="135375"/>
                  </a:lnTo>
                  <a:close/>
                </a:path>
              </a:pathLst>
            </a:custGeom>
            <a:solidFill>
              <a:srgbClr val="C1E4E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EFA4D928-2938-6A4A-8045-121CA93959E9}"/>
              </a:ext>
            </a:extLst>
          </p:cNvPr>
          <p:cNvGrpSpPr/>
          <p:nvPr/>
        </p:nvGrpSpPr>
        <p:grpSpPr>
          <a:xfrm>
            <a:off x="9102958" y="2017122"/>
            <a:ext cx="2151293" cy="3294875"/>
            <a:chOff x="8131710" y="2401694"/>
            <a:chExt cx="1851489" cy="2835701"/>
          </a:xfrm>
        </p:grpSpPr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6FB021C8-4653-F84D-A98B-792AC75E7B9D}"/>
                </a:ext>
              </a:extLst>
            </p:cNvPr>
            <p:cNvSpPr/>
            <p:nvPr/>
          </p:nvSpPr>
          <p:spPr>
            <a:xfrm>
              <a:off x="8222198" y="2451514"/>
              <a:ext cx="1758967" cy="2785881"/>
            </a:xfrm>
            <a:custGeom>
              <a:avLst/>
              <a:gdLst>
                <a:gd name="connsiteX0" fmla="*/ 483800 w 483381"/>
                <a:gd name="connsiteY0" fmla="*/ 94301 h 765586"/>
                <a:gd name="connsiteX1" fmla="*/ 482683 w 483381"/>
                <a:gd name="connsiteY1" fmla="*/ 2096 h 765586"/>
                <a:gd name="connsiteX2" fmla="*/ 413668 w 483381"/>
                <a:gd name="connsiteY2" fmla="*/ 89551 h 765586"/>
                <a:gd name="connsiteX3" fmla="*/ 435742 w 483381"/>
                <a:gd name="connsiteY3" fmla="*/ 90948 h 765586"/>
                <a:gd name="connsiteX4" fmla="*/ 356109 w 483381"/>
                <a:gd name="connsiteY4" fmla="*/ 301624 h 765586"/>
                <a:gd name="connsiteX5" fmla="*/ 304418 w 483381"/>
                <a:gd name="connsiteY5" fmla="*/ 182595 h 765586"/>
                <a:gd name="connsiteX6" fmla="*/ 180360 w 483381"/>
                <a:gd name="connsiteY6" fmla="*/ 546389 h 765586"/>
                <a:gd name="connsiteX7" fmla="*/ 111066 w 483381"/>
                <a:gd name="connsiteY7" fmla="*/ 450550 h 765586"/>
                <a:gd name="connsiteX8" fmla="*/ 98492 w 483381"/>
                <a:gd name="connsiteY8" fmla="*/ 485197 h 765586"/>
                <a:gd name="connsiteX9" fmla="*/ 50993 w 483381"/>
                <a:gd name="connsiteY9" fmla="*/ 618197 h 765586"/>
                <a:gd name="connsiteX10" fmla="*/ 2096 w 483381"/>
                <a:gd name="connsiteY10" fmla="*/ 764329 h 765586"/>
                <a:gd name="connsiteX11" fmla="*/ 31154 w 483381"/>
                <a:gd name="connsiteY11" fmla="*/ 751197 h 765586"/>
                <a:gd name="connsiteX12" fmla="*/ 112184 w 483381"/>
                <a:gd name="connsiteY12" fmla="*/ 520683 h 765586"/>
                <a:gd name="connsiteX13" fmla="*/ 182316 w 483381"/>
                <a:gd name="connsiteY13" fmla="*/ 617638 h 765586"/>
                <a:gd name="connsiteX14" fmla="*/ 301066 w 483381"/>
                <a:gd name="connsiteY14" fmla="*/ 268933 h 765586"/>
                <a:gd name="connsiteX15" fmla="*/ 351080 w 483381"/>
                <a:gd name="connsiteY15" fmla="*/ 384330 h 765586"/>
                <a:gd name="connsiteX16" fmla="*/ 461168 w 483381"/>
                <a:gd name="connsiteY16" fmla="*/ 92904 h 765586"/>
                <a:gd name="connsiteX17" fmla="*/ 483800 w 483381"/>
                <a:gd name="connsiteY17" fmla="*/ 94301 h 76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3381" h="765586">
                  <a:moveTo>
                    <a:pt x="483800" y="94301"/>
                  </a:moveTo>
                  <a:lnTo>
                    <a:pt x="482683" y="2096"/>
                  </a:lnTo>
                  <a:lnTo>
                    <a:pt x="413668" y="89551"/>
                  </a:lnTo>
                  <a:lnTo>
                    <a:pt x="435742" y="90948"/>
                  </a:lnTo>
                  <a:lnTo>
                    <a:pt x="356109" y="301624"/>
                  </a:lnTo>
                  <a:lnTo>
                    <a:pt x="304418" y="182595"/>
                  </a:lnTo>
                  <a:lnTo>
                    <a:pt x="180360" y="546389"/>
                  </a:lnTo>
                  <a:lnTo>
                    <a:pt x="111066" y="450550"/>
                  </a:lnTo>
                  <a:lnTo>
                    <a:pt x="98492" y="485197"/>
                  </a:lnTo>
                  <a:cubicBezTo>
                    <a:pt x="98213" y="485756"/>
                    <a:pt x="74463" y="552256"/>
                    <a:pt x="50993" y="618197"/>
                  </a:cubicBezTo>
                  <a:cubicBezTo>
                    <a:pt x="1816" y="757064"/>
                    <a:pt x="3772" y="757623"/>
                    <a:pt x="2096" y="764329"/>
                  </a:cubicBezTo>
                  <a:cubicBezTo>
                    <a:pt x="2096" y="764329"/>
                    <a:pt x="31434" y="750917"/>
                    <a:pt x="31154" y="751197"/>
                  </a:cubicBezTo>
                  <a:cubicBezTo>
                    <a:pt x="34507" y="739182"/>
                    <a:pt x="78375" y="615124"/>
                    <a:pt x="112184" y="520683"/>
                  </a:cubicBezTo>
                  <a:lnTo>
                    <a:pt x="182316" y="617638"/>
                  </a:lnTo>
                  <a:lnTo>
                    <a:pt x="301066" y="268933"/>
                  </a:lnTo>
                  <a:lnTo>
                    <a:pt x="351080" y="384330"/>
                  </a:lnTo>
                  <a:lnTo>
                    <a:pt x="461168" y="92904"/>
                  </a:lnTo>
                  <a:lnTo>
                    <a:pt x="483800" y="94301"/>
                  </a:lnTo>
                  <a:close/>
                </a:path>
              </a:pathLst>
            </a:custGeom>
            <a:solidFill>
              <a:srgbClr val="FFC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83E07F2F-EAD8-F74A-A717-89CF71DE389A}"/>
                </a:ext>
              </a:extLst>
            </p:cNvPr>
            <p:cNvSpPr/>
            <p:nvPr/>
          </p:nvSpPr>
          <p:spPr>
            <a:xfrm>
              <a:off x="8131710" y="4033569"/>
              <a:ext cx="498203" cy="1199758"/>
            </a:xfrm>
            <a:custGeom>
              <a:avLst/>
              <a:gdLst>
                <a:gd name="connsiteX0" fmla="*/ 123360 w 136911"/>
                <a:gd name="connsiteY0" fmla="*/ 50713 h 329705"/>
                <a:gd name="connsiteX1" fmla="*/ 135654 w 136911"/>
                <a:gd name="connsiteY1" fmla="*/ 16066 h 329705"/>
                <a:gd name="connsiteX2" fmla="*/ 111066 w 136911"/>
                <a:gd name="connsiteY2" fmla="*/ 2096 h 329705"/>
                <a:gd name="connsiteX3" fmla="*/ 98492 w 136911"/>
                <a:gd name="connsiteY3" fmla="*/ 36743 h 329705"/>
                <a:gd name="connsiteX4" fmla="*/ 50993 w 136911"/>
                <a:gd name="connsiteY4" fmla="*/ 169742 h 329705"/>
                <a:gd name="connsiteX5" fmla="*/ 2096 w 136911"/>
                <a:gd name="connsiteY5" fmla="*/ 315874 h 329705"/>
                <a:gd name="connsiteX6" fmla="*/ 26684 w 136911"/>
                <a:gd name="connsiteY6" fmla="*/ 329565 h 329705"/>
                <a:gd name="connsiteX7" fmla="*/ 75581 w 136911"/>
                <a:gd name="connsiteY7" fmla="*/ 183433 h 329705"/>
                <a:gd name="connsiteX8" fmla="*/ 123360 w 136911"/>
                <a:gd name="connsiteY8" fmla="*/ 50713 h 329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911" h="329705">
                  <a:moveTo>
                    <a:pt x="123360" y="50713"/>
                  </a:moveTo>
                  <a:lnTo>
                    <a:pt x="135654" y="16066"/>
                  </a:lnTo>
                  <a:lnTo>
                    <a:pt x="111066" y="2096"/>
                  </a:lnTo>
                  <a:lnTo>
                    <a:pt x="98492" y="36743"/>
                  </a:lnTo>
                  <a:cubicBezTo>
                    <a:pt x="98213" y="37301"/>
                    <a:pt x="74463" y="103801"/>
                    <a:pt x="50993" y="169742"/>
                  </a:cubicBezTo>
                  <a:cubicBezTo>
                    <a:pt x="1816" y="308610"/>
                    <a:pt x="3772" y="309168"/>
                    <a:pt x="2096" y="315874"/>
                  </a:cubicBezTo>
                  <a:lnTo>
                    <a:pt x="26684" y="329565"/>
                  </a:lnTo>
                  <a:cubicBezTo>
                    <a:pt x="28360" y="322860"/>
                    <a:pt x="26125" y="322301"/>
                    <a:pt x="75581" y="183433"/>
                  </a:cubicBezTo>
                  <a:cubicBezTo>
                    <a:pt x="99610" y="117492"/>
                    <a:pt x="123360" y="51272"/>
                    <a:pt x="123360" y="50713"/>
                  </a:cubicBezTo>
                  <a:close/>
                </a:path>
              </a:pathLst>
            </a:custGeom>
            <a:solidFill>
              <a:srgbClr val="A37D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D2756027-3E8A-E649-9CB3-B5A377C45CB3}"/>
                </a:ext>
              </a:extLst>
            </p:cNvPr>
            <p:cNvSpPr/>
            <p:nvPr/>
          </p:nvSpPr>
          <p:spPr>
            <a:xfrm>
              <a:off x="9322316" y="2401694"/>
              <a:ext cx="660883" cy="1148923"/>
            </a:xfrm>
            <a:custGeom>
              <a:avLst/>
              <a:gdLst>
                <a:gd name="connsiteX0" fmla="*/ 133419 w 181617"/>
                <a:gd name="connsiteY0" fmla="*/ 104639 h 315734"/>
                <a:gd name="connsiteX1" fmla="*/ 111345 w 181617"/>
                <a:gd name="connsiteY1" fmla="*/ 103242 h 315734"/>
                <a:gd name="connsiteX2" fmla="*/ 180360 w 181617"/>
                <a:gd name="connsiteY2" fmla="*/ 15787 h 315734"/>
                <a:gd name="connsiteX3" fmla="*/ 155492 w 181617"/>
                <a:gd name="connsiteY3" fmla="*/ 2096 h 315734"/>
                <a:gd name="connsiteX4" fmla="*/ 86478 w 181617"/>
                <a:gd name="connsiteY4" fmla="*/ 89551 h 315734"/>
                <a:gd name="connsiteX5" fmla="*/ 105198 w 181617"/>
                <a:gd name="connsiteY5" fmla="*/ 99889 h 315734"/>
                <a:gd name="connsiteX6" fmla="*/ 37860 w 181617"/>
                <a:gd name="connsiteY6" fmla="*/ 278713 h 315734"/>
                <a:gd name="connsiteX7" fmla="*/ 2096 w 181617"/>
                <a:gd name="connsiteY7" fmla="*/ 196286 h 315734"/>
                <a:gd name="connsiteX8" fmla="*/ 53787 w 181617"/>
                <a:gd name="connsiteY8" fmla="*/ 315315 h 31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617" h="315734">
                  <a:moveTo>
                    <a:pt x="133419" y="104639"/>
                  </a:moveTo>
                  <a:lnTo>
                    <a:pt x="111345" y="103242"/>
                  </a:lnTo>
                  <a:lnTo>
                    <a:pt x="180360" y="15787"/>
                  </a:lnTo>
                  <a:lnTo>
                    <a:pt x="155492" y="2096"/>
                  </a:lnTo>
                  <a:lnTo>
                    <a:pt x="86478" y="89551"/>
                  </a:lnTo>
                  <a:lnTo>
                    <a:pt x="105198" y="99889"/>
                  </a:lnTo>
                  <a:lnTo>
                    <a:pt x="37860" y="278713"/>
                  </a:lnTo>
                  <a:lnTo>
                    <a:pt x="2096" y="196286"/>
                  </a:lnTo>
                  <a:lnTo>
                    <a:pt x="53787" y="315315"/>
                  </a:lnTo>
                  <a:close/>
                </a:path>
              </a:pathLst>
            </a:custGeom>
            <a:solidFill>
              <a:srgbClr val="A37D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58DC5F6A-0F0D-FD4C-8248-530A7FDF3947}"/>
                </a:ext>
              </a:extLst>
            </p:cNvPr>
            <p:cNvSpPr/>
            <p:nvPr/>
          </p:nvSpPr>
          <p:spPr>
            <a:xfrm>
              <a:off x="8618731" y="3058512"/>
              <a:ext cx="711722" cy="1382772"/>
            </a:xfrm>
            <a:custGeom>
              <a:avLst/>
              <a:gdLst>
                <a:gd name="connsiteX0" fmla="*/ 195448 w 195587"/>
                <a:gd name="connsiteY0" fmla="*/ 15787 h 379999"/>
                <a:gd name="connsiteX1" fmla="*/ 170581 w 195587"/>
                <a:gd name="connsiteY1" fmla="*/ 2096 h 379999"/>
                <a:gd name="connsiteX2" fmla="*/ 51551 w 195587"/>
                <a:gd name="connsiteY2" fmla="*/ 351918 h 379999"/>
                <a:gd name="connsiteX3" fmla="*/ 2096 w 195587"/>
                <a:gd name="connsiteY3" fmla="*/ 284021 h 379999"/>
                <a:gd name="connsiteX4" fmla="*/ 71390 w 195587"/>
                <a:gd name="connsiteY4" fmla="*/ 379580 h 37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7" h="379999">
                  <a:moveTo>
                    <a:pt x="195448" y="15787"/>
                  </a:moveTo>
                  <a:lnTo>
                    <a:pt x="170581" y="2096"/>
                  </a:lnTo>
                  <a:lnTo>
                    <a:pt x="51551" y="351918"/>
                  </a:lnTo>
                  <a:lnTo>
                    <a:pt x="2096" y="284021"/>
                  </a:lnTo>
                  <a:lnTo>
                    <a:pt x="71390" y="379580"/>
                  </a:lnTo>
                  <a:close/>
                </a:path>
              </a:pathLst>
            </a:custGeom>
            <a:solidFill>
              <a:srgbClr val="A37D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47D7FBAD-38BD-0B49-AE0F-F82AF061FAB3}"/>
                </a:ext>
              </a:extLst>
            </p:cNvPr>
            <p:cNvSpPr/>
            <p:nvPr/>
          </p:nvSpPr>
          <p:spPr>
            <a:xfrm>
              <a:off x="8605336" y="4339610"/>
              <a:ext cx="284688" cy="366028"/>
            </a:xfrm>
            <a:custGeom>
              <a:avLst/>
              <a:gdLst>
                <a:gd name="connsiteX0" fmla="*/ 2423 w 78235"/>
                <a:gd name="connsiteY0" fmla="*/ 15507 h 100588"/>
                <a:gd name="connsiteX1" fmla="*/ 52717 w 78235"/>
                <a:gd name="connsiteY1" fmla="*/ 85081 h 100588"/>
                <a:gd name="connsiteX2" fmla="*/ 52717 w 78235"/>
                <a:gd name="connsiteY2" fmla="*/ 85081 h 100588"/>
                <a:gd name="connsiteX3" fmla="*/ 77305 w 78235"/>
                <a:gd name="connsiteY3" fmla="*/ 99051 h 100588"/>
                <a:gd name="connsiteX4" fmla="*/ 7173 w 78235"/>
                <a:gd name="connsiteY4" fmla="*/ 2096 h 100588"/>
                <a:gd name="connsiteX5" fmla="*/ 2423 w 78235"/>
                <a:gd name="connsiteY5" fmla="*/ 15507 h 10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235" h="100588">
                  <a:moveTo>
                    <a:pt x="2423" y="15507"/>
                  </a:moveTo>
                  <a:lnTo>
                    <a:pt x="52717" y="85081"/>
                  </a:lnTo>
                  <a:lnTo>
                    <a:pt x="52717" y="85081"/>
                  </a:lnTo>
                  <a:lnTo>
                    <a:pt x="77305" y="99051"/>
                  </a:lnTo>
                  <a:lnTo>
                    <a:pt x="7173" y="2096"/>
                  </a:lnTo>
                  <a:cubicBezTo>
                    <a:pt x="4379" y="10198"/>
                    <a:pt x="1026" y="19419"/>
                    <a:pt x="2423" y="15507"/>
                  </a:cubicBezTo>
                  <a:close/>
                </a:path>
              </a:pathLst>
            </a:custGeom>
            <a:solidFill>
              <a:srgbClr val="A37D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996EC1BC-7195-C945-8628-224D980782CC}"/>
                </a:ext>
              </a:extLst>
            </p:cNvPr>
            <p:cNvSpPr/>
            <p:nvPr/>
          </p:nvSpPr>
          <p:spPr>
            <a:xfrm>
              <a:off x="9282663" y="3422506"/>
              <a:ext cx="223682" cy="427034"/>
            </a:xfrm>
            <a:custGeom>
              <a:avLst/>
              <a:gdLst>
                <a:gd name="connsiteX0" fmla="*/ 2096 w 61470"/>
                <a:gd name="connsiteY0" fmla="*/ 26404 h 117352"/>
                <a:gd name="connsiteX1" fmla="*/ 35625 w 61470"/>
                <a:gd name="connsiteY1" fmla="*/ 103522 h 117352"/>
                <a:gd name="connsiteX2" fmla="*/ 60213 w 61470"/>
                <a:gd name="connsiteY2" fmla="*/ 117492 h 117352"/>
                <a:gd name="connsiteX3" fmla="*/ 10198 w 61470"/>
                <a:gd name="connsiteY3" fmla="*/ 2096 h 11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470" h="117352">
                  <a:moveTo>
                    <a:pt x="2096" y="26404"/>
                  </a:moveTo>
                  <a:lnTo>
                    <a:pt x="35625" y="103522"/>
                  </a:lnTo>
                  <a:lnTo>
                    <a:pt x="60213" y="117492"/>
                  </a:lnTo>
                  <a:lnTo>
                    <a:pt x="10198" y="2096"/>
                  </a:lnTo>
                  <a:close/>
                </a:path>
              </a:pathLst>
            </a:custGeom>
            <a:solidFill>
              <a:srgbClr val="A37D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48" name="Forma libre 47">
            <a:extLst>
              <a:ext uri="{FF2B5EF4-FFF2-40B4-BE49-F238E27FC236}">
                <a16:creationId xmlns:a16="http://schemas.microsoft.com/office/drawing/2014/main" id="{3B6A02C3-F20C-104F-815F-3DA303D07283}"/>
              </a:ext>
            </a:extLst>
          </p:cNvPr>
          <p:cNvSpPr/>
          <p:nvPr/>
        </p:nvSpPr>
        <p:spPr>
          <a:xfrm>
            <a:off x="10720302" y="-1021040"/>
            <a:ext cx="3490428" cy="4077052"/>
          </a:xfrm>
          <a:custGeom>
            <a:avLst/>
            <a:gdLst>
              <a:gd name="connsiteX0" fmla="*/ 243381 w 997497"/>
              <a:gd name="connsiteY0" fmla="*/ 32849 h 1165144"/>
              <a:gd name="connsiteX1" fmla="*/ 46955 w 997497"/>
              <a:gd name="connsiteY1" fmla="*/ 206084 h 1165144"/>
              <a:gd name="connsiteX2" fmla="*/ 18176 w 997497"/>
              <a:gd name="connsiteY2" fmla="*/ 450289 h 1165144"/>
              <a:gd name="connsiteX3" fmla="*/ 338940 w 997497"/>
              <a:gd name="connsiteY3" fmla="*/ 681642 h 1165144"/>
              <a:gd name="connsiteX4" fmla="*/ 326087 w 997497"/>
              <a:gd name="connsiteY4" fmla="*/ 1031744 h 1165144"/>
              <a:gd name="connsiteX5" fmla="*/ 505190 w 997497"/>
              <a:gd name="connsiteY5" fmla="*/ 1162788 h 1165144"/>
              <a:gd name="connsiteX6" fmla="*/ 958395 w 997497"/>
              <a:gd name="connsiteY6" fmla="*/ 336010 h 1165144"/>
              <a:gd name="connsiteX7" fmla="*/ 243381 w 997497"/>
              <a:gd name="connsiteY7" fmla="*/ 32849 h 116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7497" h="1165144">
                <a:moveTo>
                  <a:pt x="243381" y="32849"/>
                </a:moveTo>
                <a:cubicBezTo>
                  <a:pt x="215440" y="44584"/>
                  <a:pt x="107308" y="89569"/>
                  <a:pt x="46955" y="206084"/>
                </a:cubicBezTo>
                <a:cubicBezTo>
                  <a:pt x="34102" y="230951"/>
                  <a:pt x="-26250" y="347466"/>
                  <a:pt x="18176" y="450289"/>
                </a:cubicBezTo>
                <a:cubicBezTo>
                  <a:pt x="77132" y="586642"/>
                  <a:pt x="256514" y="553392"/>
                  <a:pt x="338940" y="681642"/>
                </a:cubicBezTo>
                <a:cubicBezTo>
                  <a:pt x="409631" y="792009"/>
                  <a:pt x="262940" y="900420"/>
                  <a:pt x="326087" y="1031744"/>
                </a:cubicBezTo>
                <a:cubicBezTo>
                  <a:pt x="359058" y="1100199"/>
                  <a:pt x="435057" y="1157479"/>
                  <a:pt x="505190" y="1162788"/>
                </a:cubicBezTo>
                <a:cubicBezTo>
                  <a:pt x="724527" y="1179273"/>
                  <a:pt x="1118497" y="706789"/>
                  <a:pt x="958395" y="336010"/>
                </a:cubicBezTo>
                <a:cubicBezTo>
                  <a:pt x="841601" y="66658"/>
                  <a:pt x="469425" y="-61313"/>
                  <a:pt x="243381" y="32849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504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ángulo 162">
            <a:extLst>
              <a:ext uri="{FF2B5EF4-FFF2-40B4-BE49-F238E27FC236}">
                <a16:creationId xmlns:a16="http://schemas.microsoft.com/office/drawing/2014/main" id="{A924F670-02A6-674D-8E24-D555CEA5B7CF}"/>
              </a:ext>
            </a:extLst>
          </p:cNvPr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1CD7634-AFAB-0544-9F1B-0574700CA60F}"/>
              </a:ext>
            </a:extLst>
          </p:cNvPr>
          <p:cNvSpPr/>
          <p:nvPr/>
        </p:nvSpPr>
        <p:spPr>
          <a:xfrm>
            <a:off x="79255" y="300027"/>
            <a:ext cx="3984745" cy="2735273"/>
          </a:xfrm>
          <a:custGeom>
            <a:avLst/>
            <a:gdLst>
              <a:gd name="connsiteX0" fmla="*/ 0 w 4470400"/>
              <a:gd name="connsiteY0" fmla="*/ 2235200 h 4470400"/>
              <a:gd name="connsiteX1" fmla="*/ 2235200 w 4470400"/>
              <a:gd name="connsiteY1" fmla="*/ 0 h 4470400"/>
              <a:gd name="connsiteX2" fmla="*/ 4470400 w 4470400"/>
              <a:gd name="connsiteY2" fmla="*/ 2235200 h 4470400"/>
              <a:gd name="connsiteX3" fmla="*/ 2235200 w 4470400"/>
              <a:gd name="connsiteY3" fmla="*/ 4470400 h 4470400"/>
              <a:gd name="connsiteX4" fmla="*/ 0 w 4470400"/>
              <a:gd name="connsiteY4" fmla="*/ 2235200 h 4470400"/>
              <a:gd name="connsiteX0" fmla="*/ 20592 w 4490992"/>
              <a:gd name="connsiteY0" fmla="*/ 1511300 h 3746500"/>
              <a:gd name="connsiteX1" fmla="*/ 1531892 w 4490992"/>
              <a:gd name="connsiteY1" fmla="*/ 0 h 3746500"/>
              <a:gd name="connsiteX2" fmla="*/ 4490992 w 4490992"/>
              <a:gd name="connsiteY2" fmla="*/ 1511300 h 3746500"/>
              <a:gd name="connsiteX3" fmla="*/ 2255792 w 4490992"/>
              <a:gd name="connsiteY3" fmla="*/ 3746500 h 3746500"/>
              <a:gd name="connsiteX4" fmla="*/ 20592 w 4490992"/>
              <a:gd name="connsiteY4" fmla="*/ 1511300 h 3746500"/>
              <a:gd name="connsiteX0" fmla="*/ 12039 w 4965039"/>
              <a:gd name="connsiteY0" fmla="*/ 1797845 h 4044607"/>
              <a:gd name="connsiteX1" fmla="*/ 1523339 w 4965039"/>
              <a:gd name="connsiteY1" fmla="*/ 286545 h 4044607"/>
              <a:gd name="connsiteX2" fmla="*/ 4965039 w 4965039"/>
              <a:gd name="connsiteY2" fmla="*/ 769145 h 4044607"/>
              <a:gd name="connsiteX3" fmla="*/ 2247239 w 4965039"/>
              <a:gd name="connsiteY3" fmla="*/ 4033045 h 4044607"/>
              <a:gd name="connsiteX4" fmla="*/ 12039 w 4965039"/>
              <a:gd name="connsiteY4" fmla="*/ 1797845 h 4044607"/>
              <a:gd name="connsiteX0" fmla="*/ 10236 w 4963236"/>
              <a:gd name="connsiteY0" fmla="*/ 1797845 h 3200509"/>
              <a:gd name="connsiteX1" fmla="*/ 1521536 w 4963236"/>
              <a:gd name="connsiteY1" fmla="*/ 286545 h 3200509"/>
              <a:gd name="connsiteX2" fmla="*/ 4963236 w 4963236"/>
              <a:gd name="connsiteY2" fmla="*/ 769145 h 3200509"/>
              <a:gd name="connsiteX3" fmla="*/ 2181936 w 4963236"/>
              <a:gd name="connsiteY3" fmla="*/ 3182145 h 3200509"/>
              <a:gd name="connsiteX4" fmla="*/ 10236 w 4963236"/>
              <a:gd name="connsiteY4" fmla="*/ 1797845 h 3200509"/>
              <a:gd name="connsiteX0" fmla="*/ 10586 w 4963586"/>
              <a:gd name="connsiteY0" fmla="*/ 1797845 h 4107795"/>
              <a:gd name="connsiteX1" fmla="*/ 1521886 w 4963586"/>
              <a:gd name="connsiteY1" fmla="*/ 286545 h 4107795"/>
              <a:gd name="connsiteX2" fmla="*/ 4963586 w 4963586"/>
              <a:gd name="connsiteY2" fmla="*/ 769145 h 4107795"/>
              <a:gd name="connsiteX3" fmla="*/ 2194986 w 4963586"/>
              <a:gd name="connsiteY3" fmla="*/ 4096545 h 4107795"/>
              <a:gd name="connsiteX4" fmla="*/ 10586 w 4963586"/>
              <a:gd name="connsiteY4" fmla="*/ 1797845 h 4107795"/>
              <a:gd name="connsiteX0" fmla="*/ 10586 w 4963586"/>
              <a:gd name="connsiteY0" fmla="*/ 1797845 h 4139511"/>
              <a:gd name="connsiteX1" fmla="*/ 1521886 w 4963586"/>
              <a:gd name="connsiteY1" fmla="*/ 286545 h 4139511"/>
              <a:gd name="connsiteX2" fmla="*/ 4963586 w 4963586"/>
              <a:gd name="connsiteY2" fmla="*/ 769145 h 4139511"/>
              <a:gd name="connsiteX3" fmla="*/ 2194986 w 4963586"/>
              <a:gd name="connsiteY3" fmla="*/ 4096545 h 4139511"/>
              <a:gd name="connsiteX4" fmla="*/ 10586 w 4963586"/>
              <a:gd name="connsiteY4" fmla="*/ 1797845 h 4139511"/>
              <a:gd name="connsiteX0" fmla="*/ 26370 w 4979370"/>
              <a:gd name="connsiteY0" fmla="*/ 1797845 h 3246403"/>
              <a:gd name="connsiteX1" fmla="*/ 1537670 w 4979370"/>
              <a:gd name="connsiteY1" fmla="*/ 286545 h 3246403"/>
              <a:gd name="connsiteX2" fmla="*/ 4979370 w 4979370"/>
              <a:gd name="connsiteY2" fmla="*/ 769145 h 3246403"/>
              <a:gd name="connsiteX3" fmla="*/ 2680670 w 4979370"/>
              <a:gd name="connsiteY3" fmla="*/ 3182145 h 3246403"/>
              <a:gd name="connsiteX4" fmla="*/ 26370 w 4979370"/>
              <a:gd name="connsiteY4" fmla="*/ 1797845 h 3246403"/>
              <a:gd name="connsiteX0" fmla="*/ 26370 w 4979370"/>
              <a:gd name="connsiteY0" fmla="*/ 1797845 h 3378043"/>
              <a:gd name="connsiteX1" fmla="*/ 1537670 w 4979370"/>
              <a:gd name="connsiteY1" fmla="*/ 286545 h 3378043"/>
              <a:gd name="connsiteX2" fmla="*/ 4979370 w 4979370"/>
              <a:gd name="connsiteY2" fmla="*/ 769145 h 3378043"/>
              <a:gd name="connsiteX3" fmla="*/ 2680670 w 4979370"/>
              <a:gd name="connsiteY3" fmla="*/ 3182145 h 3378043"/>
              <a:gd name="connsiteX4" fmla="*/ 26370 w 4979370"/>
              <a:gd name="connsiteY4" fmla="*/ 1797845 h 337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9370" h="3378043">
                <a:moveTo>
                  <a:pt x="26370" y="1797845"/>
                </a:moveTo>
                <a:cubicBezTo>
                  <a:pt x="-164130" y="1315245"/>
                  <a:pt x="712170" y="457995"/>
                  <a:pt x="1537670" y="286545"/>
                </a:cubicBezTo>
                <a:cubicBezTo>
                  <a:pt x="2363170" y="115095"/>
                  <a:pt x="4979370" y="-465322"/>
                  <a:pt x="4979370" y="769145"/>
                </a:cubicBezTo>
                <a:cubicBezTo>
                  <a:pt x="4979370" y="2003612"/>
                  <a:pt x="4928570" y="4013995"/>
                  <a:pt x="2680670" y="3182145"/>
                </a:cubicBezTo>
                <a:cubicBezTo>
                  <a:pt x="432770" y="2350295"/>
                  <a:pt x="216870" y="2280445"/>
                  <a:pt x="26370" y="1797845"/>
                </a:cubicBezTo>
                <a:close/>
              </a:path>
            </a:pathLst>
          </a:custGeom>
          <a:solidFill>
            <a:srgbClr val="CB62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áfico 20">
            <a:extLst>
              <a:ext uri="{FF2B5EF4-FFF2-40B4-BE49-F238E27FC236}">
                <a16:creationId xmlns:a16="http://schemas.microsoft.com/office/drawing/2014/main" id="{78C3463F-1E07-CA4D-882B-AFBAC9ABC949}"/>
              </a:ext>
            </a:extLst>
          </p:cNvPr>
          <p:cNvGrpSpPr/>
          <p:nvPr/>
        </p:nvGrpSpPr>
        <p:grpSpPr>
          <a:xfrm>
            <a:off x="666023" y="2531529"/>
            <a:ext cx="4312864" cy="3724670"/>
            <a:chOff x="964136" y="1891933"/>
            <a:chExt cx="1401555" cy="1210409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405DF147-510D-044B-B153-558E22FAB67D}"/>
                </a:ext>
              </a:extLst>
            </p:cNvPr>
            <p:cNvSpPr/>
            <p:nvPr/>
          </p:nvSpPr>
          <p:spPr>
            <a:xfrm>
              <a:off x="2077898" y="2477458"/>
              <a:ext cx="287793" cy="452646"/>
            </a:xfrm>
            <a:custGeom>
              <a:avLst/>
              <a:gdLst>
                <a:gd name="connsiteX0" fmla="*/ 63537 w 287793"/>
                <a:gd name="connsiteY0" fmla="*/ 289731 h 452646"/>
                <a:gd name="connsiteX1" fmla="*/ 102655 w 287793"/>
                <a:gd name="connsiteY1" fmla="*/ 127672 h 452646"/>
                <a:gd name="connsiteX2" fmla="*/ 74713 w 287793"/>
                <a:gd name="connsiteY2" fmla="*/ 96378 h 452646"/>
                <a:gd name="connsiteX3" fmla="*/ 123052 w 287793"/>
                <a:gd name="connsiteY3" fmla="*/ 39099 h 452646"/>
                <a:gd name="connsiteX4" fmla="*/ 148757 w 287793"/>
                <a:gd name="connsiteY4" fmla="*/ 15069 h 452646"/>
                <a:gd name="connsiteX5" fmla="*/ 159096 w 287793"/>
                <a:gd name="connsiteY5" fmla="*/ 24290 h 452646"/>
                <a:gd name="connsiteX6" fmla="*/ 188154 w 287793"/>
                <a:gd name="connsiteY6" fmla="*/ 6687 h 452646"/>
                <a:gd name="connsiteX7" fmla="*/ 231463 w 287793"/>
                <a:gd name="connsiteY7" fmla="*/ 17025 h 452646"/>
                <a:gd name="connsiteX8" fmla="*/ 260242 w 287793"/>
                <a:gd name="connsiteY8" fmla="*/ 63966 h 452646"/>
                <a:gd name="connsiteX9" fmla="*/ 249904 w 287793"/>
                <a:gd name="connsiteY9" fmla="*/ 107275 h 452646"/>
                <a:gd name="connsiteX10" fmla="*/ 220845 w 287793"/>
                <a:gd name="connsiteY10" fmla="*/ 124878 h 452646"/>
                <a:gd name="connsiteX11" fmla="*/ 230066 w 287793"/>
                <a:gd name="connsiteY11" fmla="*/ 191657 h 452646"/>
                <a:gd name="connsiteX12" fmla="*/ 262757 w 287793"/>
                <a:gd name="connsiteY12" fmla="*/ 200878 h 452646"/>
                <a:gd name="connsiteX13" fmla="*/ 284551 w 287793"/>
                <a:gd name="connsiteY13" fmla="*/ 239716 h 452646"/>
                <a:gd name="connsiteX14" fmla="*/ 269742 w 287793"/>
                <a:gd name="connsiteY14" fmla="*/ 292804 h 452646"/>
                <a:gd name="connsiteX15" fmla="*/ 230904 w 287793"/>
                <a:gd name="connsiteY15" fmla="*/ 314598 h 452646"/>
                <a:gd name="connsiteX16" fmla="*/ 198213 w 287793"/>
                <a:gd name="connsiteY16" fmla="*/ 305378 h 452646"/>
                <a:gd name="connsiteX17" fmla="*/ 167199 w 287793"/>
                <a:gd name="connsiteY17" fmla="*/ 346451 h 452646"/>
                <a:gd name="connsiteX18" fmla="*/ 184801 w 287793"/>
                <a:gd name="connsiteY18" fmla="*/ 375510 h 452646"/>
                <a:gd name="connsiteX19" fmla="*/ 174463 w 287793"/>
                <a:gd name="connsiteY19" fmla="*/ 418819 h 452646"/>
                <a:gd name="connsiteX20" fmla="*/ 127522 w 287793"/>
                <a:gd name="connsiteY20" fmla="*/ 447598 h 452646"/>
                <a:gd name="connsiteX21" fmla="*/ 84213 w 287793"/>
                <a:gd name="connsiteY21" fmla="*/ 437260 h 452646"/>
                <a:gd name="connsiteX22" fmla="*/ 66611 w 287793"/>
                <a:gd name="connsiteY22" fmla="*/ 408201 h 452646"/>
                <a:gd name="connsiteX23" fmla="*/ 15199 w 287793"/>
                <a:gd name="connsiteY23" fmla="*/ 417142 h 452646"/>
                <a:gd name="connsiteX24" fmla="*/ 2346 w 287793"/>
                <a:gd name="connsiteY24" fmla="*/ 307613 h 452646"/>
                <a:gd name="connsiteX25" fmla="*/ 63537 w 287793"/>
                <a:gd name="connsiteY25" fmla="*/ 289731 h 4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7793" h="452646">
                  <a:moveTo>
                    <a:pt x="63537" y="289731"/>
                  </a:moveTo>
                  <a:cubicBezTo>
                    <a:pt x="119140" y="255922"/>
                    <a:pt x="136463" y="183275"/>
                    <a:pt x="102655" y="127672"/>
                  </a:cubicBezTo>
                  <a:cubicBezTo>
                    <a:pt x="95110" y="115378"/>
                    <a:pt x="85610" y="105040"/>
                    <a:pt x="74713" y="96378"/>
                  </a:cubicBezTo>
                  <a:cubicBezTo>
                    <a:pt x="88684" y="76540"/>
                    <a:pt x="104890" y="57260"/>
                    <a:pt x="123052" y="39099"/>
                  </a:cubicBezTo>
                  <a:cubicBezTo>
                    <a:pt x="131434" y="30716"/>
                    <a:pt x="140096" y="22613"/>
                    <a:pt x="148757" y="15069"/>
                  </a:cubicBezTo>
                  <a:cubicBezTo>
                    <a:pt x="152110" y="18143"/>
                    <a:pt x="155743" y="20937"/>
                    <a:pt x="159096" y="24290"/>
                  </a:cubicBezTo>
                  <a:lnTo>
                    <a:pt x="188154" y="6687"/>
                  </a:lnTo>
                  <a:cubicBezTo>
                    <a:pt x="202963" y="-2254"/>
                    <a:pt x="222243" y="2217"/>
                    <a:pt x="231463" y="17025"/>
                  </a:cubicBezTo>
                  <a:lnTo>
                    <a:pt x="260242" y="63966"/>
                  </a:lnTo>
                  <a:cubicBezTo>
                    <a:pt x="269184" y="78775"/>
                    <a:pt x="264713" y="98054"/>
                    <a:pt x="249904" y="107275"/>
                  </a:cubicBezTo>
                  <a:lnTo>
                    <a:pt x="220845" y="124878"/>
                  </a:lnTo>
                  <a:cubicBezTo>
                    <a:pt x="227272" y="146951"/>
                    <a:pt x="230345" y="169304"/>
                    <a:pt x="230066" y="191657"/>
                  </a:cubicBezTo>
                  <a:lnTo>
                    <a:pt x="262757" y="200878"/>
                  </a:lnTo>
                  <a:cubicBezTo>
                    <a:pt x="279522" y="205628"/>
                    <a:pt x="289301" y="222951"/>
                    <a:pt x="284551" y="239716"/>
                  </a:cubicBezTo>
                  <a:lnTo>
                    <a:pt x="269742" y="292804"/>
                  </a:lnTo>
                  <a:cubicBezTo>
                    <a:pt x="264992" y="309569"/>
                    <a:pt x="247669" y="319348"/>
                    <a:pt x="230904" y="314598"/>
                  </a:cubicBezTo>
                  <a:lnTo>
                    <a:pt x="198213" y="305378"/>
                  </a:lnTo>
                  <a:cubicBezTo>
                    <a:pt x="189551" y="320186"/>
                    <a:pt x="179213" y="333877"/>
                    <a:pt x="167199" y="346451"/>
                  </a:cubicBezTo>
                  <a:lnTo>
                    <a:pt x="184801" y="375510"/>
                  </a:lnTo>
                  <a:cubicBezTo>
                    <a:pt x="193743" y="390319"/>
                    <a:pt x="189272" y="409598"/>
                    <a:pt x="174463" y="418819"/>
                  </a:cubicBezTo>
                  <a:lnTo>
                    <a:pt x="127522" y="447598"/>
                  </a:lnTo>
                  <a:cubicBezTo>
                    <a:pt x="112713" y="456539"/>
                    <a:pt x="93434" y="452068"/>
                    <a:pt x="84213" y="437260"/>
                  </a:cubicBezTo>
                  <a:lnTo>
                    <a:pt x="66611" y="408201"/>
                  </a:lnTo>
                  <a:cubicBezTo>
                    <a:pt x="49566" y="413230"/>
                    <a:pt x="32522" y="416024"/>
                    <a:pt x="15199" y="417142"/>
                  </a:cubicBezTo>
                  <a:cubicBezTo>
                    <a:pt x="5419" y="381936"/>
                    <a:pt x="949" y="344775"/>
                    <a:pt x="2346" y="307613"/>
                  </a:cubicBezTo>
                  <a:cubicBezTo>
                    <a:pt x="23022" y="306775"/>
                    <a:pt x="44258" y="301466"/>
                    <a:pt x="63537" y="289731"/>
                  </a:cubicBezTo>
                  <a:close/>
                </a:path>
              </a:pathLst>
            </a:custGeom>
            <a:solidFill>
              <a:srgbClr val="5E91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37046888-5DA1-344A-967C-D242DE063232}"/>
                </a:ext>
              </a:extLst>
            </p:cNvPr>
            <p:cNvSpPr/>
            <p:nvPr/>
          </p:nvSpPr>
          <p:spPr>
            <a:xfrm>
              <a:off x="996268" y="2112668"/>
              <a:ext cx="1112056" cy="790734"/>
            </a:xfrm>
            <a:custGeom>
              <a:avLst/>
              <a:gdLst>
                <a:gd name="connsiteX0" fmla="*/ 1093476 w 1112056"/>
                <a:gd name="connsiteY0" fmla="*/ 791153 h 790733"/>
                <a:gd name="connsiteX1" fmla="*/ 21375 w 1112056"/>
                <a:gd name="connsiteY1" fmla="*/ 791153 h 790733"/>
                <a:gd name="connsiteX2" fmla="*/ 2096 w 1112056"/>
                <a:gd name="connsiteY2" fmla="*/ 771873 h 790733"/>
                <a:gd name="connsiteX3" fmla="*/ 2096 w 1112056"/>
                <a:gd name="connsiteY3" fmla="*/ 21375 h 790733"/>
                <a:gd name="connsiteX4" fmla="*/ 21375 w 1112056"/>
                <a:gd name="connsiteY4" fmla="*/ 2096 h 790733"/>
                <a:gd name="connsiteX5" fmla="*/ 1093196 w 1112056"/>
                <a:gd name="connsiteY5" fmla="*/ 2096 h 790733"/>
                <a:gd name="connsiteX6" fmla="*/ 1112475 w 1112056"/>
                <a:gd name="connsiteY6" fmla="*/ 21375 h 790733"/>
                <a:gd name="connsiteX7" fmla="*/ 1112475 w 1112056"/>
                <a:gd name="connsiteY7" fmla="*/ 771873 h 790733"/>
                <a:gd name="connsiteX8" fmla="*/ 1093476 w 1112056"/>
                <a:gd name="connsiteY8" fmla="*/ 791153 h 79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056" h="790733">
                  <a:moveTo>
                    <a:pt x="1093476" y="791153"/>
                  </a:moveTo>
                  <a:lnTo>
                    <a:pt x="21375" y="791153"/>
                  </a:lnTo>
                  <a:cubicBezTo>
                    <a:pt x="10757" y="791153"/>
                    <a:pt x="2096" y="782491"/>
                    <a:pt x="2096" y="771873"/>
                  </a:cubicBezTo>
                  <a:lnTo>
                    <a:pt x="2096" y="21375"/>
                  </a:lnTo>
                  <a:cubicBezTo>
                    <a:pt x="2096" y="10757"/>
                    <a:pt x="10757" y="2096"/>
                    <a:pt x="21375" y="2096"/>
                  </a:cubicBezTo>
                  <a:lnTo>
                    <a:pt x="1093196" y="2096"/>
                  </a:lnTo>
                  <a:cubicBezTo>
                    <a:pt x="1103814" y="2096"/>
                    <a:pt x="1112475" y="10757"/>
                    <a:pt x="1112475" y="21375"/>
                  </a:cubicBezTo>
                  <a:lnTo>
                    <a:pt x="1112475" y="771873"/>
                  </a:lnTo>
                  <a:cubicBezTo>
                    <a:pt x="1112755" y="782491"/>
                    <a:pt x="1104093" y="791153"/>
                    <a:pt x="1093476" y="79115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BD74E0D-DC49-B34C-92B7-A71135E13E47}"/>
                </a:ext>
              </a:extLst>
            </p:cNvPr>
            <p:cNvSpPr/>
            <p:nvPr/>
          </p:nvSpPr>
          <p:spPr>
            <a:xfrm>
              <a:off x="1011077" y="2123006"/>
              <a:ext cx="1084115" cy="771175"/>
            </a:xfrm>
            <a:custGeom>
              <a:avLst/>
              <a:gdLst>
                <a:gd name="connsiteX0" fmla="*/ 1068049 w 1084115"/>
                <a:gd name="connsiteY0" fmla="*/ 770476 h 771174"/>
                <a:gd name="connsiteX1" fmla="*/ 17463 w 1084115"/>
                <a:gd name="connsiteY1" fmla="*/ 770476 h 771174"/>
                <a:gd name="connsiteX2" fmla="*/ 2096 w 1084115"/>
                <a:gd name="connsiteY2" fmla="*/ 755109 h 771174"/>
                <a:gd name="connsiteX3" fmla="*/ 2096 w 1084115"/>
                <a:gd name="connsiteY3" fmla="*/ 17463 h 771174"/>
                <a:gd name="connsiteX4" fmla="*/ 17463 w 1084115"/>
                <a:gd name="connsiteY4" fmla="*/ 2096 h 771174"/>
                <a:gd name="connsiteX5" fmla="*/ 1068049 w 1084115"/>
                <a:gd name="connsiteY5" fmla="*/ 2096 h 771174"/>
                <a:gd name="connsiteX6" fmla="*/ 1083417 w 1084115"/>
                <a:gd name="connsiteY6" fmla="*/ 17463 h 771174"/>
                <a:gd name="connsiteX7" fmla="*/ 1083417 w 1084115"/>
                <a:gd name="connsiteY7" fmla="*/ 755109 h 771174"/>
                <a:gd name="connsiteX8" fmla="*/ 1068049 w 1084115"/>
                <a:gd name="connsiteY8" fmla="*/ 770476 h 77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4115" h="771174">
                  <a:moveTo>
                    <a:pt x="1068049" y="770476"/>
                  </a:moveTo>
                  <a:lnTo>
                    <a:pt x="17463" y="770476"/>
                  </a:lnTo>
                  <a:cubicBezTo>
                    <a:pt x="9081" y="770476"/>
                    <a:pt x="2096" y="763491"/>
                    <a:pt x="2096" y="755109"/>
                  </a:cubicBezTo>
                  <a:lnTo>
                    <a:pt x="2096" y="17463"/>
                  </a:lnTo>
                  <a:cubicBezTo>
                    <a:pt x="2096" y="9081"/>
                    <a:pt x="9081" y="2096"/>
                    <a:pt x="17463" y="2096"/>
                  </a:cubicBezTo>
                  <a:lnTo>
                    <a:pt x="1068049" y="2096"/>
                  </a:lnTo>
                  <a:cubicBezTo>
                    <a:pt x="1076431" y="2096"/>
                    <a:pt x="1083417" y="9081"/>
                    <a:pt x="1083417" y="17463"/>
                  </a:cubicBezTo>
                  <a:lnTo>
                    <a:pt x="1083417" y="755109"/>
                  </a:lnTo>
                  <a:cubicBezTo>
                    <a:pt x="1083417" y="763491"/>
                    <a:pt x="1076431" y="770476"/>
                    <a:pt x="1068049" y="77047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9914282-CCA7-4248-8075-1A150E116519}"/>
                </a:ext>
              </a:extLst>
            </p:cNvPr>
            <p:cNvSpPr/>
            <p:nvPr/>
          </p:nvSpPr>
          <p:spPr>
            <a:xfrm>
              <a:off x="1057739" y="2159050"/>
              <a:ext cx="991910" cy="667793"/>
            </a:xfrm>
            <a:custGeom>
              <a:avLst/>
              <a:gdLst>
                <a:gd name="connsiteX0" fmla="*/ 980314 w 991909"/>
                <a:gd name="connsiteY0" fmla="*/ 666535 h 667792"/>
                <a:gd name="connsiteX1" fmla="*/ 11596 w 991909"/>
                <a:gd name="connsiteY1" fmla="*/ 666535 h 667792"/>
                <a:gd name="connsiteX2" fmla="*/ 2096 w 991909"/>
                <a:gd name="connsiteY2" fmla="*/ 657035 h 667792"/>
                <a:gd name="connsiteX3" fmla="*/ 2096 w 991909"/>
                <a:gd name="connsiteY3" fmla="*/ 11596 h 667792"/>
                <a:gd name="connsiteX4" fmla="*/ 11596 w 991909"/>
                <a:gd name="connsiteY4" fmla="*/ 2096 h 667792"/>
                <a:gd name="connsiteX5" fmla="*/ 980593 w 991909"/>
                <a:gd name="connsiteY5" fmla="*/ 2096 h 667792"/>
                <a:gd name="connsiteX6" fmla="*/ 990093 w 991909"/>
                <a:gd name="connsiteY6" fmla="*/ 11596 h 667792"/>
                <a:gd name="connsiteX7" fmla="*/ 990093 w 991909"/>
                <a:gd name="connsiteY7" fmla="*/ 657035 h 667792"/>
                <a:gd name="connsiteX8" fmla="*/ 980314 w 991909"/>
                <a:gd name="connsiteY8" fmla="*/ 666535 h 6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1909" h="667792">
                  <a:moveTo>
                    <a:pt x="980314" y="666535"/>
                  </a:moveTo>
                  <a:lnTo>
                    <a:pt x="11596" y="666535"/>
                  </a:lnTo>
                  <a:cubicBezTo>
                    <a:pt x="6287" y="666535"/>
                    <a:pt x="2096" y="662344"/>
                    <a:pt x="2096" y="657035"/>
                  </a:cubicBezTo>
                  <a:lnTo>
                    <a:pt x="2096" y="11596"/>
                  </a:lnTo>
                  <a:cubicBezTo>
                    <a:pt x="2096" y="6287"/>
                    <a:pt x="6287" y="2096"/>
                    <a:pt x="11596" y="2096"/>
                  </a:cubicBezTo>
                  <a:lnTo>
                    <a:pt x="980593" y="2096"/>
                  </a:lnTo>
                  <a:cubicBezTo>
                    <a:pt x="985902" y="2096"/>
                    <a:pt x="990093" y="6287"/>
                    <a:pt x="990093" y="11596"/>
                  </a:cubicBezTo>
                  <a:lnTo>
                    <a:pt x="990093" y="657035"/>
                  </a:lnTo>
                  <a:cubicBezTo>
                    <a:pt x="989814" y="662344"/>
                    <a:pt x="985623" y="666535"/>
                    <a:pt x="980314" y="666535"/>
                  </a:cubicBezTo>
                  <a:close/>
                </a:path>
              </a:pathLst>
            </a:custGeom>
            <a:solidFill>
              <a:srgbClr val="3F65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588D44E0-41CF-214A-B9A8-6CF75673B78A}"/>
                </a:ext>
              </a:extLst>
            </p:cNvPr>
            <p:cNvSpPr/>
            <p:nvPr/>
          </p:nvSpPr>
          <p:spPr>
            <a:xfrm>
              <a:off x="964136" y="2860931"/>
              <a:ext cx="1179115" cy="64265"/>
            </a:xfrm>
            <a:custGeom>
              <a:avLst/>
              <a:gdLst>
                <a:gd name="connsiteX0" fmla="*/ 7404 w 1179114"/>
                <a:gd name="connsiteY0" fmla="*/ 2096 h 64264"/>
                <a:gd name="connsiteX1" fmla="*/ 2096 w 1179114"/>
                <a:gd name="connsiteY1" fmla="*/ 21934 h 64264"/>
                <a:gd name="connsiteX2" fmla="*/ 43728 w 1179114"/>
                <a:gd name="connsiteY2" fmla="*/ 63566 h 64264"/>
                <a:gd name="connsiteX3" fmla="*/ 1135387 w 1179114"/>
                <a:gd name="connsiteY3" fmla="*/ 63566 h 64264"/>
                <a:gd name="connsiteX4" fmla="*/ 1177019 w 1179114"/>
                <a:gd name="connsiteY4" fmla="*/ 21934 h 64264"/>
                <a:gd name="connsiteX5" fmla="*/ 1171711 w 1179114"/>
                <a:gd name="connsiteY5" fmla="*/ 2096 h 64264"/>
                <a:gd name="connsiteX6" fmla="*/ 7404 w 1179114"/>
                <a:gd name="connsiteY6" fmla="*/ 2096 h 6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9114" h="64264">
                  <a:moveTo>
                    <a:pt x="7404" y="2096"/>
                  </a:moveTo>
                  <a:cubicBezTo>
                    <a:pt x="4331" y="7963"/>
                    <a:pt x="2096" y="14669"/>
                    <a:pt x="2096" y="21934"/>
                  </a:cubicBezTo>
                  <a:cubicBezTo>
                    <a:pt x="2096" y="44846"/>
                    <a:pt x="20816" y="63566"/>
                    <a:pt x="43728" y="63566"/>
                  </a:cubicBezTo>
                  <a:lnTo>
                    <a:pt x="1135387" y="63566"/>
                  </a:lnTo>
                  <a:cubicBezTo>
                    <a:pt x="1158299" y="63566"/>
                    <a:pt x="1177019" y="44846"/>
                    <a:pt x="1177019" y="21934"/>
                  </a:cubicBezTo>
                  <a:cubicBezTo>
                    <a:pt x="1177019" y="14669"/>
                    <a:pt x="1175064" y="7963"/>
                    <a:pt x="1171711" y="2096"/>
                  </a:cubicBezTo>
                  <a:lnTo>
                    <a:pt x="7404" y="2096"/>
                  </a:ln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435951FD-E7F8-2D4F-9FB3-7F89B773359F}"/>
                </a:ext>
              </a:extLst>
            </p:cNvPr>
            <p:cNvSpPr/>
            <p:nvPr/>
          </p:nvSpPr>
          <p:spPr>
            <a:xfrm>
              <a:off x="969445" y="2900328"/>
              <a:ext cx="1167939" cy="25147"/>
            </a:xfrm>
            <a:custGeom>
              <a:avLst/>
              <a:gdLst>
                <a:gd name="connsiteX0" fmla="*/ 2096 w 1167938"/>
                <a:gd name="connsiteY0" fmla="*/ 2096 h 25147"/>
                <a:gd name="connsiteX1" fmla="*/ 38698 w 1167938"/>
                <a:gd name="connsiteY1" fmla="*/ 23890 h 25147"/>
                <a:gd name="connsiteX2" fmla="*/ 1130358 w 1167938"/>
                <a:gd name="connsiteY2" fmla="*/ 23890 h 25147"/>
                <a:gd name="connsiteX3" fmla="*/ 1166961 w 1167938"/>
                <a:gd name="connsiteY3" fmla="*/ 2096 h 25147"/>
                <a:gd name="connsiteX4" fmla="*/ 2096 w 1167938"/>
                <a:gd name="connsiteY4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938" h="25147">
                  <a:moveTo>
                    <a:pt x="2096" y="2096"/>
                  </a:moveTo>
                  <a:cubicBezTo>
                    <a:pt x="9081" y="15228"/>
                    <a:pt x="22772" y="23890"/>
                    <a:pt x="38698" y="23890"/>
                  </a:cubicBezTo>
                  <a:lnTo>
                    <a:pt x="1130358" y="23890"/>
                  </a:lnTo>
                  <a:cubicBezTo>
                    <a:pt x="1146284" y="23890"/>
                    <a:pt x="1159696" y="14949"/>
                    <a:pt x="1166961" y="2096"/>
                  </a:cubicBezTo>
                  <a:lnTo>
                    <a:pt x="2096" y="2096"/>
                  </a:lnTo>
                  <a:close/>
                </a:path>
              </a:pathLst>
            </a:custGeom>
            <a:solidFill>
              <a:srgbClr val="C9D6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20A84157-81B5-D948-9393-486411CD9956}"/>
                </a:ext>
              </a:extLst>
            </p:cNvPr>
            <p:cNvSpPr/>
            <p:nvPr/>
          </p:nvSpPr>
          <p:spPr>
            <a:xfrm>
              <a:off x="1316194" y="2112668"/>
              <a:ext cx="793528" cy="516911"/>
            </a:xfrm>
            <a:custGeom>
              <a:avLst/>
              <a:gdLst>
                <a:gd name="connsiteX0" fmla="*/ 743094 w 793527"/>
                <a:gd name="connsiteY0" fmla="*/ 2096 h 516910"/>
                <a:gd name="connsiteX1" fmla="*/ 2096 w 793527"/>
                <a:gd name="connsiteY1" fmla="*/ 2096 h 516910"/>
                <a:gd name="connsiteX2" fmla="*/ 2096 w 793527"/>
                <a:gd name="connsiteY2" fmla="*/ 497492 h 516910"/>
                <a:gd name="connsiteX3" fmla="*/ 21934 w 793527"/>
                <a:gd name="connsiteY3" fmla="*/ 517330 h 516910"/>
                <a:gd name="connsiteX4" fmla="*/ 792829 w 793527"/>
                <a:gd name="connsiteY4" fmla="*/ 517330 h 516910"/>
                <a:gd name="connsiteX5" fmla="*/ 792829 w 793527"/>
                <a:gd name="connsiteY5" fmla="*/ 51831 h 516910"/>
                <a:gd name="connsiteX6" fmla="*/ 743094 w 793527"/>
                <a:gd name="connsiteY6" fmla="*/ 2096 h 51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3527" h="516910">
                  <a:moveTo>
                    <a:pt x="743094" y="2096"/>
                  </a:moveTo>
                  <a:lnTo>
                    <a:pt x="2096" y="2096"/>
                  </a:lnTo>
                  <a:lnTo>
                    <a:pt x="2096" y="497492"/>
                  </a:lnTo>
                  <a:cubicBezTo>
                    <a:pt x="2096" y="508389"/>
                    <a:pt x="11037" y="517330"/>
                    <a:pt x="21934" y="517330"/>
                  </a:cubicBezTo>
                  <a:lnTo>
                    <a:pt x="792829" y="517330"/>
                  </a:lnTo>
                  <a:lnTo>
                    <a:pt x="792829" y="51831"/>
                  </a:lnTo>
                  <a:cubicBezTo>
                    <a:pt x="792829" y="24448"/>
                    <a:pt x="770476" y="2096"/>
                    <a:pt x="743094" y="2096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92419FD1-8019-DA40-AD3C-1CBC1AF4BE41}"/>
                </a:ext>
              </a:extLst>
            </p:cNvPr>
            <p:cNvSpPr/>
            <p:nvPr/>
          </p:nvSpPr>
          <p:spPr>
            <a:xfrm>
              <a:off x="1343297" y="2055109"/>
              <a:ext cx="871763" cy="553234"/>
            </a:xfrm>
            <a:custGeom>
              <a:avLst/>
              <a:gdLst>
                <a:gd name="connsiteX0" fmla="*/ 862123 w 871762"/>
                <a:gd name="connsiteY0" fmla="*/ 552536 h 553234"/>
                <a:gd name="connsiteX1" fmla="*/ 9919 w 871762"/>
                <a:gd name="connsiteY1" fmla="*/ 552536 h 553234"/>
                <a:gd name="connsiteX2" fmla="*/ 2096 w 871762"/>
                <a:gd name="connsiteY2" fmla="*/ 544712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53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536"/>
                  </a:moveTo>
                  <a:lnTo>
                    <a:pt x="9919" y="552536"/>
                  </a:lnTo>
                  <a:cubicBezTo>
                    <a:pt x="5728" y="552536"/>
                    <a:pt x="2096" y="549183"/>
                    <a:pt x="2096" y="544712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536"/>
                    <a:pt x="862123" y="552536"/>
                  </a:cubicBezTo>
                  <a:close/>
                </a:path>
              </a:pathLst>
            </a:custGeom>
            <a:solidFill>
              <a:srgbClr val="E4E9F7">
                <a:alpha val="21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F0F38A09-687E-2546-8B80-D7521B44EBDE}"/>
                </a:ext>
              </a:extLst>
            </p:cNvPr>
            <p:cNvSpPr/>
            <p:nvPr/>
          </p:nvSpPr>
          <p:spPr>
            <a:xfrm>
              <a:off x="1377944" y="2017947"/>
              <a:ext cx="871763" cy="553234"/>
            </a:xfrm>
            <a:custGeom>
              <a:avLst/>
              <a:gdLst>
                <a:gd name="connsiteX0" fmla="*/ 862123 w 871762"/>
                <a:gd name="connsiteY0" fmla="*/ 552256 h 553234"/>
                <a:gd name="connsiteX1" fmla="*/ 9919 w 871762"/>
                <a:gd name="connsiteY1" fmla="*/ 552256 h 553234"/>
                <a:gd name="connsiteX2" fmla="*/ 2096 w 871762"/>
                <a:gd name="connsiteY2" fmla="*/ 544433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25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256"/>
                  </a:moveTo>
                  <a:lnTo>
                    <a:pt x="9919" y="552256"/>
                  </a:lnTo>
                  <a:cubicBezTo>
                    <a:pt x="5728" y="552256"/>
                    <a:pt x="2096" y="548903"/>
                    <a:pt x="2096" y="544433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256"/>
                    <a:pt x="862123" y="552256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3FE59203-EAEE-8B4C-8566-64B80C50B7B5}"/>
                </a:ext>
              </a:extLst>
            </p:cNvPr>
            <p:cNvSpPr/>
            <p:nvPr/>
          </p:nvSpPr>
          <p:spPr>
            <a:xfrm>
              <a:off x="1117533" y="2275844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97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0FC1DC2B-0B54-744B-886F-FC529D6AF2AC}"/>
                </a:ext>
              </a:extLst>
            </p:cNvPr>
            <p:cNvSpPr/>
            <p:nvPr/>
          </p:nvSpPr>
          <p:spPr>
            <a:xfrm>
              <a:off x="1111106" y="2446843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BD4621-FA62-444E-9788-572B10E09AC2}"/>
                </a:ext>
              </a:extLst>
            </p:cNvPr>
            <p:cNvSpPr/>
            <p:nvPr/>
          </p:nvSpPr>
          <p:spPr>
            <a:xfrm>
              <a:off x="1111106" y="2614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7E2B421C-002C-6C4F-9499-86B2DCDF9AFE}"/>
                </a:ext>
              </a:extLst>
            </p:cNvPr>
            <p:cNvSpPr/>
            <p:nvPr/>
          </p:nvSpPr>
          <p:spPr>
            <a:xfrm>
              <a:off x="1138328" y="2633211"/>
              <a:ext cx="55882" cy="81029"/>
            </a:xfrm>
            <a:custGeom>
              <a:avLst/>
              <a:gdLst>
                <a:gd name="connsiteX0" fmla="*/ 55904 w 55882"/>
                <a:gd name="connsiteY0" fmla="*/ 28919 h 81029"/>
                <a:gd name="connsiteX1" fmla="*/ 29080 w 55882"/>
                <a:gd name="connsiteY1" fmla="*/ 2096 h 81029"/>
                <a:gd name="connsiteX2" fmla="*/ 2257 w 55882"/>
                <a:gd name="connsiteY2" fmla="*/ 28919 h 81029"/>
                <a:gd name="connsiteX3" fmla="*/ 29080 w 55882"/>
                <a:gd name="connsiteY3" fmla="*/ 79772 h 81029"/>
                <a:gd name="connsiteX4" fmla="*/ 55904 w 55882"/>
                <a:gd name="connsiteY4" fmla="*/ 28919 h 8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82" h="81029">
                  <a:moveTo>
                    <a:pt x="55904" y="28919"/>
                  </a:moveTo>
                  <a:cubicBezTo>
                    <a:pt x="55904" y="14110"/>
                    <a:pt x="43889" y="2096"/>
                    <a:pt x="29080" y="2096"/>
                  </a:cubicBezTo>
                  <a:cubicBezTo>
                    <a:pt x="14271" y="2096"/>
                    <a:pt x="2257" y="14110"/>
                    <a:pt x="2257" y="28919"/>
                  </a:cubicBezTo>
                  <a:cubicBezTo>
                    <a:pt x="2257" y="28919"/>
                    <a:pt x="-1655" y="57419"/>
                    <a:pt x="29080" y="79772"/>
                  </a:cubicBezTo>
                  <a:cubicBezTo>
                    <a:pt x="59536" y="57419"/>
                    <a:pt x="55904" y="28919"/>
                    <a:pt x="55904" y="2891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C005A19B-834E-D44B-9EDE-11EFAE17F532}"/>
                </a:ext>
              </a:extLst>
            </p:cNvPr>
            <p:cNvSpPr/>
            <p:nvPr/>
          </p:nvSpPr>
          <p:spPr>
            <a:xfrm>
              <a:off x="1145703" y="2640425"/>
              <a:ext cx="41912" cy="41912"/>
            </a:xfrm>
            <a:custGeom>
              <a:avLst/>
              <a:gdLst>
                <a:gd name="connsiteX0" fmla="*/ 23102 w 41911"/>
                <a:gd name="connsiteY0" fmla="*/ 40984 h 41911"/>
                <a:gd name="connsiteX1" fmla="*/ 2146 w 41911"/>
                <a:gd name="connsiteY1" fmla="*/ 20028 h 41911"/>
                <a:gd name="connsiteX2" fmla="*/ 20028 w 41911"/>
                <a:gd name="connsiteY2" fmla="*/ 2146 h 41911"/>
                <a:gd name="connsiteX3" fmla="*/ 40984 w 41911"/>
                <a:gd name="connsiteY3" fmla="*/ 23102 h 41911"/>
                <a:gd name="connsiteX4" fmla="*/ 23102 w 41911"/>
                <a:gd name="connsiteY4" fmla="*/ 40984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11" h="41911">
                  <a:moveTo>
                    <a:pt x="23102" y="40984"/>
                  </a:moveTo>
                  <a:cubicBezTo>
                    <a:pt x="11087" y="41822"/>
                    <a:pt x="1308" y="32043"/>
                    <a:pt x="2146" y="20028"/>
                  </a:cubicBezTo>
                  <a:cubicBezTo>
                    <a:pt x="2984" y="10528"/>
                    <a:pt x="10528" y="2984"/>
                    <a:pt x="20028" y="2146"/>
                  </a:cubicBezTo>
                  <a:cubicBezTo>
                    <a:pt x="32043" y="1308"/>
                    <a:pt x="41822" y="11087"/>
                    <a:pt x="40984" y="23102"/>
                  </a:cubicBezTo>
                  <a:cubicBezTo>
                    <a:pt x="40146" y="32602"/>
                    <a:pt x="32602" y="40425"/>
                    <a:pt x="23102" y="40984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E3EDEF70-9C7F-F94D-BA47-F55D0D263FEC}"/>
                </a:ext>
              </a:extLst>
            </p:cNvPr>
            <p:cNvSpPr/>
            <p:nvPr/>
          </p:nvSpPr>
          <p:spPr>
            <a:xfrm>
              <a:off x="1127592" y="2466961"/>
              <a:ext cx="78235" cy="78235"/>
            </a:xfrm>
            <a:custGeom>
              <a:avLst/>
              <a:gdLst>
                <a:gd name="connsiteX0" fmla="*/ 76419 w 78235"/>
                <a:gd name="connsiteY0" fmla="*/ 39257 h 78235"/>
                <a:gd name="connsiteX1" fmla="*/ 39257 w 78235"/>
                <a:gd name="connsiteY1" fmla="*/ 76419 h 78235"/>
                <a:gd name="connsiteX2" fmla="*/ 2096 w 78235"/>
                <a:gd name="connsiteY2" fmla="*/ 39257 h 78235"/>
                <a:gd name="connsiteX3" fmla="*/ 39257 w 78235"/>
                <a:gd name="connsiteY3" fmla="*/ 2096 h 78235"/>
                <a:gd name="connsiteX4" fmla="*/ 76419 w 78235"/>
                <a:gd name="connsiteY4" fmla="*/ 39257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5" h="78235">
                  <a:moveTo>
                    <a:pt x="76419" y="39257"/>
                  </a:moveTo>
                  <a:cubicBezTo>
                    <a:pt x="76419" y="59654"/>
                    <a:pt x="59934" y="76419"/>
                    <a:pt x="39257" y="76419"/>
                  </a:cubicBezTo>
                  <a:cubicBezTo>
                    <a:pt x="18581" y="76419"/>
                    <a:pt x="2096" y="59934"/>
                    <a:pt x="2096" y="39257"/>
                  </a:cubicBezTo>
                  <a:cubicBezTo>
                    <a:pt x="2096" y="18860"/>
                    <a:pt x="18581" y="2096"/>
                    <a:pt x="39257" y="2096"/>
                  </a:cubicBezTo>
                  <a:cubicBezTo>
                    <a:pt x="59934" y="2096"/>
                    <a:pt x="76419" y="18860"/>
                    <a:pt x="76419" y="39257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5C01A711-91F5-EA4F-AE75-75D4175E7CFA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34B4CC03-BBD0-A646-87B2-153689C33201}"/>
                </a:ext>
              </a:extLst>
            </p:cNvPr>
            <p:cNvSpPr/>
            <p:nvPr/>
          </p:nvSpPr>
          <p:spPr>
            <a:xfrm>
              <a:off x="1133666" y="2471990"/>
              <a:ext cx="64265" cy="27941"/>
            </a:xfrm>
            <a:custGeom>
              <a:avLst/>
              <a:gdLst>
                <a:gd name="connsiteX0" fmla="*/ 33183 w 64264"/>
                <a:gd name="connsiteY0" fmla="*/ 4331 h 27941"/>
                <a:gd name="connsiteX1" fmla="*/ 61962 w 64264"/>
                <a:gd name="connsiteY1" fmla="*/ 25846 h 27941"/>
                <a:gd name="connsiteX2" fmla="*/ 63080 w 64264"/>
                <a:gd name="connsiteY2" fmla="*/ 26684 h 27941"/>
                <a:gd name="connsiteX3" fmla="*/ 63080 w 64264"/>
                <a:gd name="connsiteY3" fmla="*/ 26684 h 27941"/>
                <a:gd name="connsiteX4" fmla="*/ 64198 w 64264"/>
                <a:gd name="connsiteY4" fmla="*/ 25287 h 27941"/>
                <a:gd name="connsiteX5" fmla="*/ 33183 w 64264"/>
                <a:gd name="connsiteY5" fmla="*/ 2096 h 27941"/>
                <a:gd name="connsiteX6" fmla="*/ 2168 w 64264"/>
                <a:gd name="connsiteY6" fmla="*/ 25287 h 27941"/>
                <a:gd name="connsiteX7" fmla="*/ 3286 w 64264"/>
                <a:gd name="connsiteY7" fmla="*/ 26684 h 27941"/>
                <a:gd name="connsiteX8" fmla="*/ 3286 w 64264"/>
                <a:gd name="connsiteY8" fmla="*/ 26684 h 27941"/>
                <a:gd name="connsiteX9" fmla="*/ 4404 w 64264"/>
                <a:gd name="connsiteY9" fmla="*/ 25846 h 27941"/>
                <a:gd name="connsiteX10" fmla="*/ 33183 w 64264"/>
                <a:gd name="connsiteY10" fmla="*/ 4331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7941">
                  <a:moveTo>
                    <a:pt x="33183" y="4331"/>
                  </a:moveTo>
                  <a:cubicBezTo>
                    <a:pt x="46874" y="4331"/>
                    <a:pt x="58050" y="13272"/>
                    <a:pt x="61962" y="25846"/>
                  </a:cubicBezTo>
                  <a:cubicBezTo>
                    <a:pt x="62242" y="26404"/>
                    <a:pt x="62521" y="26684"/>
                    <a:pt x="63080" y="26684"/>
                  </a:cubicBezTo>
                  <a:lnTo>
                    <a:pt x="63080" y="26684"/>
                  </a:lnTo>
                  <a:cubicBezTo>
                    <a:pt x="63918" y="26684"/>
                    <a:pt x="64477" y="25846"/>
                    <a:pt x="64198" y="25287"/>
                  </a:cubicBezTo>
                  <a:cubicBezTo>
                    <a:pt x="60286" y="11875"/>
                    <a:pt x="47992" y="2096"/>
                    <a:pt x="33183" y="2096"/>
                  </a:cubicBezTo>
                  <a:cubicBezTo>
                    <a:pt x="18654" y="2096"/>
                    <a:pt x="6080" y="11875"/>
                    <a:pt x="2168" y="25287"/>
                  </a:cubicBezTo>
                  <a:cubicBezTo>
                    <a:pt x="1889" y="26125"/>
                    <a:pt x="2448" y="26684"/>
                    <a:pt x="3286" y="26684"/>
                  </a:cubicBezTo>
                  <a:lnTo>
                    <a:pt x="3286" y="26684"/>
                  </a:lnTo>
                  <a:cubicBezTo>
                    <a:pt x="3845" y="26684"/>
                    <a:pt x="4404" y="26404"/>
                    <a:pt x="4404" y="25846"/>
                  </a:cubicBezTo>
                  <a:cubicBezTo>
                    <a:pt x="8036" y="13272"/>
                    <a:pt x="19492" y="4331"/>
                    <a:pt x="33183" y="4331"/>
                  </a:cubicBezTo>
                  <a:close/>
                </a:path>
              </a:pathLst>
            </a:custGeom>
            <a:solidFill>
              <a:srgbClr val="A488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94DBA09-C985-254B-BC48-7797842493B1}"/>
                </a:ext>
              </a:extLst>
            </p:cNvPr>
            <p:cNvSpPr/>
            <p:nvPr/>
          </p:nvSpPr>
          <p:spPr>
            <a:xfrm>
              <a:off x="1127841" y="2504961"/>
              <a:ext cx="75441" cy="39118"/>
            </a:xfrm>
            <a:custGeom>
              <a:avLst/>
              <a:gdLst>
                <a:gd name="connsiteX0" fmla="*/ 72258 w 75441"/>
                <a:gd name="connsiteY0" fmla="*/ 2096 h 39117"/>
                <a:gd name="connsiteX1" fmla="*/ 68626 w 75441"/>
                <a:gd name="connsiteY1" fmla="*/ 5169 h 39117"/>
                <a:gd name="connsiteX2" fmla="*/ 39008 w 75441"/>
                <a:gd name="connsiteY2" fmla="*/ 31154 h 39117"/>
                <a:gd name="connsiteX3" fmla="*/ 9391 w 75441"/>
                <a:gd name="connsiteY3" fmla="*/ 5169 h 39117"/>
                <a:gd name="connsiteX4" fmla="*/ 5758 w 75441"/>
                <a:gd name="connsiteY4" fmla="*/ 2096 h 39117"/>
                <a:gd name="connsiteX5" fmla="*/ 5758 w 75441"/>
                <a:gd name="connsiteY5" fmla="*/ 2096 h 39117"/>
                <a:gd name="connsiteX6" fmla="*/ 2126 w 75441"/>
                <a:gd name="connsiteY6" fmla="*/ 6007 h 39117"/>
                <a:gd name="connsiteX7" fmla="*/ 39008 w 75441"/>
                <a:gd name="connsiteY7" fmla="*/ 38140 h 39117"/>
                <a:gd name="connsiteX8" fmla="*/ 75891 w 75441"/>
                <a:gd name="connsiteY8" fmla="*/ 6007 h 39117"/>
                <a:gd name="connsiteX9" fmla="*/ 72258 w 75441"/>
                <a:gd name="connsiteY9" fmla="*/ 2096 h 39117"/>
                <a:gd name="connsiteX10" fmla="*/ 72258 w 75441"/>
                <a:gd name="connsiteY10" fmla="*/ 2096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441" h="39117">
                  <a:moveTo>
                    <a:pt x="72258" y="2096"/>
                  </a:moveTo>
                  <a:cubicBezTo>
                    <a:pt x="70582" y="2096"/>
                    <a:pt x="68905" y="3493"/>
                    <a:pt x="68626" y="5169"/>
                  </a:cubicBezTo>
                  <a:cubicBezTo>
                    <a:pt x="66670" y="19699"/>
                    <a:pt x="54097" y="31154"/>
                    <a:pt x="39008" y="31154"/>
                  </a:cubicBezTo>
                  <a:cubicBezTo>
                    <a:pt x="23920" y="31154"/>
                    <a:pt x="11347" y="19978"/>
                    <a:pt x="9391" y="5169"/>
                  </a:cubicBezTo>
                  <a:cubicBezTo>
                    <a:pt x="9111" y="3493"/>
                    <a:pt x="7714" y="2096"/>
                    <a:pt x="5758" y="2096"/>
                  </a:cubicBezTo>
                  <a:lnTo>
                    <a:pt x="5758" y="2096"/>
                  </a:lnTo>
                  <a:cubicBezTo>
                    <a:pt x="3523" y="2096"/>
                    <a:pt x="1847" y="4051"/>
                    <a:pt x="2126" y="6007"/>
                  </a:cubicBezTo>
                  <a:cubicBezTo>
                    <a:pt x="4641" y="24169"/>
                    <a:pt x="20008" y="38140"/>
                    <a:pt x="39008" y="38140"/>
                  </a:cubicBezTo>
                  <a:cubicBezTo>
                    <a:pt x="57729" y="38140"/>
                    <a:pt x="73376" y="24169"/>
                    <a:pt x="75891" y="6007"/>
                  </a:cubicBezTo>
                  <a:cubicBezTo>
                    <a:pt x="75891" y="4051"/>
                    <a:pt x="74214" y="2096"/>
                    <a:pt x="72258" y="2096"/>
                  </a:cubicBezTo>
                  <a:lnTo>
                    <a:pt x="72258" y="2096"/>
                  </a:lnTo>
                  <a:close/>
                </a:path>
              </a:pathLst>
            </a:custGeom>
            <a:solidFill>
              <a:srgbClr val="6056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99EFCD95-E21C-964C-88BB-5FA466B906BC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7A11307A-6D00-D342-8263-A5BAEE1B0B1B}"/>
                </a:ext>
              </a:extLst>
            </p:cNvPr>
            <p:cNvSpPr/>
            <p:nvPr/>
          </p:nvSpPr>
          <p:spPr>
            <a:xfrm>
              <a:off x="1134504" y="2513623"/>
              <a:ext cx="64265" cy="25147"/>
            </a:xfrm>
            <a:custGeom>
              <a:avLst/>
              <a:gdLst>
                <a:gd name="connsiteX0" fmla="*/ 61403 w 64264"/>
                <a:gd name="connsiteY0" fmla="*/ 2096 h 25147"/>
                <a:gd name="connsiteX1" fmla="*/ 60286 w 64264"/>
                <a:gd name="connsiteY1" fmla="*/ 2934 h 25147"/>
                <a:gd name="connsiteX2" fmla="*/ 32345 w 64264"/>
                <a:gd name="connsiteY2" fmla="*/ 22493 h 25147"/>
                <a:gd name="connsiteX3" fmla="*/ 4404 w 64264"/>
                <a:gd name="connsiteY3" fmla="*/ 2934 h 25147"/>
                <a:gd name="connsiteX4" fmla="*/ 3286 w 64264"/>
                <a:gd name="connsiteY4" fmla="*/ 2096 h 25147"/>
                <a:gd name="connsiteX5" fmla="*/ 3286 w 64264"/>
                <a:gd name="connsiteY5" fmla="*/ 2096 h 25147"/>
                <a:gd name="connsiteX6" fmla="*/ 2168 w 64264"/>
                <a:gd name="connsiteY6" fmla="*/ 3772 h 25147"/>
                <a:gd name="connsiteX7" fmla="*/ 32345 w 64264"/>
                <a:gd name="connsiteY7" fmla="*/ 24728 h 25147"/>
                <a:gd name="connsiteX8" fmla="*/ 62521 w 64264"/>
                <a:gd name="connsiteY8" fmla="*/ 3772 h 25147"/>
                <a:gd name="connsiteX9" fmla="*/ 61403 w 64264"/>
                <a:gd name="connsiteY9" fmla="*/ 2096 h 25147"/>
                <a:gd name="connsiteX10" fmla="*/ 61403 w 64264"/>
                <a:gd name="connsiteY10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5147">
                  <a:moveTo>
                    <a:pt x="61403" y="2096"/>
                  </a:moveTo>
                  <a:cubicBezTo>
                    <a:pt x="60845" y="2096"/>
                    <a:pt x="60565" y="2375"/>
                    <a:pt x="60286" y="2934"/>
                  </a:cubicBezTo>
                  <a:cubicBezTo>
                    <a:pt x="56095" y="14390"/>
                    <a:pt x="45198" y="22493"/>
                    <a:pt x="32345" y="22493"/>
                  </a:cubicBezTo>
                  <a:cubicBezTo>
                    <a:pt x="19492" y="22493"/>
                    <a:pt x="8595" y="14390"/>
                    <a:pt x="4404" y="2934"/>
                  </a:cubicBezTo>
                  <a:cubicBezTo>
                    <a:pt x="4124" y="2375"/>
                    <a:pt x="3845" y="2096"/>
                    <a:pt x="3286" y="2096"/>
                  </a:cubicBezTo>
                  <a:lnTo>
                    <a:pt x="3286" y="2096"/>
                  </a:lnTo>
                  <a:cubicBezTo>
                    <a:pt x="2448" y="2096"/>
                    <a:pt x="1889" y="2934"/>
                    <a:pt x="2168" y="3772"/>
                  </a:cubicBezTo>
                  <a:cubicBezTo>
                    <a:pt x="6639" y="16066"/>
                    <a:pt x="18654" y="24728"/>
                    <a:pt x="32345" y="24728"/>
                  </a:cubicBezTo>
                  <a:cubicBezTo>
                    <a:pt x="46315" y="24728"/>
                    <a:pt x="58050" y="16066"/>
                    <a:pt x="62521" y="3772"/>
                  </a:cubicBezTo>
                  <a:cubicBezTo>
                    <a:pt x="62800" y="2934"/>
                    <a:pt x="62242" y="2096"/>
                    <a:pt x="61403" y="2096"/>
                  </a:cubicBezTo>
                  <a:lnTo>
                    <a:pt x="61403" y="2096"/>
                  </a:ln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34C1A12A-0CD5-8E4D-8E13-B3B89EE6EB62}"/>
                </a:ext>
              </a:extLst>
            </p:cNvPr>
            <p:cNvSpPr/>
            <p:nvPr/>
          </p:nvSpPr>
          <p:spPr>
            <a:xfrm>
              <a:off x="1163356" y="2482887"/>
              <a:ext cx="5588" cy="27941"/>
            </a:xfrm>
            <a:custGeom>
              <a:avLst/>
              <a:gdLst>
                <a:gd name="connsiteX0" fmla="*/ 3493 w 5588"/>
                <a:gd name="connsiteY0" fmla="*/ 25846 h 27941"/>
                <a:gd name="connsiteX1" fmla="*/ 3493 w 5588"/>
                <a:gd name="connsiteY1" fmla="*/ 25846 h 27941"/>
                <a:gd name="connsiteX2" fmla="*/ 2096 w 5588"/>
                <a:gd name="connsiteY2" fmla="*/ 24448 h 27941"/>
                <a:gd name="connsiteX3" fmla="*/ 2096 w 5588"/>
                <a:gd name="connsiteY3" fmla="*/ 3493 h 27941"/>
                <a:gd name="connsiteX4" fmla="*/ 3493 w 5588"/>
                <a:gd name="connsiteY4" fmla="*/ 2096 h 27941"/>
                <a:gd name="connsiteX5" fmla="*/ 3493 w 5588"/>
                <a:gd name="connsiteY5" fmla="*/ 2096 h 27941"/>
                <a:gd name="connsiteX6" fmla="*/ 4890 w 5588"/>
                <a:gd name="connsiteY6" fmla="*/ 3493 h 27941"/>
                <a:gd name="connsiteX7" fmla="*/ 4890 w 5588"/>
                <a:gd name="connsiteY7" fmla="*/ 24448 h 27941"/>
                <a:gd name="connsiteX8" fmla="*/ 3493 w 5588"/>
                <a:gd name="connsiteY8" fmla="*/ 25846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" h="27941">
                  <a:moveTo>
                    <a:pt x="3493" y="25846"/>
                  </a:moveTo>
                  <a:lnTo>
                    <a:pt x="3493" y="25846"/>
                  </a:lnTo>
                  <a:cubicBezTo>
                    <a:pt x="2654" y="25846"/>
                    <a:pt x="2096" y="25287"/>
                    <a:pt x="2096" y="24448"/>
                  </a:cubicBezTo>
                  <a:lnTo>
                    <a:pt x="2096" y="3493"/>
                  </a:lnTo>
                  <a:cubicBezTo>
                    <a:pt x="2096" y="2654"/>
                    <a:pt x="2654" y="2096"/>
                    <a:pt x="3493" y="2096"/>
                  </a:cubicBezTo>
                  <a:lnTo>
                    <a:pt x="3493" y="2096"/>
                  </a:lnTo>
                  <a:cubicBezTo>
                    <a:pt x="4331" y="2096"/>
                    <a:pt x="4890" y="2654"/>
                    <a:pt x="4890" y="3493"/>
                  </a:cubicBezTo>
                  <a:lnTo>
                    <a:pt x="4890" y="24448"/>
                  </a:lnTo>
                  <a:cubicBezTo>
                    <a:pt x="4890" y="25287"/>
                    <a:pt x="4051" y="25846"/>
                    <a:pt x="3493" y="2584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DA03D94E-9007-1E40-8892-116B5C0D2678}"/>
                </a:ext>
              </a:extLst>
            </p:cNvPr>
            <p:cNvSpPr/>
            <p:nvPr/>
          </p:nvSpPr>
          <p:spPr>
            <a:xfrm>
              <a:off x="1163246" y="2503939"/>
              <a:ext cx="19559" cy="16765"/>
            </a:xfrm>
            <a:custGeom>
              <a:avLst/>
              <a:gdLst>
                <a:gd name="connsiteX0" fmla="*/ 2485 w 19558"/>
                <a:gd name="connsiteY0" fmla="*/ 2559 h 16764"/>
                <a:gd name="connsiteX1" fmla="*/ 2485 w 19558"/>
                <a:gd name="connsiteY1" fmla="*/ 2559 h 16764"/>
                <a:gd name="connsiteX2" fmla="*/ 4441 w 19558"/>
                <a:gd name="connsiteY2" fmla="*/ 2279 h 16764"/>
                <a:gd name="connsiteX3" fmla="*/ 17294 w 19558"/>
                <a:gd name="connsiteY3" fmla="*/ 13176 h 16764"/>
                <a:gd name="connsiteX4" fmla="*/ 17573 w 19558"/>
                <a:gd name="connsiteY4" fmla="*/ 15132 h 16764"/>
                <a:gd name="connsiteX5" fmla="*/ 17573 w 19558"/>
                <a:gd name="connsiteY5" fmla="*/ 15132 h 16764"/>
                <a:gd name="connsiteX6" fmla="*/ 15617 w 19558"/>
                <a:gd name="connsiteY6" fmla="*/ 15411 h 16764"/>
                <a:gd name="connsiteX7" fmla="*/ 2764 w 19558"/>
                <a:gd name="connsiteY7" fmla="*/ 4514 h 16764"/>
                <a:gd name="connsiteX8" fmla="*/ 2485 w 19558"/>
                <a:gd name="connsiteY8" fmla="*/ 2559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58" h="16764">
                  <a:moveTo>
                    <a:pt x="2485" y="2559"/>
                  </a:moveTo>
                  <a:lnTo>
                    <a:pt x="2485" y="2559"/>
                  </a:lnTo>
                  <a:cubicBezTo>
                    <a:pt x="3044" y="2000"/>
                    <a:pt x="3882" y="2000"/>
                    <a:pt x="4441" y="2279"/>
                  </a:cubicBezTo>
                  <a:lnTo>
                    <a:pt x="17294" y="13176"/>
                  </a:lnTo>
                  <a:cubicBezTo>
                    <a:pt x="17853" y="13735"/>
                    <a:pt x="17853" y="14573"/>
                    <a:pt x="17573" y="15132"/>
                  </a:cubicBezTo>
                  <a:lnTo>
                    <a:pt x="17573" y="15132"/>
                  </a:lnTo>
                  <a:cubicBezTo>
                    <a:pt x="17014" y="15691"/>
                    <a:pt x="16176" y="15691"/>
                    <a:pt x="15617" y="15411"/>
                  </a:cubicBezTo>
                  <a:lnTo>
                    <a:pt x="2764" y="4514"/>
                  </a:lnTo>
                  <a:cubicBezTo>
                    <a:pt x="1926" y="4235"/>
                    <a:pt x="1926" y="3397"/>
                    <a:pt x="2485" y="255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F072B124-3C8A-D544-B322-353BD9AD9A72}"/>
                </a:ext>
              </a:extLst>
            </p:cNvPr>
            <p:cNvSpPr/>
            <p:nvPr/>
          </p:nvSpPr>
          <p:spPr>
            <a:xfrm>
              <a:off x="1163915" y="2476182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64D9636-C020-8049-8043-4F356A9205F0}"/>
                </a:ext>
              </a:extLst>
            </p:cNvPr>
            <p:cNvSpPr/>
            <p:nvPr/>
          </p:nvSpPr>
          <p:spPr>
            <a:xfrm>
              <a:off x="1163915" y="2528711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12D677C1-F5C0-1D41-930A-71124C522276}"/>
                </a:ext>
              </a:extLst>
            </p:cNvPr>
            <p:cNvSpPr/>
            <p:nvPr/>
          </p:nvSpPr>
          <p:spPr>
            <a:xfrm>
              <a:off x="1136779" y="2503289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7182B564-B006-C943-910C-C568AA680C31}"/>
                </a:ext>
              </a:extLst>
            </p:cNvPr>
            <p:cNvSpPr/>
            <p:nvPr/>
          </p:nvSpPr>
          <p:spPr>
            <a:xfrm>
              <a:off x="1189182" y="2503163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5847457F-8111-CD4D-B87B-F9A62E68D389}"/>
                </a:ext>
              </a:extLst>
            </p:cNvPr>
            <p:cNvSpPr/>
            <p:nvPr/>
          </p:nvSpPr>
          <p:spPr>
            <a:xfrm>
              <a:off x="1143577" y="2483212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29 w 8382"/>
                <a:gd name="connsiteY2" fmla="*/ 4940 h 8382"/>
                <a:gd name="connsiteX3" fmla="*/ 4938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29" y="4940"/>
                  </a:lnTo>
                  <a:lnTo>
                    <a:pt x="4938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D5156083-8E31-6340-B0B1-73DECC55B6D9}"/>
                </a:ext>
              </a:extLst>
            </p:cNvPr>
            <p:cNvSpPr/>
            <p:nvPr/>
          </p:nvSpPr>
          <p:spPr>
            <a:xfrm>
              <a:off x="1180585" y="2520067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30 w 8382"/>
                <a:gd name="connsiteY2" fmla="*/ 4939 h 8382"/>
                <a:gd name="connsiteX3" fmla="*/ 4939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30" y="4939"/>
                  </a:lnTo>
                  <a:lnTo>
                    <a:pt x="4939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F9C3C1F7-7960-C64C-89B1-845839011FF8}"/>
                </a:ext>
              </a:extLst>
            </p:cNvPr>
            <p:cNvSpPr/>
            <p:nvPr/>
          </p:nvSpPr>
          <p:spPr>
            <a:xfrm>
              <a:off x="1143589" y="2520283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39 h 8382"/>
                <a:gd name="connsiteX2" fmla="*/ 4939 w 8382"/>
                <a:gd name="connsiteY2" fmla="*/ 2964 h 8382"/>
                <a:gd name="connsiteX3" fmla="*/ 5730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39"/>
                  </a:lnTo>
                  <a:lnTo>
                    <a:pt x="4939" y="2964"/>
                  </a:lnTo>
                  <a:lnTo>
                    <a:pt x="5730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CFF647FD-1332-FA48-8A33-F88266770CC3}"/>
                </a:ext>
              </a:extLst>
            </p:cNvPr>
            <p:cNvSpPr/>
            <p:nvPr/>
          </p:nvSpPr>
          <p:spPr>
            <a:xfrm>
              <a:off x="1180755" y="2483065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40 h 8382"/>
                <a:gd name="connsiteX2" fmla="*/ 4938 w 8382"/>
                <a:gd name="connsiteY2" fmla="*/ 2964 h 8382"/>
                <a:gd name="connsiteX3" fmla="*/ 5729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40"/>
                  </a:lnTo>
                  <a:lnTo>
                    <a:pt x="4938" y="2964"/>
                  </a:lnTo>
                  <a:lnTo>
                    <a:pt x="5729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189AD08A-BC0F-7344-A9EE-DF1D42D8C8B7}"/>
                </a:ext>
              </a:extLst>
            </p:cNvPr>
            <p:cNvSpPr/>
            <p:nvPr/>
          </p:nvSpPr>
          <p:spPr>
            <a:xfrm>
              <a:off x="1111106" y="2272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06834509-4BFA-0744-A016-D952227B94C1}"/>
                </a:ext>
              </a:extLst>
            </p:cNvPr>
            <p:cNvSpPr/>
            <p:nvPr/>
          </p:nvSpPr>
          <p:spPr>
            <a:xfrm>
              <a:off x="1431311" y="2075506"/>
              <a:ext cx="262646" cy="441470"/>
            </a:xfrm>
            <a:custGeom>
              <a:avLst/>
              <a:gdLst>
                <a:gd name="connsiteX0" fmla="*/ 258874 w 262646"/>
                <a:gd name="connsiteY0" fmla="*/ 441050 h 441469"/>
                <a:gd name="connsiteX1" fmla="*/ 5728 w 262646"/>
                <a:gd name="connsiteY1" fmla="*/ 441050 h 441469"/>
                <a:gd name="connsiteX2" fmla="*/ 2096 w 262646"/>
                <a:gd name="connsiteY2" fmla="*/ 437418 h 441469"/>
                <a:gd name="connsiteX3" fmla="*/ 2096 w 262646"/>
                <a:gd name="connsiteY3" fmla="*/ 5728 h 441469"/>
                <a:gd name="connsiteX4" fmla="*/ 5728 w 262646"/>
                <a:gd name="connsiteY4" fmla="*/ 2096 h 441469"/>
                <a:gd name="connsiteX5" fmla="*/ 258874 w 262646"/>
                <a:gd name="connsiteY5" fmla="*/ 2096 h 441469"/>
                <a:gd name="connsiteX6" fmla="*/ 262507 w 262646"/>
                <a:gd name="connsiteY6" fmla="*/ 5728 h 441469"/>
                <a:gd name="connsiteX7" fmla="*/ 262507 w 262646"/>
                <a:gd name="connsiteY7" fmla="*/ 437139 h 441469"/>
                <a:gd name="connsiteX8" fmla="*/ 258874 w 262646"/>
                <a:gd name="connsiteY8" fmla="*/ 441050 h 44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646" h="441469">
                  <a:moveTo>
                    <a:pt x="258874" y="441050"/>
                  </a:moveTo>
                  <a:lnTo>
                    <a:pt x="5728" y="441050"/>
                  </a:lnTo>
                  <a:cubicBezTo>
                    <a:pt x="3772" y="441050"/>
                    <a:pt x="2096" y="439374"/>
                    <a:pt x="2096" y="437418"/>
                  </a:cubicBezTo>
                  <a:lnTo>
                    <a:pt x="2096" y="5728"/>
                  </a:lnTo>
                  <a:cubicBezTo>
                    <a:pt x="2096" y="3772"/>
                    <a:pt x="3772" y="2096"/>
                    <a:pt x="5728" y="2096"/>
                  </a:cubicBezTo>
                  <a:lnTo>
                    <a:pt x="258874" y="2096"/>
                  </a:lnTo>
                  <a:cubicBezTo>
                    <a:pt x="260830" y="2096"/>
                    <a:pt x="262507" y="3772"/>
                    <a:pt x="262507" y="5728"/>
                  </a:cubicBezTo>
                  <a:lnTo>
                    <a:pt x="262507" y="437139"/>
                  </a:lnTo>
                  <a:cubicBezTo>
                    <a:pt x="262507" y="439374"/>
                    <a:pt x="260830" y="441050"/>
                    <a:pt x="258874" y="44105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AB790662-B80F-D345-A191-93D9BC44E6EA}"/>
                </a:ext>
              </a:extLst>
            </p:cNvPr>
            <p:cNvSpPr/>
            <p:nvPr/>
          </p:nvSpPr>
          <p:spPr>
            <a:xfrm>
              <a:off x="1476017" y="2111271"/>
              <a:ext cx="170441" cy="39118"/>
            </a:xfrm>
            <a:custGeom>
              <a:avLst/>
              <a:gdLst>
                <a:gd name="connsiteX0" fmla="*/ 167786 w 170440"/>
                <a:gd name="connsiteY0" fmla="*/ 38978 h 39117"/>
                <a:gd name="connsiteX1" fmla="*/ 4890 w 170440"/>
                <a:gd name="connsiteY1" fmla="*/ 38978 h 39117"/>
                <a:gd name="connsiteX2" fmla="*/ 2096 w 170440"/>
                <a:gd name="connsiteY2" fmla="*/ 36184 h 39117"/>
                <a:gd name="connsiteX3" fmla="*/ 2096 w 170440"/>
                <a:gd name="connsiteY3" fmla="*/ 4890 h 39117"/>
                <a:gd name="connsiteX4" fmla="*/ 4890 w 170440"/>
                <a:gd name="connsiteY4" fmla="*/ 2096 h 39117"/>
                <a:gd name="connsiteX5" fmla="*/ 167786 w 170440"/>
                <a:gd name="connsiteY5" fmla="*/ 2096 h 39117"/>
                <a:gd name="connsiteX6" fmla="*/ 170581 w 170440"/>
                <a:gd name="connsiteY6" fmla="*/ 4890 h 39117"/>
                <a:gd name="connsiteX7" fmla="*/ 170581 w 170440"/>
                <a:gd name="connsiteY7" fmla="*/ 36184 h 39117"/>
                <a:gd name="connsiteX8" fmla="*/ 167786 w 170440"/>
                <a:gd name="connsiteY8" fmla="*/ 38978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0440" h="39117">
                  <a:moveTo>
                    <a:pt x="167786" y="38978"/>
                  </a:moveTo>
                  <a:lnTo>
                    <a:pt x="4890" y="38978"/>
                  </a:lnTo>
                  <a:cubicBezTo>
                    <a:pt x="3213" y="38978"/>
                    <a:pt x="2096" y="37581"/>
                    <a:pt x="2096" y="36184"/>
                  </a:cubicBezTo>
                  <a:lnTo>
                    <a:pt x="2096" y="4890"/>
                  </a:lnTo>
                  <a:cubicBezTo>
                    <a:pt x="2096" y="3213"/>
                    <a:pt x="3493" y="2096"/>
                    <a:pt x="4890" y="2096"/>
                  </a:cubicBezTo>
                  <a:lnTo>
                    <a:pt x="167786" y="2096"/>
                  </a:lnTo>
                  <a:cubicBezTo>
                    <a:pt x="169463" y="2096"/>
                    <a:pt x="170581" y="3493"/>
                    <a:pt x="170581" y="4890"/>
                  </a:cubicBezTo>
                  <a:lnTo>
                    <a:pt x="170581" y="36184"/>
                  </a:lnTo>
                  <a:cubicBezTo>
                    <a:pt x="170581" y="37581"/>
                    <a:pt x="169463" y="38978"/>
                    <a:pt x="167786" y="3897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B68FBC68-48F8-EA44-91C6-91825D5F2B76}"/>
                </a:ext>
              </a:extLst>
            </p:cNvPr>
            <p:cNvSpPr/>
            <p:nvPr/>
          </p:nvSpPr>
          <p:spPr>
            <a:xfrm>
              <a:off x="1484679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54522B02-0BEF-CC4D-85CD-511C31AE5EA0}"/>
                </a:ext>
              </a:extLst>
            </p:cNvPr>
            <p:cNvSpPr/>
            <p:nvPr/>
          </p:nvSpPr>
          <p:spPr>
            <a:xfrm>
              <a:off x="1581355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474ACB91-946E-A449-90CA-43C2C1E58ADA}"/>
                </a:ext>
              </a:extLst>
            </p:cNvPr>
            <p:cNvSpPr/>
            <p:nvPr/>
          </p:nvSpPr>
          <p:spPr>
            <a:xfrm>
              <a:off x="1472385" y="2185315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BDD99D0E-711B-654A-A57B-5FB4B7AA977A}"/>
                </a:ext>
              </a:extLst>
            </p:cNvPr>
            <p:cNvSpPr/>
            <p:nvPr/>
          </p:nvSpPr>
          <p:spPr>
            <a:xfrm>
              <a:off x="1472385" y="2233653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A605C89E-C107-FF41-B6A6-2D860D730DA7}"/>
                </a:ext>
              </a:extLst>
            </p:cNvPr>
            <p:cNvSpPr/>
            <p:nvPr/>
          </p:nvSpPr>
          <p:spPr>
            <a:xfrm>
              <a:off x="1511223" y="2280035"/>
              <a:ext cx="106176" cy="8382"/>
            </a:xfrm>
            <a:custGeom>
              <a:avLst/>
              <a:gdLst>
                <a:gd name="connsiteX0" fmla="*/ 2096 w 106176"/>
                <a:gd name="connsiteY0" fmla="*/ 2096 h 8382"/>
                <a:gd name="connsiteX1" fmla="*/ 106316 w 106176"/>
                <a:gd name="connsiteY1" fmla="*/ 2096 h 8382"/>
                <a:gd name="connsiteX2" fmla="*/ 106316 w 106176"/>
                <a:gd name="connsiteY2" fmla="*/ 8522 h 8382"/>
                <a:gd name="connsiteX3" fmla="*/ 2096 w 106176"/>
                <a:gd name="connsiteY3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176" h="8382">
                  <a:moveTo>
                    <a:pt x="2096" y="2096"/>
                  </a:moveTo>
                  <a:lnTo>
                    <a:pt x="106316" y="2096"/>
                  </a:lnTo>
                  <a:lnTo>
                    <a:pt x="106316" y="8522"/>
                  </a:lnTo>
                  <a:lnTo>
                    <a:pt x="2096" y="8522"/>
                  </a:lnTo>
                  <a:close/>
                </a:path>
              </a:pathLst>
            </a:custGeom>
            <a:solidFill>
              <a:srgbClr val="CED2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2C64D961-7D28-9243-919E-D693BF72D471}"/>
                </a:ext>
              </a:extLst>
            </p:cNvPr>
            <p:cNvSpPr/>
            <p:nvPr/>
          </p:nvSpPr>
          <p:spPr>
            <a:xfrm>
              <a:off x="1866355" y="2360505"/>
              <a:ext cx="399558" cy="75441"/>
            </a:xfrm>
            <a:custGeom>
              <a:avLst/>
              <a:gdLst>
                <a:gd name="connsiteX0" fmla="*/ 363654 w 399557"/>
                <a:gd name="connsiteY0" fmla="*/ 74742 h 75441"/>
                <a:gd name="connsiteX1" fmla="*/ 38419 w 399557"/>
                <a:gd name="connsiteY1" fmla="*/ 74742 h 75441"/>
                <a:gd name="connsiteX2" fmla="*/ 2096 w 399557"/>
                <a:gd name="connsiteY2" fmla="*/ 38419 h 75441"/>
                <a:gd name="connsiteX3" fmla="*/ 2096 w 399557"/>
                <a:gd name="connsiteY3" fmla="*/ 38419 h 75441"/>
                <a:gd name="connsiteX4" fmla="*/ 38419 w 399557"/>
                <a:gd name="connsiteY4" fmla="*/ 2096 h 75441"/>
                <a:gd name="connsiteX5" fmla="*/ 363654 w 399557"/>
                <a:gd name="connsiteY5" fmla="*/ 2096 h 75441"/>
                <a:gd name="connsiteX6" fmla="*/ 399977 w 399557"/>
                <a:gd name="connsiteY6" fmla="*/ 38419 h 75441"/>
                <a:gd name="connsiteX7" fmla="*/ 399977 w 399557"/>
                <a:gd name="connsiteY7" fmla="*/ 38419 h 75441"/>
                <a:gd name="connsiteX8" fmla="*/ 363654 w 399557"/>
                <a:gd name="connsiteY8" fmla="*/ 74742 h 7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557" h="75441">
                  <a:moveTo>
                    <a:pt x="363654" y="74742"/>
                  </a:moveTo>
                  <a:lnTo>
                    <a:pt x="38419" y="74742"/>
                  </a:lnTo>
                  <a:cubicBezTo>
                    <a:pt x="18301" y="74742"/>
                    <a:pt x="2096" y="58537"/>
                    <a:pt x="2096" y="38419"/>
                  </a:cubicBezTo>
                  <a:lnTo>
                    <a:pt x="2096" y="38419"/>
                  </a:lnTo>
                  <a:cubicBezTo>
                    <a:pt x="2096" y="18301"/>
                    <a:pt x="18301" y="2096"/>
                    <a:pt x="38419" y="2096"/>
                  </a:cubicBezTo>
                  <a:lnTo>
                    <a:pt x="363654" y="2096"/>
                  </a:lnTo>
                  <a:cubicBezTo>
                    <a:pt x="383771" y="2096"/>
                    <a:pt x="399977" y="18301"/>
                    <a:pt x="399977" y="38419"/>
                  </a:cubicBezTo>
                  <a:lnTo>
                    <a:pt x="399977" y="38419"/>
                  </a:lnTo>
                  <a:cubicBezTo>
                    <a:pt x="399977" y="58537"/>
                    <a:pt x="383771" y="74742"/>
                    <a:pt x="363654" y="74742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07516195-564A-2D4F-AD4D-99A289D40BD5}"/>
                </a:ext>
              </a:extLst>
            </p:cNvPr>
            <p:cNvSpPr/>
            <p:nvPr/>
          </p:nvSpPr>
          <p:spPr>
            <a:xfrm>
              <a:off x="1714076" y="2066565"/>
              <a:ext cx="265441" cy="61470"/>
            </a:xfrm>
            <a:custGeom>
              <a:avLst/>
              <a:gdLst>
                <a:gd name="connsiteX0" fmla="*/ 234286 w 265440"/>
                <a:gd name="connsiteY0" fmla="*/ 61331 h 61470"/>
                <a:gd name="connsiteX1" fmla="*/ 31713 w 265440"/>
                <a:gd name="connsiteY1" fmla="*/ 61331 h 61470"/>
                <a:gd name="connsiteX2" fmla="*/ 2096 w 265440"/>
                <a:gd name="connsiteY2" fmla="*/ 31713 h 61470"/>
                <a:gd name="connsiteX3" fmla="*/ 2096 w 265440"/>
                <a:gd name="connsiteY3" fmla="*/ 31713 h 61470"/>
                <a:gd name="connsiteX4" fmla="*/ 31713 w 265440"/>
                <a:gd name="connsiteY4" fmla="*/ 2096 h 61470"/>
                <a:gd name="connsiteX5" fmla="*/ 234286 w 265440"/>
                <a:gd name="connsiteY5" fmla="*/ 2096 h 61470"/>
                <a:gd name="connsiteX6" fmla="*/ 263904 w 265440"/>
                <a:gd name="connsiteY6" fmla="*/ 31713 h 61470"/>
                <a:gd name="connsiteX7" fmla="*/ 263904 w 265440"/>
                <a:gd name="connsiteY7" fmla="*/ 31713 h 61470"/>
                <a:gd name="connsiteX8" fmla="*/ 234286 w 265440"/>
                <a:gd name="connsiteY8" fmla="*/ 61331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440" h="61470">
                  <a:moveTo>
                    <a:pt x="234286" y="61331"/>
                  </a:moveTo>
                  <a:lnTo>
                    <a:pt x="31713" y="61331"/>
                  </a:lnTo>
                  <a:cubicBezTo>
                    <a:pt x="15228" y="61331"/>
                    <a:pt x="2096" y="47919"/>
                    <a:pt x="2096" y="31713"/>
                  </a:cubicBezTo>
                  <a:lnTo>
                    <a:pt x="2096" y="31713"/>
                  </a:lnTo>
                  <a:cubicBezTo>
                    <a:pt x="2096" y="15228"/>
                    <a:pt x="15507" y="2096"/>
                    <a:pt x="31713" y="2096"/>
                  </a:cubicBezTo>
                  <a:lnTo>
                    <a:pt x="234286" y="2096"/>
                  </a:lnTo>
                  <a:cubicBezTo>
                    <a:pt x="250771" y="2096"/>
                    <a:pt x="263904" y="15507"/>
                    <a:pt x="263904" y="31713"/>
                  </a:cubicBezTo>
                  <a:lnTo>
                    <a:pt x="263904" y="31713"/>
                  </a:lnTo>
                  <a:cubicBezTo>
                    <a:pt x="264183" y="47919"/>
                    <a:pt x="250771" y="61331"/>
                    <a:pt x="234286" y="61331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D6740DDE-3501-A54E-A610-C6771584F247}"/>
                </a:ext>
              </a:extLst>
            </p:cNvPr>
            <p:cNvSpPr/>
            <p:nvPr/>
          </p:nvSpPr>
          <p:spPr>
            <a:xfrm>
              <a:off x="1773590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5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5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2B79E1C9-B2C8-1340-8467-2A1E818834B4}"/>
                </a:ext>
              </a:extLst>
            </p:cNvPr>
            <p:cNvSpPr/>
            <p:nvPr/>
          </p:nvSpPr>
          <p:spPr>
            <a:xfrm>
              <a:off x="1837296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6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6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91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CBC73A72-DBF1-A04A-956B-6CEA571A6B58}"/>
                </a:ext>
              </a:extLst>
            </p:cNvPr>
            <p:cNvSpPr/>
            <p:nvPr/>
          </p:nvSpPr>
          <p:spPr>
            <a:xfrm>
              <a:off x="1896252" y="2086949"/>
              <a:ext cx="22353" cy="22353"/>
            </a:xfrm>
            <a:custGeom>
              <a:avLst/>
              <a:gdLst>
                <a:gd name="connsiteX0" fmla="*/ 20537 w 22352"/>
                <a:gd name="connsiteY0" fmla="*/ 11329 h 22352"/>
                <a:gd name="connsiteX1" fmla="*/ 11316 w 22352"/>
                <a:gd name="connsiteY1" fmla="*/ 20550 h 22352"/>
                <a:gd name="connsiteX2" fmla="*/ 2096 w 22352"/>
                <a:gd name="connsiteY2" fmla="*/ 11329 h 22352"/>
                <a:gd name="connsiteX3" fmla="*/ 11316 w 22352"/>
                <a:gd name="connsiteY3" fmla="*/ 2109 h 22352"/>
                <a:gd name="connsiteX4" fmla="*/ 20537 w 22352"/>
                <a:gd name="connsiteY4" fmla="*/ 11329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29"/>
                  </a:moveTo>
                  <a:cubicBezTo>
                    <a:pt x="20537" y="16359"/>
                    <a:pt x="16346" y="20550"/>
                    <a:pt x="11316" y="20550"/>
                  </a:cubicBezTo>
                  <a:cubicBezTo>
                    <a:pt x="6287" y="20550"/>
                    <a:pt x="2096" y="16359"/>
                    <a:pt x="2096" y="11329"/>
                  </a:cubicBezTo>
                  <a:cubicBezTo>
                    <a:pt x="2096" y="6300"/>
                    <a:pt x="6287" y="2109"/>
                    <a:pt x="11316" y="2109"/>
                  </a:cubicBezTo>
                  <a:cubicBezTo>
                    <a:pt x="16346" y="1829"/>
                    <a:pt x="20537" y="6021"/>
                    <a:pt x="20537" y="11329"/>
                  </a:cubicBezTo>
                  <a:close/>
                </a:path>
              </a:pathLst>
            </a:custGeom>
            <a:solidFill>
              <a:srgbClr val="E94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044E49DB-151D-C64D-8BA4-C092AEEF97FA}"/>
                </a:ext>
              </a:extLst>
            </p:cNvPr>
            <p:cNvSpPr/>
            <p:nvPr/>
          </p:nvSpPr>
          <p:spPr>
            <a:xfrm>
              <a:off x="1143518" y="2315520"/>
              <a:ext cx="47500" cy="47500"/>
            </a:xfrm>
            <a:custGeom>
              <a:avLst/>
              <a:gdLst>
                <a:gd name="connsiteX0" fmla="*/ 47360 w 47499"/>
                <a:gd name="connsiteY0" fmla="*/ 24728 h 47499"/>
                <a:gd name="connsiteX1" fmla="*/ 24728 w 47499"/>
                <a:gd name="connsiteY1" fmla="*/ 47360 h 47499"/>
                <a:gd name="connsiteX2" fmla="*/ 2096 w 47499"/>
                <a:gd name="connsiteY2" fmla="*/ 24728 h 47499"/>
                <a:gd name="connsiteX3" fmla="*/ 24728 w 47499"/>
                <a:gd name="connsiteY3" fmla="*/ 2096 h 47499"/>
                <a:gd name="connsiteX4" fmla="*/ 47360 w 47499"/>
                <a:gd name="connsiteY4" fmla="*/ 24728 h 4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99" h="47499">
                  <a:moveTo>
                    <a:pt x="47360" y="24728"/>
                  </a:moveTo>
                  <a:cubicBezTo>
                    <a:pt x="47360" y="37227"/>
                    <a:pt x="37227" y="47360"/>
                    <a:pt x="24728" y="47360"/>
                  </a:cubicBezTo>
                  <a:cubicBezTo>
                    <a:pt x="12228" y="47360"/>
                    <a:pt x="2096" y="37227"/>
                    <a:pt x="2096" y="24728"/>
                  </a:cubicBezTo>
                  <a:cubicBezTo>
                    <a:pt x="2096" y="12228"/>
                    <a:pt x="12228" y="2096"/>
                    <a:pt x="24728" y="2096"/>
                  </a:cubicBezTo>
                  <a:cubicBezTo>
                    <a:pt x="37227" y="2096"/>
                    <a:pt x="47360" y="12228"/>
                    <a:pt x="47360" y="247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D0C94C20-23FB-AF4A-A5D1-8025DAB62F35}"/>
                </a:ext>
              </a:extLst>
            </p:cNvPr>
            <p:cNvSpPr/>
            <p:nvPr/>
          </p:nvSpPr>
          <p:spPr>
            <a:xfrm>
              <a:off x="1132062" y="2301550"/>
              <a:ext cx="72647" cy="67059"/>
            </a:xfrm>
            <a:custGeom>
              <a:avLst/>
              <a:gdLst>
                <a:gd name="connsiteX0" fmla="*/ 59654 w 72646"/>
                <a:gd name="connsiteY0" fmla="*/ 11316 h 67058"/>
                <a:gd name="connsiteX1" fmla="*/ 55743 w 72646"/>
                <a:gd name="connsiteY1" fmla="*/ 11316 h 67058"/>
                <a:gd name="connsiteX2" fmla="*/ 49875 w 72646"/>
                <a:gd name="connsiteY2" fmla="*/ 3213 h 67058"/>
                <a:gd name="connsiteX3" fmla="*/ 47919 w 72646"/>
                <a:gd name="connsiteY3" fmla="*/ 2096 h 67058"/>
                <a:gd name="connsiteX4" fmla="*/ 25007 w 72646"/>
                <a:gd name="connsiteY4" fmla="*/ 2096 h 67058"/>
                <a:gd name="connsiteX5" fmla="*/ 23051 w 72646"/>
                <a:gd name="connsiteY5" fmla="*/ 3213 h 67058"/>
                <a:gd name="connsiteX6" fmla="*/ 17184 w 72646"/>
                <a:gd name="connsiteY6" fmla="*/ 11316 h 67058"/>
                <a:gd name="connsiteX7" fmla="*/ 13272 w 72646"/>
                <a:gd name="connsiteY7" fmla="*/ 11316 h 67058"/>
                <a:gd name="connsiteX8" fmla="*/ 2096 w 72646"/>
                <a:gd name="connsiteY8" fmla="*/ 22493 h 67058"/>
                <a:gd name="connsiteX9" fmla="*/ 2096 w 72646"/>
                <a:gd name="connsiteY9" fmla="*/ 55184 h 67058"/>
                <a:gd name="connsiteX10" fmla="*/ 13272 w 72646"/>
                <a:gd name="connsiteY10" fmla="*/ 66360 h 67058"/>
                <a:gd name="connsiteX11" fmla="*/ 59654 w 72646"/>
                <a:gd name="connsiteY11" fmla="*/ 66360 h 67058"/>
                <a:gd name="connsiteX12" fmla="*/ 70831 w 72646"/>
                <a:gd name="connsiteY12" fmla="*/ 55184 h 67058"/>
                <a:gd name="connsiteX13" fmla="*/ 70831 w 72646"/>
                <a:gd name="connsiteY13" fmla="*/ 22772 h 67058"/>
                <a:gd name="connsiteX14" fmla="*/ 59654 w 72646"/>
                <a:gd name="connsiteY14" fmla="*/ 11316 h 67058"/>
                <a:gd name="connsiteX15" fmla="*/ 36463 w 72646"/>
                <a:gd name="connsiteY15" fmla="*/ 55463 h 67058"/>
                <a:gd name="connsiteX16" fmla="*/ 19698 w 72646"/>
                <a:gd name="connsiteY16" fmla="*/ 38698 h 67058"/>
                <a:gd name="connsiteX17" fmla="*/ 36463 w 72646"/>
                <a:gd name="connsiteY17" fmla="*/ 21934 h 67058"/>
                <a:gd name="connsiteX18" fmla="*/ 53228 w 72646"/>
                <a:gd name="connsiteY18" fmla="*/ 38698 h 67058"/>
                <a:gd name="connsiteX19" fmla="*/ 36463 w 72646"/>
                <a:gd name="connsiteY19" fmla="*/ 55463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2646" h="67058">
                  <a:moveTo>
                    <a:pt x="59654" y="11316"/>
                  </a:moveTo>
                  <a:lnTo>
                    <a:pt x="55743" y="11316"/>
                  </a:lnTo>
                  <a:lnTo>
                    <a:pt x="49875" y="3213"/>
                  </a:lnTo>
                  <a:cubicBezTo>
                    <a:pt x="49316" y="2654"/>
                    <a:pt x="48757" y="2096"/>
                    <a:pt x="47919" y="2096"/>
                  </a:cubicBezTo>
                  <a:lnTo>
                    <a:pt x="25007" y="2096"/>
                  </a:lnTo>
                  <a:cubicBezTo>
                    <a:pt x="24169" y="2096"/>
                    <a:pt x="23610" y="2375"/>
                    <a:pt x="23051" y="3213"/>
                  </a:cubicBezTo>
                  <a:lnTo>
                    <a:pt x="17184" y="11316"/>
                  </a:lnTo>
                  <a:lnTo>
                    <a:pt x="13272" y="11316"/>
                  </a:lnTo>
                  <a:cubicBezTo>
                    <a:pt x="7125" y="11316"/>
                    <a:pt x="2096" y="16346"/>
                    <a:pt x="2096" y="22493"/>
                  </a:cubicBezTo>
                  <a:lnTo>
                    <a:pt x="2096" y="55184"/>
                  </a:lnTo>
                  <a:cubicBezTo>
                    <a:pt x="2096" y="61331"/>
                    <a:pt x="7125" y="66360"/>
                    <a:pt x="13272" y="66360"/>
                  </a:cubicBezTo>
                  <a:lnTo>
                    <a:pt x="59654" y="66360"/>
                  </a:lnTo>
                  <a:cubicBezTo>
                    <a:pt x="65801" y="66360"/>
                    <a:pt x="70831" y="61331"/>
                    <a:pt x="70831" y="55184"/>
                  </a:cubicBezTo>
                  <a:lnTo>
                    <a:pt x="70831" y="22772"/>
                  </a:lnTo>
                  <a:cubicBezTo>
                    <a:pt x="70831" y="16346"/>
                    <a:pt x="65801" y="11316"/>
                    <a:pt x="59654" y="11316"/>
                  </a:cubicBezTo>
                  <a:close/>
                  <a:moveTo>
                    <a:pt x="36463" y="55463"/>
                  </a:moveTo>
                  <a:cubicBezTo>
                    <a:pt x="27243" y="55463"/>
                    <a:pt x="19698" y="47919"/>
                    <a:pt x="19698" y="38698"/>
                  </a:cubicBezTo>
                  <a:cubicBezTo>
                    <a:pt x="19698" y="29478"/>
                    <a:pt x="27243" y="21934"/>
                    <a:pt x="36463" y="21934"/>
                  </a:cubicBezTo>
                  <a:cubicBezTo>
                    <a:pt x="45684" y="21934"/>
                    <a:pt x="53228" y="29478"/>
                    <a:pt x="53228" y="38698"/>
                  </a:cubicBezTo>
                  <a:cubicBezTo>
                    <a:pt x="53228" y="47919"/>
                    <a:pt x="45684" y="55463"/>
                    <a:pt x="36463" y="55463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4" name="Forma libre 53">
              <a:extLst>
                <a:ext uri="{FF2B5EF4-FFF2-40B4-BE49-F238E27FC236}">
                  <a16:creationId xmlns:a16="http://schemas.microsoft.com/office/drawing/2014/main" id="{6521D07D-1C91-1743-A526-A22F800A2F1C}"/>
                </a:ext>
              </a:extLst>
            </p:cNvPr>
            <p:cNvSpPr/>
            <p:nvPr/>
          </p:nvSpPr>
          <p:spPr>
            <a:xfrm>
              <a:off x="1155533" y="2327255"/>
              <a:ext cx="25147" cy="25147"/>
            </a:xfrm>
            <a:custGeom>
              <a:avLst/>
              <a:gdLst>
                <a:gd name="connsiteX0" fmla="*/ 23890 w 25147"/>
                <a:gd name="connsiteY0" fmla="*/ 12993 h 25147"/>
                <a:gd name="connsiteX1" fmla="*/ 12993 w 25147"/>
                <a:gd name="connsiteY1" fmla="*/ 23890 h 25147"/>
                <a:gd name="connsiteX2" fmla="*/ 2096 w 25147"/>
                <a:gd name="connsiteY2" fmla="*/ 12993 h 25147"/>
                <a:gd name="connsiteX3" fmla="*/ 12993 w 25147"/>
                <a:gd name="connsiteY3" fmla="*/ 2096 h 25147"/>
                <a:gd name="connsiteX4" fmla="*/ 23890 w 25147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3890" y="12993"/>
                  </a:moveTo>
                  <a:cubicBezTo>
                    <a:pt x="23890" y="19011"/>
                    <a:pt x="19011" y="23890"/>
                    <a:pt x="12993" y="23890"/>
                  </a:cubicBezTo>
                  <a:cubicBezTo>
                    <a:pt x="6974" y="23890"/>
                    <a:pt x="2096" y="19011"/>
                    <a:pt x="2096" y="12993"/>
                  </a:cubicBezTo>
                  <a:cubicBezTo>
                    <a:pt x="2096" y="6974"/>
                    <a:pt x="6974" y="2096"/>
                    <a:pt x="12993" y="2096"/>
                  </a:cubicBezTo>
                  <a:cubicBezTo>
                    <a:pt x="19011" y="2096"/>
                    <a:pt x="23890" y="6974"/>
                    <a:pt x="23890" y="12993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113E5054-4E0E-DF46-9EE8-D21A7A781640}"/>
                </a:ext>
              </a:extLst>
            </p:cNvPr>
            <p:cNvSpPr/>
            <p:nvPr/>
          </p:nvSpPr>
          <p:spPr>
            <a:xfrm>
              <a:off x="1791193" y="2186991"/>
              <a:ext cx="201176" cy="134117"/>
            </a:xfrm>
            <a:custGeom>
              <a:avLst/>
              <a:gdLst>
                <a:gd name="connsiteX0" fmla="*/ 195727 w 201176"/>
                <a:gd name="connsiteY0" fmla="*/ 132860 h 134117"/>
                <a:gd name="connsiteX1" fmla="*/ 7684 w 201176"/>
                <a:gd name="connsiteY1" fmla="*/ 132860 h 134117"/>
                <a:gd name="connsiteX2" fmla="*/ 2096 w 201176"/>
                <a:gd name="connsiteY2" fmla="*/ 127272 h 134117"/>
                <a:gd name="connsiteX3" fmla="*/ 2096 w 201176"/>
                <a:gd name="connsiteY3" fmla="*/ 7684 h 134117"/>
                <a:gd name="connsiteX4" fmla="*/ 7684 w 201176"/>
                <a:gd name="connsiteY4" fmla="*/ 2096 h 134117"/>
                <a:gd name="connsiteX5" fmla="*/ 195727 w 201176"/>
                <a:gd name="connsiteY5" fmla="*/ 2096 h 134117"/>
                <a:gd name="connsiteX6" fmla="*/ 201316 w 201176"/>
                <a:gd name="connsiteY6" fmla="*/ 7684 h 134117"/>
                <a:gd name="connsiteX7" fmla="*/ 201316 w 201176"/>
                <a:gd name="connsiteY7" fmla="*/ 127272 h 134117"/>
                <a:gd name="connsiteX8" fmla="*/ 195727 w 201176"/>
                <a:gd name="connsiteY8" fmla="*/ 132860 h 13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176" h="134117">
                  <a:moveTo>
                    <a:pt x="195727" y="132860"/>
                  </a:moveTo>
                  <a:lnTo>
                    <a:pt x="7684" y="132860"/>
                  </a:lnTo>
                  <a:cubicBezTo>
                    <a:pt x="4610" y="132860"/>
                    <a:pt x="2096" y="130345"/>
                    <a:pt x="2096" y="127272"/>
                  </a:cubicBezTo>
                  <a:lnTo>
                    <a:pt x="2096" y="7684"/>
                  </a:lnTo>
                  <a:cubicBezTo>
                    <a:pt x="2096" y="4610"/>
                    <a:pt x="4610" y="2096"/>
                    <a:pt x="7684" y="2096"/>
                  </a:cubicBezTo>
                  <a:lnTo>
                    <a:pt x="195727" y="2096"/>
                  </a:lnTo>
                  <a:cubicBezTo>
                    <a:pt x="198801" y="2096"/>
                    <a:pt x="201316" y="4610"/>
                    <a:pt x="201316" y="7684"/>
                  </a:cubicBezTo>
                  <a:lnTo>
                    <a:pt x="201316" y="127272"/>
                  </a:lnTo>
                  <a:cubicBezTo>
                    <a:pt x="201316" y="130345"/>
                    <a:pt x="198801" y="132860"/>
                    <a:pt x="195727" y="13286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B143CE41-16F6-6644-ABA5-3D376508E62D}"/>
                </a:ext>
              </a:extLst>
            </p:cNvPr>
            <p:cNvSpPr/>
            <p:nvPr/>
          </p:nvSpPr>
          <p:spPr>
            <a:xfrm>
              <a:off x="1808682" y="2198053"/>
              <a:ext cx="167647" cy="55882"/>
            </a:xfrm>
            <a:custGeom>
              <a:avLst/>
              <a:gdLst>
                <a:gd name="connsiteX0" fmla="*/ 84357 w 167646"/>
                <a:gd name="connsiteY0" fmla="*/ 55298 h 55882"/>
                <a:gd name="connsiteX1" fmla="*/ 84077 w 167646"/>
                <a:gd name="connsiteY1" fmla="*/ 55298 h 55882"/>
                <a:gd name="connsiteX2" fmla="*/ 81563 w 167646"/>
                <a:gd name="connsiteY2" fmla="*/ 54739 h 55882"/>
                <a:gd name="connsiteX3" fmla="*/ 4725 w 167646"/>
                <a:gd name="connsiteY3" fmla="*/ 11989 h 55882"/>
                <a:gd name="connsiteX4" fmla="*/ 2769 w 167646"/>
                <a:gd name="connsiteY4" fmla="*/ 4724 h 55882"/>
                <a:gd name="connsiteX5" fmla="*/ 10033 w 167646"/>
                <a:gd name="connsiteY5" fmla="*/ 2769 h 55882"/>
                <a:gd name="connsiteX6" fmla="*/ 84636 w 167646"/>
                <a:gd name="connsiteY6" fmla="*/ 44121 h 55882"/>
                <a:gd name="connsiteX7" fmla="*/ 159239 w 167646"/>
                <a:gd name="connsiteY7" fmla="*/ 2769 h 55882"/>
                <a:gd name="connsiteX8" fmla="*/ 166504 w 167646"/>
                <a:gd name="connsiteY8" fmla="*/ 4724 h 55882"/>
                <a:gd name="connsiteX9" fmla="*/ 164548 w 167646"/>
                <a:gd name="connsiteY9" fmla="*/ 11989 h 55882"/>
                <a:gd name="connsiteX10" fmla="*/ 87710 w 167646"/>
                <a:gd name="connsiteY10" fmla="*/ 54739 h 55882"/>
                <a:gd name="connsiteX11" fmla="*/ 84357 w 167646"/>
                <a:gd name="connsiteY11" fmla="*/ 55298 h 5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646" h="55882">
                  <a:moveTo>
                    <a:pt x="84357" y="55298"/>
                  </a:moveTo>
                  <a:lnTo>
                    <a:pt x="84077" y="55298"/>
                  </a:lnTo>
                  <a:cubicBezTo>
                    <a:pt x="83239" y="55298"/>
                    <a:pt x="82401" y="55018"/>
                    <a:pt x="81563" y="54739"/>
                  </a:cubicBezTo>
                  <a:lnTo>
                    <a:pt x="4725" y="11989"/>
                  </a:lnTo>
                  <a:cubicBezTo>
                    <a:pt x="2210" y="10592"/>
                    <a:pt x="1372" y="7519"/>
                    <a:pt x="2769" y="4724"/>
                  </a:cubicBezTo>
                  <a:cubicBezTo>
                    <a:pt x="4166" y="2210"/>
                    <a:pt x="7239" y="1372"/>
                    <a:pt x="10033" y="2769"/>
                  </a:cubicBezTo>
                  <a:lnTo>
                    <a:pt x="84636" y="44121"/>
                  </a:lnTo>
                  <a:lnTo>
                    <a:pt x="159239" y="2769"/>
                  </a:lnTo>
                  <a:cubicBezTo>
                    <a:pt x="161754" y="1372"/>
                    <a:pt x="164827" y="2210"/>
                    <a:pt x="166504" y="4724"/>
                  </a:cubicBezTo>
                  <a:cubicBezTo>
                    <a:pt x="167901" y="7239"/>
                    <a:pt x="167062" y="10313"/>
                    <a:pt x="164548" y="11989"/>
                  </a:cubicBezTo>
                  <a:lnTo>
                    <a:pt x="87710" y="54739"/>
                  </a:lnTo>
                  <a:cubicBezTo>
                    <a:pt x="86033" y="55018"/>
                    <a:pt x="85195" y="55298"/>
                    <a:pt x="84357" y="55298"/>
                  </a:cubicBezTo>
                  <a:close/>
                </a:path>
              </a:pathLst>
            </a:custGeom>
            <a:solidFill>
              <a:srgbClr val="E94B4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E9F1FDBB-8AA9-F049-B72C-B2603195A3EB}"/>
                </a:ext>
              </a:extLst>
            </p:cNvPr>
            <p:cNvSpPr/>
            <p:nvPr/>
          </p:nvSpPr>
          <p:spPr>
            <a:xfrm>
              <a:off x="2035398" y="1984418"/>
              <a:ext cx="251470" cy="324117"/>
            </a:xfrm>
            <a:custGeom>
              <a:avLst/>
              <a:gdLst>
                <a:gd name="connsiteX0" fmla="*/ 244345 w 251470"/>
                <a:gd name="connsiteY0" fmla="*/ 322021 h 324116"/>
                <a:gd name="connsiteX1" fmla="*/ 7125 w 251470"/>
                <a:gd name="connsiteY1" fmla="*/ 322021 h 324116"/>
                <a:gd name="connsiteX2" fmla="*/ 2096 w 251470"/>
                <a:gd name="connsiteY2" fmla="*/ 316992 h 324116"/>
                <a:gd name="connsiteX3" fmla="*/ 2096 w 251470"/>
                <a:gd name="connsiteY3" fmla="*/ 7125 h 324116"/>
                <a:gd name="connsiteX4" fmla="*/ 7125 w 251470"/>
                <a:gd name="connsiteY4" fmla="*/ 2096 h 324116"/>
                <a:gd name="connsiteX5" fmla="*/ 244345 w 251470"/>
                <a:gd name="connsiteY5" fmla="*/ 2096 h 324116"/>
                <a:gd name="connsiteX6" fmla="*/ 249374 w 251470"/>
                <a:gd name="connsiteY6" fmla="*/ 7125 h 324116"/>
                <a:gd name="connsiteX7" fmla="*/ 249374 w 251470"/>
                <a:gd name="connsiteY7" fmla="*/ 316713 h 324116"/>
                <a:gd name="connsiteX8" fmla="*/ 244345 w 251470"/>
                <a:gd name="connsiteY8" fmla="*/ 322021 h 32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1470" h="324116">
                  <a:moveTo>
                    <a:pt x="244345" y="322021"/>
                  </a:moveTo>
                  <a:lnTo>
                    <a:pt x="7125" y="322021"/>
                  </a:lnTo>
                  <a:cubicBezTo>
                    <a:pt x="4331" y="322021"/>
                    <a:pt x="2096" y="319786"/>
                    <a:pt x="2096" y="316992"/>
                  </a:cubicBezTo>
                  <a:lnTo>
                    <a:pt x="2096" y="7125"/>
                  </a:lnTo>
                  <a:cubicBezTo>
                    <a:pt x="2096" y="4331"/>
                    <a:pt x="4331" y="2096"/>
                    <a:pt x="7125" y="2096"/>
                  </a:cubicBezTo>
                  <a:lnTo>
                    <a:pt x="244345" y="2096"/>
                  </a:lnTo>
                  <a:cubicBezTo>
                    <a:pt x="247139" y="2096"/>
                    <a:pt x="249374" y="4331"/>
                    <a:pt x="249374" y="7125"/>
                  </a:cubicBezTo>
                  <a:lnTo>
                    <a:pt x="249374" y="316713"/>
                  </a:lnTo>
                  <a:cubicBezTo>
                    <a:pt x="249654" y="319786"/>
                    <a:pt x="247139" y="322021"/>
                    <a:pt x="244345" y="322021"/>
                  </a:cubicBezTo>
                  <a:close/>
                </a:path>
              </a:pathLst>
            </a:custGeom>
            <a:solidFill>
              <a:srgbClr val="4F4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CF11D451-672D-6A4A-8065-C3563C32AF2E}"/>
                </a:ext>
              </a:extLst>
            </p:cNvPr>
            <p:cNvSpPr/>
            <p:nvPr/>
          </p:nvSpPr>
          <p:spPr>
            <a:xfrm>
              <a:off x="2072560" y="202130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7E7BB551-6119-F448-9329-2875610BAE5E}"/>
                </a:ext>
              </a:extLst>
            </p:cNvPr>
            <p:cNvSpPr/>
            <p:nvPr/>
          </p:nvSpPr>
          <p:spPr>
            <a:xfrm>
              <a:off x="2096869" y="2021300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D82B5DF0-5C40-BB42-AD35-11D4BE55EE4E}"/>
                </a:ext>
              </a:extLst>
            </p:cNvPr>
            <p:cNvSpPr/>
            <p:nvPr/>
          </p:nvSpPr>
          <p:spPr>
            <a:xfrm>
              <a:off x="2096869" y="2034433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99460097-E5CF-8C43-89CD-21C4E5FD3093}"/>
                </a:ext>
              </a:extLst>
            </p:cNvPr>
            <p:cNvSpPr/>
            <p:nvPr/>
          </p:nvSpPr>
          <p:spPr>
            <a:xfrm>
              <a:off x="2133192" y="2034433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A5CD356F-2641-A243-B3A8-3F36EB11280E}"/>
                </a:ext>
              </a:extLst>
            </p:cNvPr>
            <p:cNvSpPr/>
            <p:nvPr/>
          </p:nvSpPr>
          <p:spPr>
            <a:xfrm>
              <a:off x="2096869" y="2098418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CAAD9E9B-FF85-5141-9AD1-AD12B0EE3308}"/>
                </a:ext>
              </a:extLst>
            </p:cNvPr>
            <p:cNvSpPr/>
            <p:nvPr/>
          </p:nvSpPr>
          <p:spPr>
            <a:xfrm>
              <a:off x="2072560" y="2111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4" name="Forma libre 63">
              <a:extLst>
                <a:ext uri="{FF2B5EF4-FFF2-40B4-BE49-F238E27FC236}">
                  <a16:creationId xmlns:a16="http://schemas.microsoft.com/office/drawing/2014/main" id="{355F7A9B-7EEA-C949-9D8A-123056FA15AD}"/>
                </a:ext>
              </a:extLst>
            </p:cNvPr>
            <p:cNvSpPr/>
            <p:nvPr/>
          </p:nvSpPr>
          <p:spPr>
            <a:xfrm>
              <a:off x="2096869" y="2111550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F06D72A4-8C2E-1249-943D-DA6DB9FC4C1B}"/>
                </a:ext>
              </a:extLst>
            </p:cNvPr>
            <p:cNvSpPr/>
            <p:nvPr/>
          </p:nvSpPr>
          <p:spPr>
            <a:xfrm>
              <a:off x="2133192" y="2111550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892D56DD-AD15-964A-B931-F3EC91400217}"/>
                </a:ext>
              </a:extLst>
            </p:cNvPr>
            <p:cNvSpPr/>
            <p:nvPr/>
          </p:nvSpPr>
          <p:spPr>
            <a:xfrm>
              <a:off x="2096869" y="2047565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92B38C6E-5C97-B04F-8BBF-FFE02BC27EEE}"/>
                </a:ext>
              </a:extLst>
            </p:cNvPr>
            <p:cNvSpPr/>
            <p:nvPr/>
          </p:nvSpPr>
          <p:spPr>
            <a:xfrm>
              <a:off x="2162530" y="2060697"/>
              <a:ext cx="33529" cy="8382"/>
            </a:xfrm>
            <a:custGeom>
              <a:avLst/>
              <a:gdLst>
                <a:gd name="connsiteX0" fmla="*/ 31993 w 33529"/>
                <a:gd name="connsiteY0" fmla="*/ 8243 h 8382"/>
                <a:gd name="connsiteX1" fmla="*/ 2654 w 33529"/>
                <a:gd name="connsiteY1" fmla="*/ 8243 h 8382"/>
                <a:gd name="connsiteX2" fmla="*/ 2096 w 33529"/>
                <a:gd name="connsiteY2" fmla="*/ 7684 h 8382"/>
                <a:gd name="connsiteX3" fmla="*/ 2096 w 33529"/>
                <a:gd name="connsiteY3" fmla="*/ 2654 h 8382"/>
                <a:gd name="connsiteX4" fmla="*/ 2654 w 33529"/>
                <a:gd name="connsiteY4" fmla="*/ 2096 h 8382"/>
                <a:gd name="connsiteX5" fmla="*/ 31993 w 33529"/>
                <a:gd name="connsiteY5" fmla="*/ 2096 h 8382"/>
                <a:gd name="connsiteX6" fmla="*/ 32551 w 33529"/>
                <a:gd name="connsiteY6" fmla="*/ 2654 h 8382"/>
                <a:gd name="connsiteX7" fmla="*/ 32551 w 33529"/>
                <a:gd name="connsiteY7" fmla="*/ 7684 h 8382"/>
                <a:gd name="connsiteX8" fmla="*/ 31993 w 33529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529" h="8382">
                  <a:moveTo>
                    <a:pt x="31993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31993" y="2096"/>
                  </a:lnTo>
                  <a:cubicBezTo>
                    <a:pt x="32272" y="2096"/>
                    <a:pt x="32551" y="2375"/>
                    <a:pt x="32551" y="2654"/>
                  </a:cubicBezTo>
                  <a:lnTo>
                    <a:pt x="32551" y="7684"/>
                  </a:lnTo>
                  <a:cubicBezTo>
                    <a:pt x="32831" y="7963"/>
                    <a:pt x="32551" y="8243"/>
                    <a:pt x="31993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8" name="Forma libre 67">
              <a:extLst>
                <a:ext uri="{FF2B5EF4-FFF2-40B4-BE49-F238E27FC236}">
                  <a16:creationId xmlns:a16="http://schemas.microsoft.com/office/drawing/2014/main" id="{CBF5CBC1-98BB-FB4D-A21B-FC0DB3A576D8}"/>
                </a:ext>
              </a:extLst>
            </p:cNvPr>
            <p:cNvSpPr/>
            <p:nvPr/>
          </p:nvSpPr>
          <p:spPr>
            <a:xfrm>
              <a:off x="2096869" y="2060697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6FC1A4B0-0405-BF40-AD02-CC01A18111EB}"/>
                </a:ext>
              </a:extLst>
            </p:cNvPr>
            <p:cNvSpPr/>
            <p:nvPr/>
          </p:nvSpPr>
          <p:spPr>
            <a:xfrm>
              <a:off x="2141295" y="2060697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012FF248-1E63-E541-A79C-687941C42240}"/>
                </a:ext>
              </a:extLst>
            </p:cNvPr>
            <p:cNvSpPr/>
            <p:nvPr/>
          </p:nvSpPr>
          <p:spPr>
            <a:xfrm>
              <a:off x="2072560" y="2073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1DE84BE5-E440-DB48-BE7E-4314046D0137}"/>
                </a:ext>
              </a:extLst>
            </p:cNvPr>
            <p:cNvSpPr/>
            <p:nvPr/>
          </p:nvSpPr>
          <p:spPr>
            <a:xfrm>
              <a:off x="2096869" y="2073550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B0D3D0CF-58D9-6B45-A191-1D222893EBAE}"/>
                </a:ext>
              </a:extLst>
            </p:cNvPr>
            <p:cNvSpPr/>
            <p:nvPr/>
          </p:nvSpPr>
          <p:spPr>
            <a:xfrm>
              <a:off x="2072560" y="2123844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098F0BCD-FDA3-B541-B312-B83C2EB818DE}"/>
                </a:ext>
              </a:extLst>
            </p:cNvPr>
            <p:cNvSpPr/>
            <p:nvPr/>
          </p:nvSpPr>
          <p:spPr>
            <a:xfrm>
              <a:off x="2162251" y="2123565"/>
              <a:ext cx="44706" cy="8382"/>
            </a:xfrm>
            <a:custGeom>
              <a:avLst/>
              <a:gdLst>
                <a:gd name="connsiteX0" fmla="*/ 44007 w 44705"/>
                <a:gd name="connsiteY0" fmla="*/ 8522 h 8382"/>
                <a:gd name="connsiteX1" fmla="*/ 2934 w 44705"/>
                <a:gd name="connsiteY1" fmla="*/ 8522 h 8382"/>
                <a:gd name="connsiteX2" fmla="*/ 2096 w 44705"/>
                <a:gd name="connsiteY2" fmla="*/ 7684 h 8382"/>
                <a:gd name="connsiteX3" fmla="*/ 2096 w 44705"/>
                <a:gd name="connsiteY3" fmla="*/ 2934 h 8382"/>
                <a:gd name="connsiteX4" fmla="*/ 2934 w 44705"/>
                <a:gd name="connsiteY4" fmla="*/ 2096 h 8382"/>
                <a:gd name="connsiteX5" fmla="*/ 44007 w 44705"/>
                <a:gd name="connsiteY5" fmla="*/ 2096 h 8382"/>
                <a:gd name="connsiteX6" fmla="*/ 44846 w 44705"/>
                <a:gd name="connsiteY6" fmla="*/ 2934 h 8382"/>
                <a:gd name="connsiteX7" fmla="*/ 44846 w 44705"/>
                <a:gd name="connsiteY7" fmla="*/ 7684 h 8382"/>
                <a:gd name="connsiteX8" fmla="*/ 44007 w 44705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4007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4007" y="2096"/>
                  </a:lnTo>
                  <a:cubicBezTo>
                    <a:pt x="44566" y="2096"/>
                    <a:pt x="44846" y="2375"/>
                    <a:pt x="44846" y="2934"/>
                  </a:cubicBezTo>
                  <a:lnTo>
                    <a:pt x="44846" y="7684"/>
                  </a:lnTo>
                  <a:cubicBezTo>
                    <a:pt x="44846" y="8243"/>
                    <a:pt x="44566" y="8522"/>
                    <a:pt x="44007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4" name="Forma libre 73">
              <a:extLst>
                <a:ext uri="{FF2B5EF4-FFF2-40B4-BE49-F238E27FC236}">
                  <a16:creationId xmlns:a16="http://schemas.microsoft.com/office/drawing/2014/main" id="{C96D7211-23BF-8041-A539-2BF23E52F21E}"/>
                </a:ext>
              </a:extLst>
            </p:cNvPr>
            <p:cNvSpPr/>
            <p:nvPr/>
          </p:nvSpPr>
          <p:spPr>
            <a:xfrm>
              <a:off x="2096869" y="2123844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A3FCD144-2943-2A4F-9864-344399A45641}"/>
                </a:ext>
              </a:extLst>
            </p:cNvPr>
            <p:cNvSpPr/>
            <p:nvPr/>
          </p:nvSpPr>
          <p:spPr>
            <a:xfrm>
              <a:off x="2141295" y="2123844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F0456BC4-E6A9-7141-BF11-AD498710A073}"/>
                </a:ext>
              </a:extLst>
            </p:cNvPr>
            <p:cNvSpPr/>
            <p:nvPr/>
          </p:nvSpPr>
          <p:spPr>
            <a:xfrm>
              <a:off x="2072560" y="2136697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56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C25C2BF1-D9B0-974B-A367-5864BF50F3D4}"/>
                </a:ext>
              </a:extLst>
            </p:cNvPr>
            <p:cNvSpPr/>
            <p:nvPr/>
          </p:nvSpPr>
          <p:spPr>
            <a:xfrm>
              <a:off x="2096869" y="2136697"/>
              <a:ext cx="27941" cy="8382"/>
            </a:xfrm>
            <a:custGeom>
              <a:avLst/>
              <a:gdLst>
                <a:gd name="connsiteX0" fmla="*/ 24169 w 27941"/>
                <a:gd name="connsiteY0" fmla="*/ 8243 h 8382"/>
                <a:gd name="connsiteX1" fmla="*/ 3772 w 27941"/>
                <a:gd name="connsiteY1" fmla="*/ 8243 h 8382"/>
                <a:gd name="connsiteX2" fmla="*/ 2096 w 27941"/>
                <a:gd name="connsiteY2" fmla="*/ 5169 h 8382"/>
                <a:gd name="connsiteX3" fmla="*/ 2096 w 27941"/>
                <a:gd name="connsiteY3" fmla="*/ 5169 h 8382"/>
                <a:gd name="connsiteX4" fmla="*/ 3772 w 27941"/>
                <a:gd name="connsiteY4" fmla="*/ 2096 h 8382"/>
                <a:gd name="connsiteX5" fmla="*/ 24169 w 27941"/>
                <a:gd name="connsiteY5" fmla="*/ 2096 h 8382"/>
                <a:gd name="connsiteX6" fmla="*/ 25846 w 27941"/>
                <a:gd name="connsiteY6" fmla="*/ 5169 h 8382"/>
                <a:gd name="connsiteX7" fmla="*/ 25846 w 27941"/>
                <a:gd name="connsiteY7" fmla="*/ 5169 h 8382"/>
                <a:gd name="connsiteX8" fmla="*/ 24169 w 279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41" h="8382">
                  <a:moveTo>
                    <a:pt x="24169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4169" y="2096"/>
                  </a:lnTo>
                  <a:cubicBezTo>
                    <a:pt x="25007" y="2096"/>
                    <a:pt x="25846" y="3493"/>
                    <a:pt x="25846" y="5169"/>
                  </a:cubicBezTo>
                  <a:lnTo>
                    <a:pt x="25846" y="5169"/>
                  </a:lnTo>
                  <a:cubicBezTo>
                    <a:pt x="25846" y="6566"/>
                    <a:pt x="25007" y="8243"/>
                    <a:pt x="24169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84EAAB71-219C-DD4B-A7B0-9559939CAD3D}"/>
                </a:ext>
              </a:extLst>
            </p:cNvPr>
            <p:cNvSpPr/>
            <p:nvPr/>
          </p:nvSpPr>
          <p:spPr>
            <a:xfrm>
              <a:off x="2072560" y="2086682"/>
              <a:ext cx="22353" cy="8382"/>
            </a:xfrm>
            <a:custGeom>
              <a:avLst/>
              <a:gdLst>
                <a:gd name="connsiteX0" fmla="*/ 3772 w 22352"/>
                <a:gd name="connsiteY0" fmla="*/ 8243 h 8382"/>
                <a:gd name="connsiteX1" fmla="*/ 2096 w 22352"/>
                <a:gd name="connsiteY1" fmla="*/ 5169 h 8382"/>
                <a:gd name="connsiteX2" fmla="*/ 2096 w 22352"/>
                <a:gd name="connsiteY2" fmla="*/ 5169 h 8382"/>
                <a:gd name="connsiteX3" fmla="*/ 3772 w 22352"/>
                <a:gd name="connsiteY3" fmla="*/ 2096 h 8382"/>
                <a:gd name="connsiteX4" fmla="*/ 20257 w 22352"/>
                <a:gd name="connsiteY4" fmla="*/ 2096 h 8382"/>
                <a:gd name="connsiteX5" fmla="*/ 21934 w 22352"/>
                <a:gd name="connsiteY5" fmla="*/ 5169 h 8382"/>
                <a:gd name="connsiteX6" fmla="*/ 21934 w 22352"/>
                <a:gd name="connsiteY6" fmla="*/ 5169 h 8382"/>
                <a:gd name="connsiteX7" fmla="*/ 20257 w 22352"/>
                <a:gd name="connsiteY7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52" h="8382">
                  <a:moveTo>
                    <a:pt x="3772" y="8243"/>
                  </a:move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F64BF426-E9FE-424E-AE57-E66DD562CBBF}"/>
                </a:ext>
              </a:extLst>
            </p:cNvPr>
            <p:cNvSpPr/>
            <p:nvPr/>
          </p:nvSpPr>
          <p:spPr>
            <a:xfrm>
              <a:off x="2162530" y="2086403"/>
              <a:ext cx="50294" cy="8382"/>
            </a:xfrm>
            <a:custGeom>
              <a:avLst/>
              <a:gdLst>
                <a:gd name="connsiteX0" fmla="*/ 49316 w 50294"/>
                <a:gd name="connsiteY0" fmla="*/ 8522 h 8382"/>
                <a:gd name="connsiteX1" fmla="*/ 2934 w 50294"/>
                <a:gd name="connsiteY1" fmla="*/ 8522 h 8382"/>
                <a:gd name="connsiteX2" fmla="*/ 2096 w 50294"/>
                <a:gd name="connsiteY2" fmla="*/ 7684 h 8382"/>
                <a:gd name="connsiteX3" fmla="*/ 2096 w 50294"/>
                <a:gd name="connsiteY3" fmla="*/ 2934 h 8382"/>
                <a:gd name="connsiteX4" fmla="*/ 2934 w 50294"/>
                <a:gd name="connsiteY4" fmla="*/ 2096 h 8382"/>
                <a:gd name="connsiteX5" fmla="*/ 49316 w 50294"/>
                <a:gd name="connsiteY5" fmla="*/ 2096 h 8382"/>
                <a:gd name="connsiteX6" fmla="*/ 50154 w 50294"/>
                <a:gd name="connsiteY6" fmla="*/ 2934 h 8382"/>
                <a:gd name="connsiteX7" fmla="*/ 50154 w 50294"/>
                <a:gd name="connsiteY7" fmla="*/ 7684 h 8382"/>
                <a:gd name="connsiteX8" fmla="*/ 49316 w 50294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9316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9316" y="2096"/>
                  </a:lnTo>
                  <a:cubicBezTo>
                    <a:pt x="49875" y="2096"/>
                    <a:pt x="50154" y="2375"/>
                    <a:pt x="50154" y="2934"/>
                  </a:cubicBezTo>
                  <a:lnTo>
                    <a:pt x="50154" y="7684"/>
                  </a:lnTo>
                  <a:cubicBezTo>
                    <a:pt x="50154" y="7963"/>
                    <a:pt x="49595" y="8522"/>
                    <a:pt x="49316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9D9CE236-1AD9-7D43-A5E1-D7782436FA6D}"/>
                </a:ext>
              </a:extLst>
            </p:cNvPr>
            <p:cNvSpPr/>
            <p:nvPr/>
          </p:nvSpPr>
          <p:spPr>
            <a:xfrm>
              <a:off x="2096869" y="2086682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1" name="Forma libre 80">
              <a:extLst>
                <a:ext uri="{FF2B5EF4-FFF2-40B4-BE49-F238E27FC236}">
                  <a16:creationId xmlns:a16="http://schemas.microsoft.com/office/drawing/2014/main" id="{8232D71D-84B2-5149-B4C0-C4A1778E56CA}"/>
                </a:ext>
              </a:extLst>
            </p:cNvPr>
            <p:cNvSpPr/>
            <p:nvPr/>
          </p:nvSpPr>
          <p:spPr>
            <a:xfrm>
              <a:off x="2141295" y="2086682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F2FAEEE1-461C-A848-903A-6EC637A4E9F1}"/>
                </a:ext>
              </a:extLst>
            </p:cNvPr>
            <p:cNvSpPr/>
            <p:nvPr/>
          </p:nvSpPr>
          <p:spPr>
            <a:xfrm>
              <a:off x="2096869" y="2150109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E127B8BE-E514-7443-AB76-585B92DE0EC8}"/>
                </a:ext>
              </a:extLst>
            </p:cNvPr>
            <p:cNvSpPr/>
            <p:nvPr/>
          </p:nvSpPr>
          <p:spPr>
            <a:xfrm>
              <a:off x="2096869" y="2163241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0773A343-060C-D448-B380-7F27395B3950}"/>
                </a:ext>
              </a:extLst>
            </p:cNvPr>
            <p:cNvSpPr/>
            <p:nvPr/>
          </p:nvSpPr>
          <p:spPr>
            <a:xfrm>
              <a:off x="2133192" y="2163241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282AC114-BD27-AE4E-83C2-2605C38CC375}"/>
                </a:ext>
              </a:extLst>
            </p:cNvPr>
            <p:cNvSpPr/>
            <p:nvPr/>
          </p:nvSpPr>
          <p:spPr>
            <a:xfrm>
              <a:off x="2096869" y="2227506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56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E2D02FEC-CB37-6444-A2B8-D28B5DB42653}"/>
                </a:ext>
              </a:extLst>
            </p:cNvPr>
            <p:cNvSpPr/>
            <p:nvPr/>
          </p:nvSpPr>
          <p:spPr>
            <a:xfrm>
              <a:off x="2072560" y="2240638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3F63E7E6-35FB-B54A-A3FE-3A06C1635E2A}"/>
                </a:ext>
              </a:extLst>
            </p:cNvPr>
            <p:cNvSpPr/>
            <p:nvPr/>
          </p:nvSpPr>
          <p:spPr>
            <a:xfrm>
              <a:off x="2096869" y="2240638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75FE54D1-DE31-7E43-BCE2-F3B00EC82192}"/>
                </a:ext>
              </a:extLst>
            </p:cNvPr>
            <p:cNvSpPr/>
            <p:nvPr/>
          </p:nvSpPr>
          <p:spPr>
            <a:xfrm>
              <a:off x="2133192" y="2240638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F69EFC1F-333C-5D4F-96DA-8EB75BBCA488}"/>
                </a:ext>
              </a:extLst>
            </p:cNvPr>
            <p:cNvSpPr/>
            <p:nvPr/>
          </p:nvSpPr>
          <p:spPr>
            <a:xfrm>
              <a:off x="2072560" y="217637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8462F4D8-6938-7A40-ABA4-904667EB1C97}"/>
                </a:ext>
              </a:extLst>
            </p:cNvPr>
            <p:cNvSpPr/>
            <p:nvPr/>
          </p:nvSpPr>
          <p:spPr>
            <a:xfrm>
              <a:off x="2096869" y="2176094"/>
              <a:ext cx="89412" cy="8382"/>
            </a:xfrm>
            <a:custGeom>
              <a:avLst/>
              <a:gdLst>
                <a:gd name="connsiteX0" fmla="*/ 88992 w 89411"/>
                <a:gd name="connsiteY0" fmla="*/ 8522 h 8382"/>
                <a:gd name="connsiteX1" fmla="*/ 2934 w 89411"/>
                <a:gd name="connsiteY1" fmla="*/ 8522 h 8382"/>
                <a:gd name="connsiteX2" fmla="*/ 2096 w 89411"/>
                <a:gd name="connsiteY2" fmla="*/ 7684 h 8382"/>
                <a:gd name="connsiteX3" fmla="*/ 2096 w 89411"/>
                <a:gd name="connsiteY3" fmla="*/ 2934 h 8382"/>
                <a:gd name="connsiteX4" fmla="*/ 2934 w 89411"/>
                <a:gd name="connsiteY4" fmla="*/ 2096 h 8382"/>
                <a:gd name="connsiteX5" fmla="*/ 88992 w 89411"/>
                <a:gd name="connsiteY5" fmla="*/ 2096 h 8382"/>
                <a:gd name="connsiteX6" fmla="*/ 89831 w 89411"/>
                <a:gd name="connsiteY6" fmla="*/ 2934 h 8382"/>
                <a:gd name="connsiteX7" fmla="*/ 89831 w 89411"/>
                <a:gd name="connsiteY7" fmla="*/ 7684 h 8382"/>
                <a:gd name="connsiteX8" fmla="*/ 88992 w 89411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411" h="8382">
                  <a:moveTo>
                    <a:pt x="88992" y="8522"/>
                  </a:moveTo>
                  <a:lnTo>
                    <a:pt x="2934" y="8522"/>
                  </a:lnTo>
                  <a:cubicBezTo>
                    <a:pt x="2654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654"/>
                    <a:pt x="2375" y="2096"/>
                    <a:pt x="2934" y="2096"/>
                  </a:cubicBezTo>
                  <a:lnTo>
                    <a:pt x="88992" y="2096"/>
                  </a:lnTo>
                  <a:cubicBezTo>
                    <a:pt x="89272" y="2096"/>
                    <a:pt x="89831" y="2375"/>
                    <a:pt x="89831" y="2934"/>
                  </a:cubicBezTo>
                  <a:lnTo>
                    <a:pt x="89831" y="7684"/>
                  </a:lnTo>
                  <a:cubicBezTo>
                    <a:pt x="89831" y="8243"/>
                    <a:pt x="89551" y="8522"/>
                    <a:pt x="88992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F9DB82AE-920C-0F4E-B74E-4BC5E6E4492A}"/>
                </a:ext>
              </a:extLst>
            </p:cNvPr>
            <p:cNvSpPr/>
            <p:nvPr/>
          </p:nvSpPr>
          <p:spPr>
            <a:xfrm>
              <a:off x="2072560" y="2189506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732280F5-B137-E041-9FF7-09CAC837F396}"/>
                </a:ext>
              </a:extLst>
            </p:cNvPr>
            <p:cNvSpPr/>
            <p:nvPr/>
          </p:nvSpPr>
          <p:spPr>
            <a:xfrm>
              <a:off x="2096869" y="2189506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3" name="Forma libre 92">
              <a:extLst>
                <a:ext uri="{FF2B5EF4-FFF2-40B4-BE49-F238E27FC236}">
                  <a16:creationId xmlns:a16="http://schemas.microsoft.com/office/drawing/2014/main" id="{74751B00-9506-3346-A890-C8037A7CE369}"/>
                </a:ext>
              </a:extLst>
            </p:cNvPr>
            <p:cNvSpPr/>
            <p:nvPr/>
          </p:nvSpPr>
          <p:spPr>
            <a:xfrm>
              <a:off x="2141295" y="2189506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4" name="Forma libre 93">
              <a:extLst>
                <a:ext uri="{FF2B5EF4-FFF2-40B4-BE49-F238E27FC236}">
                  <a16:creationId xmlns:a16="http://schemas.microsoft.com/office/drawing/2014/main" id="{E9639015-90C9-0E42-94D5-0DF24F067B8D}"/>
                </a:ext>
              </a:extLst>
            </p:cNvPr>
            <p:cNvSpPr/>
            <p:nvPr/>
          </p:nvSpPr>
          <p:spPr>
            <a:xfrm>
              <a:off x="2072560" y="2202359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B4DB2120-CC81-1642-831C-50CD61603D37}"/>
                </a:ext>
              </a:extLst>
            </p:cNvPr>
            <p:cNvSpPr/>
            <p:nvPr/>
          </p:nvSpPr>
          <p:spPr>
            <a:xfrm>
              <a:off x="2096869" y="2202079"/>
              <a:ext cx="114559" cy="8382"/>
            </a:xfrm>
            <a:custGeom>
              <a:avLst/>
              <a:gdLst>
                <a:gd name="connsiteX0" fmla="*/ 111625 w 114558"/>
                <a:gd name="connsiteY0" fmla="*/ 8522 h 8382"/>
                <a:gd name="connsiteX1" fmla="*/ 2934 w 114558"/>
                <a:gd name="connsiteY1" fmla="*/ 8522 h 8382"/>
                <a:gd name="connsiteX2" fmla="*/ 2096 w 114558"/>
                <a:gd name="connsiteY2" fmla="*/ 7684 h 8382"/>
                <a:gd name="connsiteX3" fmla="*/ 2096 w 114558"/>
                <a:gd name="connsiteY3" fmla="*/ 2934 h 8382"/>
                <a:gd name="connsiteX4" fmla="*/ 2934 w 114558"/>
                <a:gd name="connsiteY4" fmla="*/ 2096 h 8382"/>
                <a:gd name="connsiteX5" fmla="*/ 111625 w 114558"/>
                <a:gd name="connsiteY5" fmla="*/ 2096 h 8382"/>
                <a:gd name="connsiteX6" fmla="*/ 112463 w 114558"/>
                <a:gd name="connsiteY6" fmla="*/ 2934 h 8382"/>
                <a:gd name="connsiteX7" fmla="*/ 112463 w 114558"/>
                <a:gd name="connsiteY7" fmla="*/ 7684 h 8382"/>
                <a:gd name="connsiteX8" fmla="*/ 111625 w 11455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8382">
                  <a:moveTo>
                    <a:pt x="111625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111625" y="2096"/>
                  </a:lnTo>
                  <a:cubicBezTo>
                    <a:pt x="112184" y="2096"/>
                    <a:pt x="112463" y="2375"/>
                    <a:pt x="112463" y="2934"/>
                  </a:cubicBezTo>
                  <a:lnTo>
                    <a:pt x="112463" y="7684"/>
                  </a:lnTo>
                  <a:cubicBezTo>
                    <a:pt x="112463" y="8243"/>
                    <a:pt x="112184" y="8522"/>
                    <a:pt x="111625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CCA1CBF6-E0A3-4A47-AEC2-A991218359E8}"/>
                </a:ext>
              </a:extLst>
            </p:cNvPr>
            <p:cNvSpPr/>
            <p:nvPr/>
          </p:nvSpPr>
          <p:spPr>
            <a:xfrm>
              <a:off x="2072560" y="225265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E8033667-6498-8B48-8E28-64966D1764CA}"/>
                </a:ext>
              </a:extLst>
            </p:cNvPr>
            <p:cNvSpPr/>
            <p:nvPr/>
          </p:nvSpPr>
          <p:spPr>
            <a:xfrm>
              <a:off x="2162530" y="2252653"/>
              <a:ext cx="58676" cy="8382"/>
            </a:xfrm>
            <a:custGeom>
              <a:avLst/>
              <a:gdLst>
                <a:gd name="connsiteX0" fmla="*/ 55743 w 58676"/>
                <a:gd name="connsiteY0" fmla="*/ 8243 h 8382"/>
                <a:gd name="connsiteX1" fmla="*/ 3772 w 58676"/>
                <a:gd name="connsiteY1" fmla="*/ 8243 h 8382"/>
                <a:gd name="connsiteX2" fmla="*/ 2096 w 58676"/>
                <a:gd name="connsiteY2" fmla="*/ 5169 h 8382"/>
                <a:gd name="connsiteX3" fmla="*/ 2096 w 58676"/>
                <a:gd name="connsiteY3" fmla="*/ 5169 h 8382"/>
                <a:gd name="connsiteX4" fmla="*/ 3772 w 58676"/>
                <a:gd name="connsiteY4" fmla="*/ 2096 h 8382"/>
                <a:gd name="connsiteX5" fmla="*/ 55743 w 58676"/>
                <a:gd name="connsiteY5" fmla="*/ 2096 h 8382"/>
                <a:gd name="connsiteX6" fmla="*/ 57419 w 58676"/>
                <a:gd name="connsiteY6" fmla="*/ 5169 h 8382"/>
                <a:gd name="connsiteX7" fmla="*/ 57419 w 58676"/>
                <a:gd name="connsiteY7" fmla="*/ 5169 h 8382"/>
                <a:gd name="connsiteX8" fmla="*/ 55743 w 58676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76" h="8382">
                  <a:moveTo>
                    <a:pt x="55743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55743" y="2096"/>
                  </a:lnTo>
                  <a:cubicBezTo>
                    <a:pt x="56581" y="2096"/>
                    <a:pt x="57419" y="3493"/>
                    <a:pt x="57419" y="5169"/>
                  </a:cubicBezTo>
                  <a:lnTo>
                    <a:pt x="57419" y="5169"/>
                  </a:lnTo>
                  <a:cubicBezTo>
                    <a:pt x="57140" y="6846"/>
                    <a:pt x="56581" y="8243"/>
                    <a:pt x="55743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8" name="Forma libre 97">
              <a:extLst>
                <a:ext uri="{FF2B5EF4-FFF2-40B4-BE49-F238E27FC236}">
                  <a16:creationId xmlns:a16="http://schemas.microsoft.com/office/drawing/2014/main" id="{2DA2BCD7-0689-1649-9A13-7F8393585F16}"/>
                </a:ext>
              </a:extLst>
            </p:cNvPr>
            <p:cNvSpPr/>
            <p:nvPr/>
          </p:nvSpPr>
          <p:spPr>
            <a:xfrm>
              <a:off x="2096869" y="2252653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9" name="Forma libre 98">
              <a:extLst>
                <a:ext uri="{FF2B5EF4-FFF2-40B4-BE49-F238E27FC236}">
                  <a16:creationId xmlns:a16="http://schemas.microsoft.com/office/drawing/2014/main" id="{60C62CFA-8700-6F40-992A-367DF73EC7C7}"/>
                </a:ext>
              </a:extLst>
            </p:cNvPr>
            <p:cNvSpPr/>
            <p:nvPr/>
          </p:nvSpPr>
          <p:spPr>
            <a:xfrm>
              <a:off x="2141295" y="2252653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0" name="Forma libre 99">
              <a:extLst>
                <a:ext uri="{FF2B5EF4-FFF2-40B4-BE49-F238E27FC236}">
                  <a16:creationId xmlns:a16="http://schemas.microsoft.com/office/drawing/2014/main" id="{7022F533-DBC4-8E47-8115-2404AB111151}"/>
                </a:ext>
              </a:extLst>
            </p:cNvPr>
            <p:cNvSpPr/>
            <p:nvPr/>
          </p:nvSpPr>
          <p:spPr>
            <a:xfrm>
              <a:off x="2097148" y="2265506"/>
              <a:ext cx="75441" cy="8382"/>
            </a:xfrm>
            <a:custGeom>
              <a:avLst/>
              <a:gdLst>
                <a:gd name="connsiteX0" fmla="*/ 74184 w 75441"/>
                <a:gd name="connsiteY0" fmla="*/ 8243 h 8382"/>
                <a:gd name="connsiteX1" fmla="*/ 2654 w 75441"/>
                <a:gd name="connsiteY1" fmla="*/ 8243 h 8382"/>
                <a:gd name="connsiteX2" fmla="*/ 2096 w 75441"/>
                <a:gd name="connsiteY2" fmla="*/ 7684 h 8382"/>
                <a:gd name="connsiteX3" fmla="*/ 2096 w 75441"/>
                <a:gd name="connsiteY3" fmla="*/ 2654 h 8382"/>
                <a:gd name="connsiteX4" fmla="*/ 2654 w 75441"/>
                <a:gd name="connsiteY4" fmla="*/ 2096 h 8382"/>
                <a:gd name="connsiteX5" fmla="*/ 74184 w 75441"/>
                <a:gd name="connsiteY5" fmla="*/ 2096 h 8382"/>
                <a:gd name="connsiteX6" fmla="*/ 74742 w 75441"/>
                <a:gd name="connsiteY6" fmla="*/ 2654 h 8382"/>
                <a:gd name="connsiteX7" fmla="*/ 74742 w 75441"/>
                <a:gd name="connsiteY7" fmla="*/ 7684 h 8382"/>
                <a:gd name="connsiteX8" fmla="*/ 74184 w 754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441" h="8382">
                  <a:moveTo>
                    <a:pt x="74184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74184" y="2096"/>
                  </a:lnTo>
                  <a:cubicBezTo>
                    <a:pt x="74463" y="2096"/>
                    <a:pt x="74742" y="2375"/>
                    <a:pt x="74742" y="2654"/>
                  </a:cubicBezTo>
                  <a:lnTo>
                    <a:pt x="74742" y="7684"/>
                  </a:lnTo>
                  <a:cubicBezTo>
                    <a:pt x="74742" y="7963"/>
                    <a:pt x="74463" y="8243"/>
                    <a:pt x="74184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1" name="Forma libre 100">
              <a:extLst>
                <a:ext uri="{FF2B5EF4-FFF2-40B4-BE49-F238E27FC236}">
                  <a16:creationId xmlns:a16="http://schemas.microsoft.com/office/drawing/2014/main" id="{879B43B4-75D4-0D4F-B577-C182D20E20DA}"/>
                </a:ext>
              </a:extLst>
            </p:cNvPr>
            <p:cNvSpPr/>
            <p:nvPr/>
          </p:nvSpPr>
          <p:spPr>
            <a:xfrm>
              <a:off x="2162530" y="2215212"/>
              <a:ext cx="53088" cy="8382"/>
            </a:xfrm>
            <a:custGeom>
              <a:avLst/>
              <a:gdLst>
                <a:gd name="connsiteX0" fmla="*/ 52110 w 53088"/>
                <a:gd name="connsiteY0" fmla="*/ 8522 h 8382"/>
                <a:gd name="connsiteX1" fmla="*/ 2934 w 53088"/>
                <a:gd name="connsiteY1" fmla="*/ 8522 h 8382"/>
                <a:gd name="connsiteX2" fmla="*/ 2096 w 53088"/>
                <a:gd name="connsiteY2" fmla="*/ 7684 h 8382"/>
                <a:gd name="connsiteX3" fmla="*/ 2096 w 53088"/>
                <a:gd name="connsiteY3" fmla="*/ 2934 h 8382"/>
                <a:gd name="connsiteX4" fmla="*/ 2934 w 53088"/>
                <a:gd name="connsiteY4" fmla="*/ 2096 h 8382"/>
                <a:gd name="connsiteX5" fmla="*/ 52110 w 53088"/>
                <a:gd name="connsiteY5" fmla="*/ 2096 h 8382"/>
                <a:gd name="connsiteX6" fmla="*/ 52948 w 53088"/>
                <a:gd name="connsiteY6" fmla="*/ 2934 h 8382"/>
                <a:gd name="connsiteX7" fmla="*/ 52948 w 53088"/>
                <a:gd name="connsiteY7" fmla="*/ 7684 h 8382"/>
                <a:gd name="connsiteX8" fmla="*/ 52110 w 5308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088" h="8382">
                  <a:moveTo>
                    <a:pt x="52110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52110" y="2096"/>
                  </a:lnTo>
                  <a:cubicBezTo>
                    <a:pt x="52669" y="2096"/>
                    <a:pt x="52948" y="2375"/>
                    <a:pt x="52948" y="2934"/>
                  </a:cubicBezTo>
                  <a:lnTo>
                    <a:pt x="52948" y="7684"/>
                  </a:lnTo>
                  <a:cubicBezTo>
                    <a:pt x="52948" y="8243"/>
                    <a:pt x="52390" y="8522"/>
                    <a:pt x="52110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BB9331F8-66F3-2544-8A88-3CFBEF415DF9}"/>
                </a:ext>
              </a:extLst>
            </p:cNvPr>
            <p:cNvSpPr/>
            <p:nvPr/>
          </p:nvSpPr>
          <p:spPr>
            <a:xfrm>
              <a:off x="2096869" y="2215491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FBBC49FE-49E9-5848-8CE4-8169DA5A73FF}"/>
                </a:ext>
              </a:extLst>
            </p:cNvPr>
            <p:cNvSpPr/>
            <p:nvPr/>
          </p:nvSpPr>
          <p:spPr>
            <a:xfrm>
              <a:off x="2141295" y="2215491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4" name="Forma libre 103">
              <a:extLst>
                <a:ext uri="{FF2B5EF4-FFF2-40B4-BE49-F238E27FC236}">
                  <a16:creationId xmlns:a16="http://schemas.microsoft.com/office/drawing/2014/main" id="{10610168-5CAE-844C-AD17-9005B6984FF9}"/>
                </a:ext>
              </a:extLst>
            </p:cNvPr>
            <p:cNvSpPr/>
            <p:nvPr/>
          </p:nvSpPr>
          <p:spPr>
            <a:xfrm>
              <a:off x="2210869" y="1939153"/>
              <a:ext cx="106176" cy="106176"/>
            </a:xfrm>
            <a:custGeom>
              <a:avLst/>
              <a:gdLst>
                <a:gd name="connsiteX0" fmla="*/ 106037 w 106176"/>
                <a:gd name="connsiteY0" fmla="*/ 54066 h 106176"/>
                <a:gd name="connsiteX1" fmla="*/ 54066 w 106176"/>
                <a:gd name="connsiteY1" fmla="*/ 106037 h 106176"/>
                <a:gd name="connsiteX2" fmla="*/ 2096 w 106176"/>
                <a:gd name="connsiteY2" fmla="*/ 54066 h 106176"/>
                <a:gd name="connsiteX3" fmla="*/ 54066 w 106176"/>
                <a:gd name="connsiteY3" fmla="*/ 2096 h 106176"/>
                <a:gd name="connsiteX4" fmla="*/ 106037 w 106176"/>
                <a:gd name="connsiteY4" fmla="*/ 54066 h 1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76" h="106176">
                  <a:moveTo>
                    <a:pt x="106037" y="54066"/>
                  </a:moveTo>
                  <a:cubicBezTo>
                    <a:pt x="106037" y="82769"/>
                    <a:pt x="82769" y="106037"/>
                    <a:pt x="54066" y="106037"/>
                  </a:cubicBezTo>
                  <a:cubicBezTo>
                    <a:pt x="25364" y="106037"/>
                    <a:pt x="2096" y="82769"/>
                    <a:pt x="2096" y="54066"/>
                  </a:cubicBezTo>
                  <a:cubicBezTo>
                    <a:pt x="2096" y="25364"/>
                    <a:pt x="25364" y="2096"/>
                    <a:pt x="54066" y="2096"/>
                  </a:cubicBezTo>
                  <a:cubicBezTo>
                    <a:pt x="82769" y="2096"/>
                    <a:pt x="106037" y="25364"/>
                    <a:pt x="106037" y="54066"/>
                  </a:cubicBezTo>
                  <a:close/>
                </a:path>
              </a:pathLst>
            </a:custGeom>
            <a:solidFill>
              <a:srgbClr val="CB6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4F0D2DB7-E037-6E45-9F85-810E9B1E0EEB}"/>
                </a:ext>
              </a:extLst>
            </p:cNvPr>
            <p:cNvSpPr/>
            <p:nvPr/>
          </p:nvSpPr>
          <p:spPr>
            <a:xfrm>
              <a:off x="2229589" y="1978550"/>
              <a:ext cx="33529" cy="33529"/>
            </a:xfrm>
            <a:custGeom>
              <a:avLst/>
              <a:gdLst>
                <a:gd name="connsiteX0" fmla="*/ 31713 w 33529"/>
                <a:gd name="connsiteY0" fmla="*/ 9640 h 33529"/>
                <a:gd name="connsiteX1" fmla="*/ 11037 w 33529"/>
                <a:gd name="connsiteY1" fmla="*/ 17184 h 33529"/>
                <a:gd name="connsiteX2" fmla="*/ 31713 w 33529"/>
                <a:gd name="connsiteY2" fmla="*/ 24728 h 33529"/>
                <a:gd name="connsiteX3" fmla="*/ 31713 w 33529"/>
                <a:gd name="connsiteY3" fmla="*/ 32551 h 33529"/>
                <a:gd name="connsiteX4" fmla="*/ 2096 w 33529"/>
                <a:gd name="connsiteY4" fmla="*/ 21375 h 33529"/>
                <a:gd name="connsiteX5" fmla="*/ 2096 w 33529"/>
                <a:gd name="connsiteY5" fmla="*/ 13272 h 33529"/>
                <a:gd name="connsiteX6" fmla="*/ 31713 w 33529"/>
                <a:gd name="connsiteY6" fmla="*/ 2096 h 33529"/>
                <a:gd name="connsiteX7" fmla="*/ 31713 w 33529"/>
                <a:gd name="connsiteY7" fmla="*/ 96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31713" y="9640"/>
                  </a:moveTo>
                  <a:lnTo>
                    <a:pt x="11037" y="17184"/>
                  </a:lnTo>
                  <a:lnTo>
                    <a:pt x="31713" y="24728"/>
                  </a:lnTo>
                  <a:lnTo>
                    <a:pt x="31713" y="32551"/>
                  </a:lnTo>
                  <a:lnTo>
                    <a:pt x="2096" y="21375"/>
                  </a:lnTo>
                  <a:lnTo>
                    <a:pt x="2096" y="13272"/>
                  </a:lnTo>
                  <a:lnTo>
                    <a:pt x="31713" y="2096"/>
                  </a:lnTo>
                  <a:lnTo>
                    <a:pt x="31713" y="9640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165C0DC9-AD34-0D49-A58A-6CDD9A34D2E2}"/>
                </a:ext>
              </a:extLst>
            </p:cNvPr>
            <p:cNvSpPr/>
            <p:nvPr/>
          </p:nvSpPr>
          <p:spPr>
            <a:xfrm>
              <a:off x="2265913" y="1978550"/>
              <a:ext cx="33529" cy="33529"/>
            </a:xfrm>
            <a:custGeom>
              <a:avLst/>
              <a:gdLst>
                <a:gd name="connsiteX0" fmla="*/ 2096 w 33529"/>
                <a:gd name="connsiteY0" fmla="*/ 2096 h 33529"/>
                <a:gd name="connsiteX1" fmla="*/ 31713 w 33529"/>
                <a:gd name="connsiteY1" fmla="*/ 13272 h 33529"/>
                <a:gd name="connsiteX2" fmla="*/ 31713 w 33529"/>
                <a:gd name="connsiteY2" fmla="*/ 21375 h 33529"/>
                <a:gd name="connsiteX3" fmla="*/ 2096 w 33529"/>
                <a:gd name="connsiteY3" fmla="*/ 32551 h 33529"/>
                <a:gd name="connsiteX4" fmla="*/ 2096 w 33529"/>
                <a:gd name="connsiteY4" fmla="*/ 24728 h 33529"/>
                <a:gd name="connsiteX5" fmla="*/ 22772 w 33529"/>
                <a:gd name="connsiteY5" fmla="*/ 17184 h 33529"/>
                <a:gd name="connsiteX6" fmla="*/ 2096 w 33529"/>
                <a:gd name="connsiteY6" fmla="*/ 9640 h 33529"/>
                <a:gd name="connsiteX7" fmla="*/ 2096 w 33529"/>
                <a:gd name="connsiteY7" fmla="*/ 2096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2096" y="2096"/>
                  </a:moveTo>
                  <a:lnTo>
                    <a:pt x="31713" y="13272"/>
                  </a:lnTo>
                  <a:lnTo>
                    <a:pt x="31713" y="21375"/>
                  </a:lnTo>
                  <a:lnTo>
                    <a:pt x="2096" y="32551"/>
                  </a:lnTo>
                  <a:lnTo>
                    <a:pt x="2096" y="24728"/>
                  </a:lnTo>
                  <a:lnTo>
                    <a:pt x="22772" y="17184"/>
                  </a:lnTo>
                  <a:lnTo>
                    <a:pt x="2096" y="9640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37D44EAD-8309-9C47-8803-CAD2F430CF63}"/>
                </a:ext>
              </a:extLst>
            </p:cNvPr>
            <p:cNvSpPr/>
            <p:nvPr/>
          </p:nvSpPr>
          <p:spPr>
            <a:xfrm>
              <a:off x="1808378" y="2689115"/>
              <a:ext cx="234705" cy="234705"/>
            </a:xfrm>
            <a:custGeom>
              <a:avLst/>
              <a:gdLst>
                <a:gd name="connsiteX0" fmla="*/ 187466 w 234705"/>
                <a:gd name="connsiteY0" fmla="*/ 71820 h 234705"/>
                <a:gd name="connsiteX1" fmla="*/ 165293 w 234705"/>
                <a:gd name="connsiteY1" fmla="*/ 187466 h 234705"/>
                <a:gd name="connsiteX2" fmla="*/ 49647 w 234705"/>
                <a:gd name="connsiteY2" fmla="*/ 165293 h 234705"/>
                <a:gd name="connsiteX3" fmla="*/ 71820 w 234705"/>
                <a:gd name="connsiteY3" fmla="*/ 49647 h 234705"/>
                <a:gd name="connsiteX4" fmla="*/ 187466 w 234705"/>
                <a:gd name="connsiteY4" fmla="*/ 71820 h 23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05" h="234705">
                  <a:moveTo>
                    <a:pt x="187466" y="71820"/>
                  </a:moveTo>
                  <a:cubicBezTo>
                    <a:pt x="213278" y="109878"/>
                    <a:pt x="203351" y="161655"/>
                    <a:pt x="165293" y="187466"/>
                  </a:cubicBezTo>
                  <a:cubicBezTo>
                    <a:pt x="127235" y="213278"/>
                    <a:pt x="75459" y="203351"/>
                    <a:pt x="49647" y="165293"/>
                  </a:cubicBezTo>
                  <a:cubicBezTo>
                    <a:pt x="23835" y="127235"/>
                    <a:pt x="33763" y="75459"/>
                    <a:pt x="71820" y="49647"/>
                  </a:cubicBezTo>
                  <a:cubicBezTo>
                    <a:pt x="109878" y="23835"/>
                    <a:pt x="161655" y="33763"/>
                    <a:pt x="187466" y="71820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8" name="Forma libre 107">
              <a:extLst>
                <a:ext uri="{FF2B5EF4-FFF2-40B4-BE49-F238E27FC236}">
                  <a16:creationId xmlns:a16="http://schemas.microsoft.com/office/drawing/2014/main" id="{03EF6318-4992-DD41-8AB5-C3AEEC394BE8}"/>
                </a:ext>
              </a:extLst>
            </p:cNvPr>
            <p:cNvSpPr/>
            <p:nvPr/>
          </p:nvSpPr>
          <p:spPr>
            <a:xfrm>
              <a:off x="1880884" y="2761460"/>
              <a:ext cx="92206" cy="92206"/>
            </a:xfrm>
            <a:custGeom>
              <a:avLst/>
              <a:gdLst>
                <a:gd name="connsiteX0" fmla="*/ 90110 w 92205"/>
                <a:gd name="connsiteY0" fmla="*/ 41213 h 92205"/>
                <a:gd name="connsiteX1" fmla="*/ 87595 w 92205"/>
                <a:gd name="connsiteY1" fmla="*/ 55463 h 92205"/>
                <a:gd name="connsiteX2" fmla="*/ 80610 w 92205"/>
                <a:gd name="connsiteY2" fmla="*/ 65522 h 92205"/>
                <a:gd name="connsiteX3" fmla="*/ 69992 w 92205"/>
                <a:gd name="connsiteY3" fmla="*/ 69154 h 92205"/>
                <a:gd name="connsiteX4" fmla="*/ 63007 w 92205"/>
                <a:gd name="connsiteY4" fmla="*/ 67198 h 92205"/>
                <a:gd name="connsiteX5" fmla="*/ 58537 w 92205"/>
                <a:gd name="connsiteY5" fmla="*/ 62169 h 92205"/>
                <a:gd name="connsiteX6" fmla="*/ 57698 w 92205"/>
                <a:gd name="connsiteY6" fmla="*/ 62169 h 92205"/>
                <a:gd name="connsiteX7" fmla="*/ 42890 w 92205"/>
                <a:gd name="connsiteY7" fmla="*/ 69154 h 92205"/>
                <a:gd name="connsiteX8" fmla="*/ 27801 w 92205"/>
                <a:gd name="connsiteY8" fmla="*/ 63287 h 92205"/>
                <a:gd name="connsiteX9" fmla="*/ 22213 w 92205"/>
                <a:gd name="connsiteY9" fmla="*/ 47640 h 92205"/>
                <a:gd name="connsiteX10" fmla="*/ 29478 w 92205"/>
                <a:gd name="connsiteY10" fmla="*/ 29478 h 92205"/>
                <a:gd name="connsiteX11" fmla="*/ 48198 w 92205"/>
                <a:gd name="connsiteY11" fmla="*/ 22493 h 92205"/>
                <a:gd name="connsiteX12" fmla="*/ 58257 w 92205"/>
                <a:gd name="connsiteY12" fmla="*/ 23331 h 92205"/>
                <a:gd name="connsiteX13" fmla="*/ 67478 w 92205"/>
                <a:gd name="connsiteY13" fmla="*/ 25566 h 92205"/>
                <a:gd name="connsiteX14" fmla="*/ 66360 w 92205"/>
                <a:gd name="connsiteY14" fmla="*/ 51831 h 92205"/>
                <a:gd name="connsiteX15" fmla="*/ 70551 w 92205"/>
                <a:gd name="connsiteY15" fmla="*/ 59375 h 92205"/>
                <a:gd name="connsiteX16" fmla="*/ 76140 w 92205"/>
                <a:gd name="connsiteY16" fmla="*/ 54345 h 92205"/>
                <a:gd name="connsiteX17" fmla="*/ 78095 w 92205"/>
                <a:gd name="connsiteY17" fmla="*/ 41213 h 92205"/>
                <a:gd name="connsiteX18" fmla="*/ 74463 w 92205"/>
                <a:gd name="connsiteY18" fmla="*/ 25846 h 92205"/>
                <a:gd name="connsiteX19" fmla="*/ 64404 w 92205"/>
                <a:gd name="connsiteY19" fmla="*/ 15787 h 92205"/>
                <a:gd name="connsiteX20" fmla="*/ 49595 w 92205"/>
                <a:gd name="connsiteY20" fmla="*/ 12154 h 92205"/>
                <a:gd name="connsiteX21" fmla="*/ 30595 w 92205"/>
                <a:gd name="connsiteY21" fmla="*/ 16625 h 92205"/>
                <a:gd name="connsiteX22" fmla="*/ 18301 w 92205"/>
                <a:gd name="connsiteY22" fmla="*/ 29478 h 92205"/>
                <a:gd name="connsiteX23" fmla="*/ 14110 w 92205"/>
                <a:gd name="connsiteY23" fmla="*/ 49037 h 92205"/>
                <a:gd name="connsiteX24" fmla="*/ 21934 w 92205"/>
                <a:gd name="connsiteY24" fmla="*/ 71948 h 92205"/>
                <a:gd name="connsiteX25" fmla="*/ 44845 w 92205"/>
                <a:gd name="connsiteY25" fmla="*/ 79772 h 92205"/>
                <a:gd name="connsiteX26" fmla="*/ 57419 w 92205"/>
                <a:gd name="connsiteY26" fmla="*/ 78375 h 92205"/>
                <a:gd name="connsiteX27" fmla="*/ 70831 w 92205"/>
                <a:gd name="connsiteY27" fmla="*/ 74742 h 92205"/>
                <a:gd name="connsiteX28" fmla="*/ 70831 w 92205"/>
                <a:gd name="connsiteY28" fmla="*/ 85081 h 92205"/>
                <a:gd name="connsiteX29" fmla="*/ 45404 w 92205"/>
                <a:gd name="connsiteY29" fmla="*/ 90110 h 92205"/>
                <a:gd name="connsiteX30" fmla="*/ 13551 w 92205"/>
                <a:gd name="connsiteY30" fmla="*/ 79213 h 92205"/>
                <a:gd name="connsiteX31" fmla="*/ 2096 w 92205"/>
                <a:gd name="connsiteY31" fmla="*/ 49316 h 92205"/>
                <a:gd name="connsiteX32" fmla="*/ 7963 w 92205"/>
                <a:gd name="connsiteY32" fmla="*/ 25287 h 92205"/>
                <a:gd name="connsiteX33" fmla="*/ 24728 w 92205"/>
                <a:gd name="connsiteY33" fmla="*/ 8243 h 92205"/>
                <a:gd name="connsiteX34" fmla="*/ 49595 w 92205"/>
                <a:gd name="connsiteY34" fmla="*/ 2096 h 92205"/>
                <a:gd name="connsiteX35" fmla="*/ 70831 w 92205"/>
                <a:gd name="connsiteY35" fmla="*/ 6846 h 92205"/>
                <a:gd name="connsiteX36" fmla="*/ 85081 w 92205"/>
                <a:gd name="connsiteY36" fmla="*/ 20537 h 92205"/>
                <a:gd name="connsiteX37" fmla="*/ 90110 w 92205"/>
                <a:gd name="connsiteY37" fmla="*/ 41213 h 92205"/>
                <a:gd name="connsiteX38" fmla="*/ 34787 w 92205"/>
                <a:gd name="connsiteY38" fmla="*/ 48198 h 92205"/>
                <a:gd name="connsiteX39" fmla="*/ 44007 w 92205"/>
                <a:gd name="connsiteY39" fmla="*/ 59654 h 92205"/>
                <a:gd name="connsiteX40" fmla="*/ 51272 w 92205"/>
                <a:gd name="connsiteY40" fmla="*/ 56301 h 92205"/>
                <a:gd name="connsiteX41" fmla="*/ 54345 w 92205"/>
                <a:gd name="connsiteY41" fmla="*/ 45125 h 92205"/>
                <a:gd name="connsiteX42" fmla="*/ 55184 w 92205"/>
                <a:gd name="connsiteY42" fmla="*/ 33110 h 92205"/>
                <a:gd name="connsiteX43" fmla="*/ 49037 w 92205"/>
                <a:gd name="connsiteY43" fmla="*/ 32551 h 92205"/>
                <a:gd name="connsiteX44" fmla="*/ 38698 w 92205"/>
                <a:gd name="connsiteY44" fmla="*/ 36743 h 92205"/>
                <a:gd name="connsiteX45" fmla="*/ 34787 w 92205"/>
                <a:gd name="connsiteY45" fmla="*/ 48198 h 9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2205" h="92205">
                  <a:moveTo>
                    <a:pt x="90110" y="41213"/>
                  </a:moveTo>
                  <a:cubicBezTo>
                    <a:pt x="90110" y="46243"/>
                    <a:pt x="89272" y="50993"/>
                    <a:pt x="87595" y="55463"/>
                  </a:cubicBezTo>
                  <a:cubicBezTo>
                    <a:pt x="85919" y="59654"/>
                    <a:pt x="83684" y="63007"/>
                    <a:pt x="80610" y="65522"/>
                  </a:cubicBezTo>
                  <a:cubicBezTo>
                    <a:pt x="77537" y="68037"/>
                    <a:pt x="74184" y="69154"/>
                    <a:pt x="69992" y="69154"/>
                  </a:cubicBezTo>
                  <a:cubicBezTo>
                    <a:pt x="67198" y="69154"/>
                    <a:pt x="64963" y="68595"/>
                    <a:pt x="63007" y="67198"/>
                  </a:cubicBezTo>
                  <a:cubicBezTo>
                    <a:pt x="61051" y="65801"/>
                    <a:pt x="59375" y="64125"/>
                    <a:pt x="58537" y="62169"/>
                  </a:cubicBezTo>
                  <a:lnTo>
                    <a:pt x="57698" y="62169"/>
                  </a:lnTo>
                  <a:cubicBezTo>
                    <a:pt x="53787" y="66919"/>
                    <a:pt x="48757" y="69154"/>
                    <a:pt x="42890" y="69154"/>
                  </a:cubicBezTo>
                  <a:cubicBezTo>
                    <a:pt x="36463" y="69154"/>
                    <a:pt x="31434" y="67198"/>
                    <a:pt x="27801" y="63287"/>
                  </a:cubicBezTo>
                  <a:cubicBezTo>
                    <a:pt x="24169" y="59375"/>
                    <a:pt x="22213" y="54345"/>
                    <a:pt x="22213" y="47640"/>
                  </a:cubicBezTo>
                  <a:cubicBezTo>
                    <a:pt x="22213" y="40095"/>
                    <a:pt x="24728" y="33948"/>
                    <a:pt x="29478" y="29478"/>
                  </a:cubicBezTo>
                  <a:cubicBezTo>
                    <a:pt x="34228" y="24728"/>
                    <a:pt x="40654" y="22493"/>
                    <a:pt x="48198" y="22493"/>
                  </a:cubicBezTo>
                  <a:cubicBezTo>
                    <a:pt x="51272" y="22493"/>
                    <a:pt x="54625" y="22772"/>
                    <a:pt x="58257" y="23331"/>
                  </a:cubicBezTo>
                  <a:cubicBezTo>
                    <a:pt x="61890" y="23890"/>
                    <a:pt x="64963" y="24728"/>
                    <a:pt x="67478" y="25566"/>
                  </a:cubicBezTo>
                  <a:lnTo>
                    <a:pt x="66360" y="51831"/>
                  </a:lnTo>
                  <a:cubicBezTo>
                    <a:pt x="66360" y="56860"/>
                    <a:pt x="67757" y="59375"/>
                    <a:pt x="70551" y="59375"/>
                  </a:cubicBezTo>
                  <a:cubicBezTo>
                    <a:pt x="72787" y="59375"/>
                    <a:pt x="74742" y="57698"/>
                    <a:pt x="76140" y="54345"/>
                  </a:cubicBezTo>
                  <a:cubicBezTo>
                    <a:pt x="77537" y="50993"/>
                    <a:pt x="78095" y="46522"/>
                    <a:pt x="78095" y="41213"/>
                  </a:cubicBezTo>
                  <a:cubicBezTo>
                    <a:pt x="78095" y="35345"/>
                    <a:pt x="76978" y="30316"/>
                    <a:pt x="74463" y="25846"/>
                  </a:cubicBezTo>
                  <a:cubicBezTo>
                    <a:pt x="71948" y="21375"/>
                    <a:pt x="68595" y="18022"/>
                    <a:pt x="64404" y="15787"/>
                  </a:cubicBezTo>
                  <a:cubicBezTo>
                    <a:pt x="59934" y="13551"/>
                    <a:pt x="55184" y="12154"/>
                    <a:pt x="49595" y="12154"/>
                  </a:cubicBezTo>
                  <a:cubicBezTo>
                    <a:pt x="42331" y="12154"/>
                    <a:pt x="36184" y="13551"/>
                    <a:pt x="30595" y="16625"/>
                  </a:cubicBezTo>
                  <a:cubicBezTo>
                    <a:pt x="25287" y="19698"/>
                    <a:pt x="21096" y="23890"/>
                    <a:pt x="18301" y="29478"/>
                  </a:cubicBezTo>
                  <a:cubicBezTo>
                    <a:pt x="15507" y="35066"/>
                    <a:pt x="14110" y="41492"/>
                    <a:pt x="14110" y="49037"/>
                  </a:cubicBezTo>
                  <a:cubicBezTo>
                    <a:pt x="14110" y="58816"/>
                    <a:pt x="16625" y="66639"/>
                    <a:pt x="21934" y="71948"/>
                  </a:cubicBezTo>
                  <a:cubicBezTo>
                    <a:pt x="27243" y="77257"/>
                    <a:pt x="34787" y="79772"/>
                    <a:pt x="44845" y="79772"/>
                  </a:cubicBezTo>
                  <a:cubicBezTo>
                    <a:pt x="48757" y="79772"/>
                    <a:pt x="52948" y="79213"/>
                    <a:pt x="57419" y="78375"/>
                  </a:cubicBezTo>
                  <a:cubicBezTo>
                    <a:pt x="61890" y="77537"/>
                    <a:pt x="66360" y="76419"/>
                    <a:pt x="70831" y="74742"/>
                  </a:cubicBezTo>
                  <a:lnTo>
                    <a:pt x="70831" y="85081"/>
                  </a:lnTo>
                  <a:cubicBezTo>
                    <a:pt x="63287" y="88434"/>
                    <a:pt x="54625" y="90110"/>
                    <a:pt x="45404" y="90110"/>
                  </a:cubicBezTo>
                  <a:cubicBezTo>
                    <a:pt x="31713" y="90110"/>
                    <a:pt x="21096" y="86478"/>
                    <a:pt x="13551" y="79213"/>
                  </a:cubicBezTo>
                  <a:cubicBezTo>
                    <a:pt x="6007" y="71948"/>
                    <a:pt x="2096" y="62169"/>
                    <a:pt x="2096" y="49316"/>
                  </a:cubicBezTo>
                  <a:cubicBezTo>
                    <a:pt x="2096" y="40375"/>
                    <a:pt x="4051" y="32551"/>
                    <a:pt x="7963" y="25287"/>
                  </a:cubicBezTo>
                  <a:cubicBezTo>
                    <a:pt x="11875" y="18022"/>
                    <a:pt x="17463" y="12434"/>
                    <a:pt x="24728" y="8243"/>
                  </a:cubicBezTo>
                  <a:cubicBezTo>
                    <a:pt x="31993" y="4051"/>
                    <a:pt x="40096" y="2096"/>
                    <a:pt x="49595" y="2096"/>
                  </a:cubicBezTo>
                  <a:cubicBezTo>
                    <a:pt x="57419" y="2096"/>
                    <a:pt x="64404" y="3772"/>
                    <a:pt x="70831" y="6846"/>
                  </a:cubicBezTo>
                  <a:cubicBezTo>
                    <a:pt x="76978" y="10198"/>
                    <a:pt x="81728" y="14669"/>
                    <a:pt x="85081" y="20537"/>
                  </a:cubicBezTo>
                  <a:cubicBezTo>
                    <a:pt x="88434" y="26684"/>
                    <a:pt x="90110" y="33669"/>
                    <a:pt x="90110" y="41213"/>
                  </a:cubicBezTo>
                  <a:close/>
                  <a:moveTo>
                    <a:pt x="34787" y="48198"/>
                  </a:moveTo>
                  <a:cubicBezTo>
                    <a:pt x="34787" y="55742"/>
                    <a:pt x="37860" y="59654"/>
                    <a:pt x="44007" y="59654"/>
                  </a:cubicBezTo>
                  <a:cubicBezTo>
                    <a:pt x="47360" y="59654"/>
                    <a:pt x="49595" y="58537"/>
                    <a:pt x="51272" y="56301"/>
                  </a:cubicBezTo>
                  <a:cubicBezTo>
                    <a:pt x="52948" y="54066"/>
                    <a:pt x="54066" y="50434"/>
                    <a:pt x="54345" y="45125"/>
                  </a:cubicBezTo>
                  <a:lnTo>
                    <a:pt x="55184" y="33110"/>
                  </a:lnTo>
                  <a:cubicBezTo>
                    <a:pt x="53228" y="32831"/>
                    <a:pt x="51272" y="32551"/>
                    <a:pt x="49037" y="32551"/>
                  </a:cubicBezTo>
                  <a:cubicBezTo>
                    <a:pt x="44566" y="32551"/>
                    <a:pt x="40934" y="33948"/>
                    <a:pt x="38698" y="36743"/>
                  </a:cubicBezTo>
                  <a:cubicBezTo>
                    <a:pt x="36184" y="39537"/>
                    <a:pt x="34787" y="43169"/>
                    <a:pt x="34787" y="4819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9DEF8BCB-A77B-C84B-8B60-503DA192D113}"/>
                </a:ext>
              </a:extLst>
            </p:cNvPr>
            <p:cNvSpPr/>
            <p:nvPr/>
          </p:nvSpPr>
          <p:spPr>
            <a:xfrm>
              <a:off x="1228738" y="1891933"/>
              <a:ext cx="461028" cy="131323"/>
            </a:xfrm>
            <a:custGeom>
              <a:avLst/>
              <a:gdLst>
                <a:gd name="connsiteX0" fmla="*/ 408080 w 461028"/>
                <a:gd name="connsiteY0" fmla="*/ 2096 h 131323"/>
                <a:gd name="connsiteX1" fmla="*/ 54066 w 461028"/>
                <a:gd name="connsiteY1" fmla="*/ 2096 h 131323"/>
                <a:gd name="connsiteX2" fmla="*/ 2096 w 461028"/>
                <a:gd name="connsiteY2" fmla="*/ 54066 h 131323"/>
                <a:gd name="connsiteX3" fmla="*/ 54066 w 461028"/>
                <a:gd name="connsiteY3" fmla="*/ 106037 h 131323"/>
                <a:gd name="connsiteX4" fmla="*/ 80051 w 461028"/>
                <a:gd name="connsiteY4" fmla="*/ 106037 h 131323"/>
                <a:gd name="connsiteX5" fmla="*/ 105198 w 461028"/>
                <a:gd name="connsiteY5" fmla="*/ 131184 h 131323"/>
                <a:gd name="connsiteX6" fmla="*/ 130345 w 461028"/>
                <a:gd name="connsiteY6" fmla="*/ 106037 h 131323"/>
                <a:gd name="connsiteX7" fmla="*/ 408080 w 461028"/>
                <a:gd name="connsiteY7" fmla="*/ 106037 h 131323"/>
                <a:gd name="connsiteX8" fmla="*/ 460050 w 461028"/>
                <a:gd name="connsiteY8" fmla="*/ 54066 h 131323"/>
                <a:gd name="connsiteX9" fmla="*/ 408080 w 461028"/>
                <a:gd name="connsiteY9" fmla="*/ 2096 h 13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028" h="131323">
                  <a:moveTo>
                    <a:pt x="408080" y="2096"/>
                  </a:moveTo>
                  <a:lnTo>
                    <a:pt x="54066" y="2096"/>
                  </a:lnTo>
                  <a:cubicBezTo>
                    <a:pt x="25287" y="2096"/>
                    <a:pt x="2096" y="25287"/>
                    <a:pt x="2096" y="54066"/>
                  </a:cubicBezTo>
                  <a:cubicBezTo>
                    <a:pt x="2096" y="82845"/>
                    <a:pt x="25287" y="106037"/>
                    <a:pt x="54066" y="106037"/>
                  </a:cubicBezTo>
                  <a:lnTo>
                    <a:pt x="80051" y="106037"/>
                  </a:lnTo>
                  <a:lnTo>
                    <a:pt x="105198" y="131184"/>
                  </a:lnTo>
                  <a:lnTo>
                    <a:pt x="130345" y="106037"/>
                  </a:lnTo>
                  <a:lnTo>
                    <a:pt x="408080" y="106037"/>
                  </a:lnTo>
                  <a:cubicBezTo>
                    <a:pt x="436859" y="106037"/>
                    <a:pt x="460050" y="82845"/>
                    <a:pt x="460050" y="54066"/>
                  </a:cubicBezTo>
                  <a:cubicBezTo>
                    <a:pt x="460330" y="25566"/>
                    <a:pt x="436859" y="2096"/>
                    <a:pt x="408080" y="20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D0C8170B-BD0E-F14E-A3D9-7D5FEB04007F}"/>
                </a:ext>
              </a:extLst>
            </p:cNvPr>
            <p:cNvSpPr/>
            <p:nvPr/>
          </p:nvSpPr>
          <p:spPr>
            <a:xfrm>
              <a:off x="1294679" y="1948933"/>
              <a:ext cx="248676" cy="13971"/>
            </a:xfrm>
            <a:custGeom>
              <a:avLst/>
              <a:gdLst>
                <a:gd name="connsiteX0" fmla="*/ 240992 w 248675"/>
                <a:gd name="connsiteY0" fmla="*/ 13831 h 13970"/>
                <a:gd name="connsiteX1" fmla="*/ 7963 w 248675"/>
                <a:gd name="connsiteY1" fmla="*/ 13831 h 13970"/>
                <a:gd name="connsiteX2" fmla="*/ 2096 w 248675"/>
                <a:gd name="connsiteY2" fmla="*/ 7963 h 13970"/>
                <a:gd name="connsiteX3" fmla="*/ 2096 w 248675"/>
                <a:gd name="connsiteY3" fmla="*/ 7963 h 13970"/>
                <a:gd name="connsiteX4" fmla="*/ 7963 w 248675"/>
                <a:gd name="connsiteY4" fmla="*/ 2096 h 13970"/>
                <a:gd name="connsiteX5" fmla="*/ 240992 w 248675"/>
                <a:gd name="connsiteY5" fmla="*/ 2096 h 13970"/>
                <a:gd name="connsiteX6" fmla="*/ 246860 w 248675"/>
                <a:gd name="connsiteY6" fmla="*/ 7963 h 13970"/>
                <a:gd name="connsiteX7" fmla="*/ 246860 w 248675"/>
                <a:gd name="connsiteY7" fmla="*/ 7963 h 13970"/>
                <a:gd name="connsiteX8" fmla="*/ 240992 w 248675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675" h="13970">
                  <a:moveTo>
                    <a:pt x="240992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240992" y="2096"/>
                  </a:lnTo>
                  <a:cubicBezTo>
                    <a:pt x="244345" y="2096"/>
                    <a:pt x="246860" y="4610"/>
                    <a:pt x="246860" y="7963"/>
                  </a:cubicBezTo>
                  <a:lnTo>
                    <a:pt x="246860" y="7963"/>
                  </a:lnTo>
                  <a:cubicBezTo>
                    <a:pt x="246580" y="11316"/>
                    <a:pt x="244066" y="13831"/>
                    <a:pt x="240992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1" name="Forma libre 110">
              <a:extLst>
                <a:ext uri="{FF2B5EF4-FFF2-40B4-BE49-F238E27FC236}">
                  <a16:creationId xmlns:a16="http://schemas.microsoft.com/office/drawing/2014/main" id="{D997D7C1-D61F-BE4E-9B7A-3BC91CFF3FAC}"/>
                </a:ext>
              </a:extLst>
            </p:cNvPr>
            <p:cNvSpPr/>
            <p:nvPr/>
          </p:nvSpPr>
          <p:spPr>
            <a:xfrm>
              <a:off x="1294400" y="1916800"/>
              <a:ext cx="176029" cy="13971"/>
            </a:xfrm>
            <a:custGeom>
              <a:avLst/>
              <a:gdLst>
                <a:gd name="connsiteX0" fmla="*/ 168345 w 176029"/>
                <a:gd name="connsiteY0" fmla="*/ 13831 h 13970"/>
                <a:gd name="connsiteX1" fmla="*/ 7963 w 176029"/>
                <a:gd name="connsiteY1" fmla="*/ 13831 h 13970"/>
                <a:gd name="connsiteX2" fmla="*/ 2096 w 176029"/>
                <a:gd name="connsiteY2" fmla="*/ 7963 h 13970"/>
                <a:gd name="connsiteX3" fmla="*/ 2096 w 176029"/>
                <a:gd name="connsiteY3" fmla="*/ 7963 h 13970"/>
                <a:gd name="connsiteX4" fmla="*/ 7963 w 176029"/>
                <a:gd name="connsiteY4" fmla="*/ 2096 h 13970"/>
                <a:gd name="connsiteX5" fmla="*/ 168345 w 176029"/>
                <a:gd name="connsiteY5" fmla="*/ 2096 h 13970"/>
                <a:gd name="connsiteX6" fmla="*/ 174213 w 176029"/>
                <a:gd name="connsiteY6" fmla="*/ 7963 h 13970"/>
                <a:gd name="connsiteX7" fmla="*/ 174213 w 176029"/>
                <a:gd name="connsiteY7" fmla="*/ 7963 h 13970"/>
                <a:gd name="connsiteX8" fmla="*/ 168345 w 176029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029" h="13970">
                  <a:moveTo>
                    <a:pt x="168345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168345" y="2096"/>
                  </a:lnTo>
                  <a:cubicBezTo>
                    <a:pt x="171698" y="2096"/>
                    <a:pt x="174213" y="4610"/>
                    <a:pt x="174213" y="7963"/>
                  </a:cubicBezTo>
                  <a:lnTo>
                    <a:pt x="174213" y="7963"/>
                  </a:lnTo>
                  <a:cubicBezTo>
                    <a:pt x="174213" y="11316"/>
                    <a:pt x="171419" y="13831"/>
                    <a:pt x="168345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94ECC1F7-2D69-D849-993E-267480313AD3}"/>
                </a:ext>
              </a:extLst>
            </p:cNvPr>
            <p:cNvSpPr/>
            <p:nvPr/>
          </p:nvSpPr>
          <p:spPr>
            <a:xfrm>
              <a:off x="2156942" y="2332005"/>
              <a:ext cx="117353" cy="117353"/>
            </a:xfrm>
            <a:custGeom>
              <a:avLst/>
              <a:gdLst>
                <a:gd name="connsiteX0" fmla="*/ 58816 w 117352"/>
                <a:gd name="connsiteY0" fmla="*/ 2096 h 117352"/>
                <a:gd name="connsiteX1" fmla="*/ 2096 w 117352"/>
                <a:gd name="connsiteY1" fmla="*/ 58816 h 117352"/>
                <a:gd name="connsiteX2" fmla="*/ 58816 w 117352"/>
                <a:gd name="connsiteY2" fmla="*/ 115537 h 117352"/>
                <a:gd name="connsiteX3" fmla="*/ 115537 w 117352"/>
                <a:gd name="connsiteY3" fmla="*/ 58816 h 117352"/>
                <a:gd name="connsiteX4" fmla="*/ 58816 w 117352"/>
                <a:gd name="connsiteY4" fmla="*/ 2096 h 117352"/>
                <a:gd name="connsiteX5" fmla="*/ 30037 w 117352"/>
                <a:gd name="connsiteY5" fmla="*/ 54345 h 117352"/>
                <a:gd name="connsiteX6" fmla="*/ 37022 w 117352"/>
                <a:gd name="connsiteY6" fmla="*/ 47360 h 117352"/>
                <a:gd name="connsiteX7" fmla="*/ 44007 w 117352"/>
                <a:gd name="connsiteY7" fmla="*/ 54345 h 117352"/>
                <a:gd name="connsiteX8" fmla="*/ 37022 w 117352"/>
                <a:gd name="connsiteY8" fmla="*/ 61331 h 117352"/>
                <a:gd name="connsiteX9" fmla="*/ 30037 w 117352"/>
                <a:gd name="connsiteY9" fmla="*/ 54345 h 117352"/>
                <a:gd name="connsiteX10" fmla="*/ 58816 w 117352"/>
                <a:gd name="connsiteY10" fmla="*/ 89831 h 117352"/>
                <a:gd name="connsiteX11" fmla="*/ 40934 w 117352"/>
                <a:gd name="connsiteY11" fmla="*/ 74184 h 117352"/>
                <a:gd name="connsiteX12" fmla="*/ 76698 w 117352"/>
                <a:gd name="connsiteY12" fmla="*/ 74184 h 117352"/>
                <a:gd name="connsiteX13" fmla="*/ 58816 w 117352"/>
                <a:gd name="connsiteY13" fmla="*/ 89831 h 117352"/>
                <a:gd name="connsiteX14" fmla="*/ 80610 w 117352"/>
                <a:gd name="connsiteY14" fmla="*/ 61331 h 117352"/>
                <a:gd name="connsiteX15" fmla="*/ 73625 w 117352"/>
                <a:gd name="connsiteY15" fmla="*/ 54345 h 117352"/>
                <a:gd name="connsiteX16" fmla="*/ 80610 w 117352"/>
                <a:gd name="connsiteY16" fmla="*/ 47360 h 117352"/>
                <a:gd name="connsiteX17" fmla="*/ 87595 w 117352"/>
                <a:gd name="connsiteY17" fmla="*/ 54345 h 117352"/>
                <a:gd name="connsiteX18" fmla="*/ 80610 w 117352"/>
                <a:gd name="connsiteY18" fmla="*/ 61331 h 11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2" h="117352">
                  <a:moveTo>
                    <a:pt x="58816" y="2096"/>
                  </a:moveTo>
                  <a:cubicBezTo>
                    <a:pt x="27522" y="2096"/>
                    <a:pt x="2096" y="27522"/>
                    <a:pt x="2096" y="58816"/>
                  </a:cubicBezTo>
                  <a:cubicBezTo>
                    <a:pt x="2096" y="90110"/>
                    <a:pt x="27522" y="115537"/>
                    <a:pt x="58816" y="115537"/>
                  </a:cubicBezTo>
                  <a:cubicBezTo>
                    <a:pt x="90110" y="115537"/>
                    <a:pt x="115537" y="90110"/>
                    <a:pt x="115537" y="58816"/>
                  </a:cubicBezTo>
                  <a:cubicBezTo>
                    <a:pt x="115537" y="27522"/>
                    <a:pt x="90110" y="2096"/>
                    <a:pt x="58816" y="2096"/>
                  </a:cubicBezTo>
                  <a:close/>
                  <a:moveTo>
                    <a:pt x="30037" y="54345"/>
                  </a:moveTo>
                  <a:cubicBezTo>
                    <a:pt x="30037" y="50434"/>
                    <a:pt x="33110" y="47360"/>
                    <a:pt x="37022" y="47360"/>
                  </a:cubicBezTo>
                  <a:cubicBezTo>
                    <a:pt x="40934" y="47360"/>
                    <a:pt x="44007" y="50434"/>
                    <a:pt x="44007" y="54345"/>
                  </a:cubicBezTo>
                  <a:cubicBezTo>
                    <a:pt x="44007" y="58257"/>
                    <a:pt x="40934" y="61331"/>
                    <a:pt x="37022" y="61331"/>
                  </a:cubicBezTo>
                  <a:cubicBezTo>
                    <a:pt x="33110" y="61331"/>
                    <a:pt x="30037" y="58257"/>
                    <a:pt x="30037" y="54345"/>
                  </a:cubicBezTo>
                  <a:close/>
                  <a:moveTo>
                    <a:pt x="58816" y="89831"/>
                  </a:moveTo>
                  <a:cubicBezTo>
                    <a:pt x="49595" y="89831"/>
                    <a:pt x="42051" y="83125"/>
                    <a:pt x="40934" y="74184"/>
                  </a:cubicBezTo>
                  <a:lnTo>
                    <a:pt x="76698" y="74184"/>
                  </a:lnTo>
                  <a:cubicBezTo>
                    <a:pt x="75581" y="83125"/>
                    <a:pt x="68037" y="89831"/>
                    <a:pt x="58816" y="89831"/>
                  </a:cubicBezTo>
                  <a:close/>
                  <a:moveTo>
                    <a:pt x="80610" y="61331"/>
                  </a:moveTo>
                  <a:cubicBezTo>
                    <a:pt x="76698" y="61331"/>
                    <a:pt x="73625" y="58257"/>
                    <a:pt x="73625" y="54345"/>
                  </a:cubicBezTo>
                  <a:cubicBezTo>
                    <a:pt x="73625" y="50434"/>
                    <a:pt x="76698" y="47360"/>
                    <a:pt x="80610" y="47360"/>
                  </a:cubicBezTo>
                  <a:cubicBezTo>
                    <a:pt x="84522" y="47360"/>
                    <a:pt x="87595" y="50434"/>
                    <a:pt x="87595" y="54345"/>
                  </a:cubicBezTo>
                  <a:cubicBezTo>
                    <a:pt x="87595" y="58257"/>
                    <a:pt x="84522" y="61331"/>
                    <a:pt x="80610" y="61331"/>
                  </a:cubicBezTo>
                  <a:close/>
                </a:path>
              </a:pathLst>
            </a:custGeom>
            <a:solidFill>
              <a:srgbClr val="FEC7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7552830C-CF47-0142-8FA5-B7920D5BF121}"/>
                </a:ext>
              </a:extLst>
            </p:cNvPr>
            <p:cNvSpPr/>
            <p:nvPr/>
          </p:nvSpPr>
          <p:spPr>
            <a:xfrm>
              <a:off x="1366488" y="2648578"/>
              <a:ext cx="653822" cy="148088"/>
            </a:xfrm>
            <a:custGeom>
              <a:avLst/>
              <a:gdLst>
                <a:gd name="connsiteX0" fmla="*/ 5449 w 653822"/>
                <a:gd name="connsiteY0" fmla="*/ 146272 h 148087"/>
                <a:gd name="connsiteX1" fmla="*/ 2096 w 653822"/>
                <a:gd name="connsiteY1" fmla="*/ 139566 h 148087"/>
                <a:gd name="connsiteX2" fmla="*/ 92066 w 653822"/>
                <a:gd name="connsiteY2" fmla="*/ 94581 h 148087"/>
                <a:gd name="connsiteX3" fmla="*/ 205786 w 653822"/>
                <a:gd name="connsiteY3" fmla="*/ 96537 h 148087"/>
                <a:gd name="connsiteX4" fmla="*/ 329007 w 653822"/>
                <a:gd name="connsiteY4" fmla="*/ 50154 h 148087"/>
                <a:gd name="connsiteX5" fmla="*/ 423448 w 653822"/>
                <a:gd name="connsiteY5" fmla="*/ 50154 h 148087"/>
                <a:gd name="connsiteX6" fmla="*/ 524036 w 653822"/>
                <a:gd name="connsiteY6" fmla="*/ 16625 h 148087"/>
                <a:gd name="connsiteX7" fmla="*/ 524874 w 653822"/>
                <a:gd name="connsiteY7" fmla="*/ 16625 h 148087"/>
                <a:gd name="connsiteX8" fmla="*/ 605344 w 653822"/>
                <a:gd name="connsiteY8" fmla="*/ 25846 h 148087"/>
                <a:gd name="connsiteX9" fmla="*/ 650888 w 653822"/>
                <a:gd name="connsiteY9" fmla="*/ 2096 h 148087"/>
                <a:gd name="connsiteX10" fmla="*/ 654241 w 653822"/>
                <a:gd name="connsiteY10" fmla="*/ 8802 h 148087"/>
                <a:gd name="connsiteX11" fmla="*/ 606741 w 653822"/>
                <a:gd name="connsiteY11" fmla="*/ 33390 h 148087"/>
                <a:gd name="connsiteX12" fmla="*/ 605624 w 653822"/>
                <a:gd name="connsiteY12" fmla="*/ 33390 h 148087"/>
                <a:gd name="connsiteX13" fmla="*/ 524594 w 653822"/>
                <a:gd name="connsiteY13" fmla="*/ 24169 h 148087"/>
                <a:gd name="connsiteX14" fmla="*/ 424006 w 653822"/>
                <a:gd name="connsiteY14" fmla="*/ 57419 h 148087"/>
                <a:gd name="connsiteX15" fmla="*/ 329845 w 653822"/>
                <a:gd name="connsiteY15" fmla="*/ 57419 h 148087"/>
                <a:gd name="connsiteX16" fmla="*/ 207183 w 653822"/>
                <a:gd name="connsiteY16" fmla="*/ 104081 h 148087"/>
                <a:gd name="connsiteX17" fmla="*/ 206345 w 653822"/>
                <a:gd name="connsiteY17" fmla="*/ 104081 h 148087"/>
                <a:gd name="connsiteX18" fmla="*/ 93742 w 653822"/>
                <a:gd name="connsiteY18" fmla="*/ 102125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3822" h="148087">
                  <a:moveTo>
                    <a:pt x="5449" y="146272"/>
                  </a:moveTo>
                  <a:lnTo>
                    <a:pt x="2096" y="139566"/>
                  </a:lnTo>
                  <a:lnTo>
                    <a:pt x="92066" y="94581"/>
                  </a:lnTo>
                  <a:lnTo>
                    <a:pt x="205786" y="96537"/>
                  </a:lnTo>
                  <a:lnTo>
                    <a:pt x="329007" y="50154"/>
                  </a:lnTo>
                  <a:lnTo>
                    <a:pt x="423448" y="50154"/>
                  </a:lnTo>
                  <a:lnTo>
                    <a:pt x="524036" y="16625"/>
                  </a:lnTo>
                  <a:lnTo>
                    <a:pt x="524874" y="16625"/>
                  </a:lnTo>
                  <a:lnTo>
                    <a:pt x="605344" y="25846"/>
                  </a:lnTo>
                  <a:lnTo>
                    <a:pt x="650888" y="2096"/>
                  </a:lnTo>
                  <a:lnTo>
                    <a:pt x="654241" y="8802"/>
                  </a:lnTo>
                  <a:lnTo>
                    <a:pt x="606741" y="33390"/>
                  </a:lnTo>
                  <a:lnTo>
                    <a:pt x="605624" y="33390"/>
                  </a:lnTo>
                  <a:lnTo>
                    <a:pt x="524594" y="24169"/>
                  </a:lnTo>
                  <a:lnTo>
                    <a:pt x="424006" y="57419"/>
                  </a:lnTo>
                  <a:lnTo>
                    <a:pt x="329845" y="57419"/>
                  </a:lnTo>
                  <a:lnTo>
                    <a:pt x="207183" y="104081"/>
                  </a:lnTo>
                  <a:lnTo>
                    <a:pt x="206345" y="104081"/>
                  </a:lnTo>
                  <a:lnTo>
                    <a:pt x="93742" y="102125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238D9727-7B5E-BF4F-BCE1-6FC7075D867E}"/>
                </a:ext>
              </a:extLst>
            </p:cNvPr>
            <p:cNvSpPr/>
            <p:nvPr/>
          </p:nvSpPr>
          <p:spPr>
            <a:xfrm>
              <a:off x="1201879" y="2731806"/>
              <a:ext cx="145294" cy="142500"/>
            </a:xfrm>
            <a:custGeom>
              <a:avLst/>
              <a:gdLst>
                <a:gd name="connsiteX0" fmla="*/ 90147 w 145293"/>
                <a:gd name="connsiteY0" fmla="*/ 3250 h 142499"/>
                <a:gd name="connsiteX1" fmla="*/ 26441 w 145293"/>
                <a:gd name="connsiteY1" fmla="*/ 20853 h 142499"/>
                <a:gd name="connsiteX2" fmla="*/ 3250 w 145293"/>
                <a:gd name="connsiteY2" fmla="*/ 61367 h 142499"/>
                <a:gd name="connsiteX3" fmla="*/ 15264 w 145293"/>
                <a:gd name="connsiteY3" fmla="*/ 105235 h 142499"/>
                <a:gd name="connsiteX4" fmla="*/ 55779 w 145293"/>
                <a:gd name="connsiteY4" fmla="*/ 128426 h 142499"/>
                <a:gd name="connsiteX5" fmla="*/ 74779 w 145293"/>
                <a:gd name="connsiteY5" fmla="*/ 123117 h 142499"/>
                <a:gd name="connsiteX6" fmla="*/ 93499 w 145293"/>
                <a:gd name="connsiteY6" fmla="*/ 141838 h 142499"/>
                <a:gd name="connsiteX7" fmla="*/ 100205 w 145293"/>
                <a:gd name="connsiteY7" fmla="*/ 116132 h 142499"/>
                <a:gd name="connsiteX8" fmla="*/ 119205 w 145293"/>
                <a:gd name="connsiteY8" fmla="*/ 110823 h 142499"/>
                <a:gd name="connsiteX9" fmla="*/ 142396 w 145293"/>
                <a:gd name="connsiteY9" fmla="*/ 70308 h 142499"/>
                <a:gd name="connsiteX10" fmla="*/ 130382 w 145293"/>
                <a:gd name="connsiteY10" fmla="*/ 26441 h 142499"/>
                <a:gd name="connsiteX11" fmla="*/ 90147 w 145293"/>
                <a:gd name="connsiteY11" fmla="*/ 3250 h 14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293" h="142499">
                  <a:moveTo>
                    <a:pt x="90147" y="3250"/>
                  </a:moveTo>
                  <a:lnTo>
                    <a:pt x="26441" y="20853"/>
                  </a:lnTo>
                  <a:cubicBezTo>
                    <a:pt x="8838" y="25603"/>
                    <a:pt x="-1500" y="44044"/>
                    <a:pt x="3250" y="61367"/>
                  </a:cubicBezTo>
                  <a:lnTo>
                    <a:pt x="15264" y="105235"/>
                  </a:lnTo>
                  <a:cubicBezTo>
                    <a:pt x="20014" y="122838"/>
                    <a:pt x="38455" y="133176"/>
                    <a:pt x="55779" y="128426"/>
                  </a:cubicBezTo>
                  <a:lnTo>
                    <a:pt x="74779" y="123117"/>
                  </a:lnTo>
                  <a:lnTo>
                    <a:pt x="93499" y="141838"/>
                  </a:lnTo>
                  <a:lnTo>
                    <a:pt x="100205" y="116132"/>
                  </a:lnTo>
                  <a:lnTo>
                    <a:pt x="119205" y="110823"/>
                  </a:lnTo>
                  <a:cubicBezTo>
                    <a:pt x="136808" y="106073"/>
                    <a:pt x="147146" y="87632"/>
                    <a:pt x="142396" y="70308"/>
                  </a:cubicBezTo>
                  <a:lnTo>
                    <a:pt x="130382" y="26441"/>
                  </a:lnTo>
                  <a:cubicBezTo>
                    <a:pt x="125911" y="8838"/>
                    <a:pt x="107470" y="-1500"/>
                    <a:pt x="90147" y="3250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5" name="Forma libre 114">
              <a:extLst>
                <a:ext uri="{FF2B5EF4-FFF2-40B4-BE49-F238E27FC236}">
                  <a16:creationId xmlns:a16="http://schemas.microsoft.com/office/drawing/2014/main" id="{19E5FBF4-B0FC-AF4F-8ACA-207D23BDB89F}"/>
                </a:ext>
              </a:extLst>
            </p:cNvPr>
            <p:cNvSpPr/>
            <p:nvPr/>
          </p:nvSpPr>
          <p:spPr>
            <a:xfrm>
              <a:off x="1233480" y="2799731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5E4B9C4A-39FC-514B-994C-7D34CF4D19AB}"/>
                </a:ext>
              </a:extLst>
            </p:cNvPr>
            <p:cNvSpPr/>
            <p:nvPr/>
          </p:nvSpPr>
          <p:spPr>
            <a:xfrm>
              <a:off x="1265612" y="2790790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2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324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62C70A31-753F-0A49-9B3E-03EEFD3FED4F}"/>
                </a:ext>
              </a:extLst>
            </p:cNvPr>
            <p:cNvSpPr/>
            <p:nvPr/>
          </p:nvSpPr>
          <p:spPr>
            <a:xfrm>
              <a:off x="1297745" y="2782128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8" name="Forma libre 117">
              <a:extLst>
                <a:ext uri="{FF2B5EF4-FFF2-40B4-BE49-F238E27FC236}">
                  <a16:creationId xmlns:a16="http://schemas.microsoft.com/office/drawing/2014/main" id="{7AEC1E0D-3DED-9F49-9A08-E14D33BAA575}"/>
                </a:ext>
              </a:extLst>
            </p:cNvPr>
            <p:cNvSpPr/>
            <p:nvPr/>
          </p:nvSpPr>
          <p:spPr>
            <a:xfrm>
              <a:off x="1445003" y="2731284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6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6" y="20312"/>
                    <a:pt x="2096" y="13831"/>
                  </a:cubicBezTo>
                  <a:cubicBezTo>
                    <a:pt x="2096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30C8038E-3278-A245-9DCA-6AF128666B5D}"/>
                </a:ext>
              </a:extLst>
            </p:cNvPr>
            <p:cNvSpPr/>
            <p:nvPr/>
          </p:nvSpPr>
          <p:spPr>
            <a:xfrm>
              <a:off x="1877531" y="2655563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5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5" y="20312"/>
                    <a:pt x="2095" y="13831"/>
                  </a:cubicBezTo>
                  <a:cubicBezTo>
                    <a:pt x="2095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EA50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0" name="Forma libre 119">
              <a:extLst>
                <a:ext uri="{FF2B5EF4-FFF2-40B4-BE49-F238E27FC236}">
                  <a16:creationId xmlns:a16="http://schemas.microsoft.com/office/drawing/2014/main" id="{CD4C8092-DA48-F942-A567-73DF641D5C69}"/>
                </a:ext>
              </a:extLst>
            </p:cNvPr>
            <p:cNvSpPr/>
            <p:nvPr/>
          </p:nvSpPr>
          <p:spPr>
            <a:xfrm>
              <a:off x="1785605" y="3077195"/>
              <a:ext cx="284999" cy="25147"/>
            </a:xfrm>
            <a:custGeom>
              <a:avLst/>
              <a:gdLst>
                <a:gd name="connsiteX0" fmla="*/ 2096 w 284999"/>
                <a:gd name="connsiteY0" fmla="*/ 12993 h 25147"/>
                <a:gd name="connsiteX1" fmla="*/ 143757 w 284999"/>
                <a:gd name="connsiteY1" fmla="*/ 23890 h 25147"/>
                <a:gd name="connsiteX2" fmla="*/ 285418 w 284999"/>
                <a:gd name="connsiteY2" fmla="*/ 12993 h 25147"/>
                <a:gd name="connsiteX3" fmla="*/ 143757 w 284999"/>
                <a:gd name="connsiteY3" fmla="*/ 2096 h 25147"/>
                <a:gd name="connsiteX4" fmla="*/ 2096 w 284999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999" h="25147">
                  <a:moveTo>
                    <a:pt x="2096" y="12993"/>
                  </a:moveTo>
                  <a:cubicBezTo>
                    <a:pt x="2096" y="18860"/>
                    <a:pt x="65522" y="23890"/>
                    <a:pt x="143757" y="23890"/>
                  </a:cubicBezTo>
                  <a:cubicBezTo>
                    <a:pt x="221992" y="23890"/>
                    <a:pt x="285418" y="19140"/>
                    <a:pt x="285418" y="12993"/>
                  </a:cubicBezTo>
                  <a:cubicBezTo>
                    <a:pt x="285418" y="7125"/>
                    <a:pt x="221992" y="2096"/>
                    <a:pt x="143757" y="2096"/>
                  </a:cubicBezTo>
                  <a:cubicBezTo>
                    <a:pt x="65522" y="2375"/>
                    <a:pt x="2096" y="7125"/>
                    <a:pt x="2096" y="12993"/>
                  </a:cubicBezTo>
                  <a:close/>
                </a:path>
              </a:pathLst>
            </a:custGeom>
            <a:solidFill>
              <a:srgbClr val="D8D8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1" name="Forma libre 120">
              <a:extLst>
                <a:ext uri="{FF2B5EF4-FFF2-40B4-BE49-F238E27FC236}">
                  <a16:creationId xmlns:a16="http://schemas.microsoft.com/office/drawing/2014/main" id="{68DBDDFF-1F3E-4543-ACE4-90430E7AE42F}"/>
                </a:ext>
              </a:extLst>
            </p:cNvPr>
            <p:cNvSpPr/>
            <p:nvPr/>
          </p:nvSpPr>
          <p:spPr>
            <a:xfrm>
              <a:off x="1887081" y="2395694"/>
              <a:ext cx="53088" cy="145294"/>
            </a:xfrm>
            <a:custGeom>
              <a:avLst/>
              <a:gdLst>
                <a:gd name="connsiteX0" fmla="*/ 26355 w 53088"/>
                <a:gd name="connsiteY0" fmla="*/ 140422 h 145293"/>
                <a:gd name="connsiteX1" fmla="*/ 45913 w 53088"/>
                <a:gd name="connsiteY1" fmla="*/ 67216 h 145293"/>
                <a:gd name="connsiteX2" fmla="*/ 51502 w 53088"/>
                <a:gd name="connsiteY2" fmla="*/ 18598 h 145293"/>
                <a:gd name="connsiteX3" fmla="*/ 33061 w 53088"/>
                <a:gd name="connsiteY3" fmla="*/ 3789 h 145293"/>
                <a:gd name="connsiteX4" fmla="*/ 12664 w 53088"/>
                <a:gd name="connsiteY4" fmla="*/ 35084 h 145293"/>
                <a:gd name="connsiteX5" fmla="*/ 2605 w 53088"/>
                <a:gd name="connsiteY5" fmla="*/ 126451 h 145293"/>
                <a:gd name="connsiteX6" fmla="*/ 26355 w 53088"/>
                <a:gd name="connsiteY6" fmla="*/ 140422 h 14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088" h="145293">
                  <a:moveTo>
                    <a:pt x="26355" y="140422"/>
                  </a:moveTo>
                  <a:cubicBezTo>
                    <a:pt x="30546" y="132319"/>
                    <a:pt x="38090" y="113598"/>
                    <a:pt x="45913" y="67216"/>
                  </a:cubicBezTo>
                  <a:cubicBezTo>
                    <a:pt x="50664" y="38995"/>
                    <a:pt x="50943" y="27260"/>
                    <a:pt x="51502" y="18598"/>
                  </a:cubicBezTo>
                  <a:cubicBezTo>
                    <a:pt x="52340" y="3510"/>
                    <a:pt x="40046" y="-681"/>
                    <a:pt x="33061" y="3789"/>
                  </a:cubicBezTo>
                  <a:cubicBezTo>
                    <a:pt x="21884" y="11334"/>
                    <a:pt x="13502" y="26981"/>
                    <a:pt x="12664" y="35084"/>
                  </a:cubicBezTo>
                  <a:cubicBezTo>
                    <a:pt x="7914" y="80628"/>
                    <a:pt x="5678" y="114995"/>
                    <a:pt x="2605" y="126451"/>
                  </a:cubicBezTo>
                  <a:cubicBezTo>
                    <a:pt x="-1586" y="142936"/>
                    <a:pt x="21325" y="149922"/>
                    <a:pt x="26355" y="140422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2" name="Forma libre 121">
              <a:extLst>
                <a:ext uri="{FF2B5EF4-FFF2-40B4-BE49-F238E27FC236}">
                  <a16:creationId xmlns:a16="http://schemas.microsoft.com/office/drawing/2014/main" id="{62F06814-135E-4145-BF00-191D108F5DA1}"/>
                </a:ext>
              </a:extLst>
            </p:cNvPr>
            <p:cNvSpPr/>
            <p:nvPr/>
          </p:nvSpPr>
          <p:spPr>
            <a:xfrm>
              <a:off x="1803271" y="2490230"/>
              <a:ext cx="111764" cy="53088"/>
            </a:xfrm>
            <a:custGeom>
              <a:avLst/>
              <a:gdLst>
                <a:gd name="connsiteX0" fmla="*/ 2871 w 111764"/>
                <a:gd name="connsiteY0" fmla="*/ 15150 h 53088"/>
                <a:gd name="connsiteX1" fmla="*/ 33606 w 111764"/>
                <a:gd name="connsiteY1" fmla="*/ 28562 h 53088"/>
                <a:gd name="connsiteX2" fmla="*/ 94238 w 111764"/>
                <a:gd name="connsiteY2" fmla="*/ 51474 h 53088"/>
                <a:gd name="connsiteX3" fmla="*/ 103459 w 111764"/>
                <a:gd name="connsiteY3" fmla="*/ 26885 h 53088"/>
                <a:gd name="connsiteX4" fmla="*/ 10136 w 111764"/>
                <a:gd name="connsiteY4" fmla="*/ 2577 h 53088"/>
                <a:gd name="connsiteX5" fmla="*/ 2871 w 111764"/>
                <a:gd name="connsiteY5" fmla="*/ 15150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764" h="53088">
                  <a:moveTo>
                    <a:pt x="2871" y="15150"/>
                  </a:moveTo>
                  <a:cubicBezTo>
                    <a:pt x="5945" y="21297"/>
                    <a:pt x="13768" y="18224"/>
                    <a:pt x="33606" y="28562"/>
                  </a:cubicBezTo>
                  <a:cubicBezTo>
                    <a:pt x="62106" y="43650"/>
                    <a:pt x="70768" y="45885"/>
                    <a:pt x="94238" y="51474"/>
                  </a:cubicBezTo>
                  <a:cubicBezTo>
                    <a:pt x="109606" y="55106"/>
                    <a:pt x="120782" y="34709"/>
                    <a:pt x="103459" y="26885"/>
                  </a:cubicBezTo>
                  <a:cubicBezTo>
                    <a:pt x="88650" y="20180"/>
                    <a:pt x="19077" y="6488"/>
                    <a:pt x="10136" y="2577"/>
                  </a:cubicBezTo>
                  <a:cubicBezTo>
                    <a:pt x="4268" y="-217"/>
                    <a:pt x="356" y="9841"/>
                    <a:pt x="2871" y="15150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3" name="Forma libre 122">
              <a:extLst>
                <a:ext uri="{FF2B5EF4-FFF2-40B4-BE49-F238E27FC236}">
                  <a16:creationId xmlns:a16="http://schemas.microsoft.com/office/drawing/2014/main" id="{5CCB892B-5FE7-3644-9133-6C39B5C25788}"/>
                </a:ext>
              </a:extLst>
            </p:cNvPr>
            <p:cNvSpPr/>
            <p:nvPr/>
          </p:nvSpPr>
          <p:spPr>
            <a:xfrm>
              <a:off x="1993376" y="3048713"/>
              <a:ext cx="39118" cy="41912"/>
            </a:xfrm>
            <a:custGeom>
              <a:avLst/>
              <a:gdLst>
                <a:gd name="connsiteX0" fmla="*/ 13382 w 39117"/>
                <a:gd name="connsiteY0" fmla="*/ 8783 h 41911"/>
                <a:gd name="connsiteX1" fmla="*/ 11985 w 39117"/>
                <a:gd name="connsiteY1" fmla="*/ 19959 h 41911"/>
                <a:gd name="connsiteX2" fmla="*/ 4721 w 39117"/>
                <a:gd name="connsiteY2" fmla="*/ 30018 h 41911"/>
                <a:gd name="connsiteX3" fmla="*/ 14221 w 39117"/>
                <a:gd name="connsiteY3" fmla="*/ 41195 h 41911"/>
                <a:gd name="connsiteX4" fmla="*/ 39088 w 39117"/>
                <a:gd name="connsiteY4" fmla="*/ 30298 h 41911"/>
                <a:gd name="connsiteX5" fmla="*/ 35735 w 39117"/>
                <a:gd name="connsiteY5" fmla="*/ 12695 h 41911"/>
                <a:gd name="connsiteX6" fmla="*/ 33779 w 39117"/>
                <a:gd name="connsiteY6" fmla="*/ 4033 h 41911"/>
                <a:gd name="connsiteX7" fmla="*/ 13382 w 39117"/>
                <a:gd name="connsiteY7" fmla="*/ 8783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17" h="41911">
                  <a:moveTo>
                    <a:pt x="13382" y="8783"/>
                  </a:moveTo>
                  <a:cubicBezTo>
                    <a:pt x="11985" y="14371"/>
                    <a:pt x="12544" y="16327"/>
                    <a:pt x="11985" y="19959"/>
                  </a:cubicBezTo>
                  <a:cubicBezTo>
                    <a:pt x="11147" y="24430"/>
                    <a:pt x="6956" y="26106"/>
                    <a:pt x="4721" y="30018"/>
                  </a:cubicBezTo>
                  <a:cubicBezTo>
                    <a:pt x="1927" y="34209"/>
                    <a:pt x="-2265" y="40636"/>
                    <a:pt x="14221" y="41195"/>
                  </a:cubicBezTo>
                  <a:cubicBezTo>
                    <a:pt x="31824" y="41474"/>
                    <a:pt x="42162" y="40356"/>
                    <a:pt x="39088" y="30298"/>
                  </a:cubicBezTo>
                  <a:cubicBezTo>
                    <a:pt x="36015" y="20518"/>
                    <a:pt x="35456" y="16048"/>
                    <a:pt x="35735" y="12695"/>
                  </a:cubicBezTo>
                  <a:cubicBezTo>
                    <a:pt x="36015" y="9342"/>
                    <a:pt x="35735" y="5989"/>
                    <a:pt x="33779" y="4033"/>
                  </a:cubicBezTo>
                  <a:cubicBezTo>
                    <a:pt x="31544" y="2357"/>
                    <a:pt x="15897" y="-996"/>
                    <a:pt x="13382" y="8783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4" name="Forma libre 123">
              <a:extLst>
                <a:ext uri="{FF2B5EF4-FFF2-40B4-BE49-F238E27FC236}">
                  <a16:creationId xmlns:a16="http://schemas.microsoft.com/office/drawing/2014/main" id="{640E5067-5BEA-6844-A645-4E20C8DB42B8}"/>
                </a:ext>
              </a:extLst>
            </p:cNvPr>
            <p:cNvSpPr/>
            <p:nvPr/>
          </p:nvSpPr>
          <p:spPr>
            <a:xfrm>
              <a:off x="1944564" y="2349608"/>
              <a:ext cx="33529" cy="72647"/>
            </a:xfrm>
            <a:custGeom>
              <a:avLst/>
              <a:gdLst>
                <a:gd name="connsiteX0" fmla="*/ 30062 w 33529"/>
                <a:gd name="connsiteY0" fmla="*/ 2096 h 72646"/>
                <a:gd name="connsiteX1" fmla="*/ 32577 w 33529"/>
                <a:gd name="connsiteY1" fmla="*/ 52390 h 72646"/>
                <a:gd name="connsiteX2" fmla="*/ 17768 w 33529"/>
                <a:gd name="connsiteY2" fmla="*/ 73066 h 72646"/>
                <a:gd name="connsiteX3" fmla="*/ 17489 w 33529"/>
                <a:gd name="connsiteY3" fmla="*/ 73066 h 72646"/>
                <a:gd name="connsiteX4" fmla="*/ 2121 w 33529"/>
                <a:gd name="connsiteY4" fmla="*/ 53507 h 72646"/>
                <a:gd name="connsiteX5" fmla="*/ 2401 w 33529"/>
                <a:gd name="connsiteY5" fmla="*/ 15787 h 72646"/>
                <a:gd name="connsiteX6" fmla="*/ 30062 w 33529"/>
                <a:gd name="connsiteY6" fmla="*/ 2096 h 7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29" h="72646">
                  <a:moveTo>
                    <a:pt x="30062" y="2096"/>
                  </a:moveTo>
                  <a:cubicBezTo>
                    <a:pt x="30342" y="3493"/>
                    <a:pt x="32298" y="31154"/>
                    <a:pt x="32577" y="52390"/>
                  </a:cubicBezTo>
                  <a:cubicBezTo>
                    <a:pt x="32857" y="62728"/>
                    <a:pt x="25312" y="72787"/>
                    <a:pt x="17768" y="73066"/>
                  </a:cubicBezTo>
                  <a:cubicBezTo>
                    <a:pt x="17768" y="73066"/>
                    <a:pt x="17489" y="73066"/>
                    <a:pt x="17489" y="73066"/>
                  </a:cubicBezTo>
                  <a:cubicBezTo>
                    <a:pt x="10224" y="73066"/>
                    <a:pt x="1563" y="63845"/>
                    <a:pt x="2121" y="53507"/>
                  </a:cubicBezTo>
                  <a:cubicBezTo>
                    <a:pt x="3239" y="35066"/>
                    <a:pt x="2401" y="16066"/>
                    <a:pt x="2401" y="15787"/>
                  </a:cubicBezTo>
                  <a:lnTo>
                    <a:pt x="30062" y="2096"/>
                  </a:ln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5" name="Forma libre 124">
              <a:extLst>
                <a:ext uri="{FF2B5EF4-FFF2-40B4-BE49-F238E27FC236}">
                  <a16:creationId xmlns:a16="http://schemas.microsoft.com/office/drawing/2014/main" id="{E1ED5FC1-5A6C-AC49-AA63-7C663DE361CA}"/>
                </a:ext>
              </a:extLst>
            </p:cNvPr>
            <p:cNvSpPr/>
            <p:nvPr/>
          </p:nvSpPr>
          <p:spPr>
            <a:xfrm>
              <a:off x="1873340" y="2388497"/>
              <a:ext cx="139706" cy="243088"/>
            </a:xfrm>
            <a:custGeom>
              <a:avLst/>
              <a:gdLst>
                <a:gd name="connsiteX0" fmla="*/ 122801 w 139705"/>
                <a:gd name="connsiteY0" fmla="*/ 83074 h 243087"/>
                <a:gd name="connsiteX1" fmla="*/ 109389 w 139705"/>
                <a:gd name="connsiteY1" fmla="*/ 141471 h 243087"/>
                <a:gd name="connsiteX2" fmla="*/ 109669 w 139705"/>
                <a:gd name="connsiteY2" fmla="*/ 185339 h 243087"/>
                <a:gd name="connsiteX3" fmla="*/ 114698 w 139705"/>
                <a:gd name="connsiteY3" fmla="*/ 211324 h 243087"/>
                <a:gd name="connsiteX4" fmla="*/ 122242 w 139705"/>
                <a:gd name="connsiteY4" fmla="*/ 243736 h 243087"/>
                <a:gd name="connsiteX5" fmla="*/ 2096 w 139705"/>
                <a:gd name="connsiteY5" fmla="*/ 243736 h 243087"/>
                <a:gd name="connsiteX6" fmla="*/ 11875 w 139705"/>
                <a:gd name="connsiteY6" fmla="*/ 98442 h 243087"/>
                <a:gd name="connsiteX7" fmla="*/ 27243 w 139705"/>
                <a:gd name="connsiteY7" fmla="*/ 36692 h 243087"/>
                <a:gd name="connsiteX8" fmla="*/ 36743 w 139705"/>
                <a:gd name="connsiteY8" fmla="*/ 16574 h 243087"/>
                <a:gd name="connsiteX9" fmla="*/ 55184 w 139705"/>
                <a:gd name="connsiteY9" fmla="*/ 5398 h 243087"/>
                <a:gd name="connsiteX10" fmla="*/ 66360 w 139705"/>
                <a:gd name="connsiteY10" fmla="*/ 3722 h 243087"/>
                <a:gd name="connsiteX11" fmla="*/ 139007 w 139705"/>
                <a:gd name="connsiteY11" fmla="*/ 25236 h 243087"/>
                <a:gd name="connsiteX12" fmla="*/ 136492 w 139705"/>
                <a:gd name="connsiteY12" fmla="*/ 48707 h 243087"/>
                <a:gd name="connsiteX13" fmla="*/ 126434 w 139705"/>
                <a:gd name="connsiteY13" fmla="*/ 73295 h 243087"/>
                <a:gd name="connsiteX14" fmla="*/ 122801 w 139705"/>
                <a:gd name="connsiteY14" fmla="*/ 83074 h 24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705" h="243087">
                  <a:moveTo>
                    <a:pt x="122801" y="83074"/>
                  </a:moveTo>
                  <a:cubicBezTo>
                    <a:pt x="116375" y="102074"/>
                    <a:pt x="112742" y="121633"/>
                    <a:pt x="109389" y="141471"/>
                  </a:cubicBezTo>
                  <a:cubicBezTo>
                    <a:pt x="106875" y="156001"/>
                    <a:pt x="107713" y="170809"/>
                    <a:pt x="109669" y="185339"/>
                  </a:cubicBezTo>
                  <a:cubicBezTo>
                    <a:pt x="110787" y="194001"/>
                    <a:pt x="112463" y="202662"/>
                    <a:pt x="114698" y="211324"/>
                  </a:cubicBezTo>
                  <a:cubicBezTo>
                    <a:pt x="115537" y="214677"/>
                    <a:pt x="121963" y="240942"/>
                    <a:pt x="122242" y="243736"/>
                  </a:cubicBezTo>
                  <a:cubicBezTo>
                    <a:pt x="122242" y="243736"/>
                    <a:pt x="8801" y="243736"/>
                    <a:pt x="2096" y="243736"/>
                  </a:cubicBezTo>
                  <a:cubicBezTo>
                    <a:pt x="3213" y="220265"/>
                    <a:pt x="30037" y="146221"/>
                    <a:pt x="11875" y="98442"/>
                  </a:cubicBezTo>
                  <a:cubicBezTo>
                    <a:pt x="-699" y="65192"/>
                    <a:pt x="16066" y="64354"/>
                    <a:pt x="27243" y="36692"/>
                  </a:cubicBezTo>
                  <a:cubicBezTo>
                    <a:pt x="30037" y="29986"/>
                    <a:pt x="32272" y="22442"/>
                    <a:pt x="36743" y="16574"/>
                  </a:cubicBezTo>
                  <a:cubicBezTo>
                    <a:pt x="41213" y="10986"/>
                    <a:pt x="48198" y="7075"/>
                    <a:pt x="55184" y="5398"/>
                  </a:cubicBezTo>
                  <a:cubicBezTo>
                    <a:pt x="58816" y="4560"/>
                    <a:pt x="62728" y="4001"/>
                    <a:pt x="66360" y="3722"/>
                  </a:cubicBezTo>
                  <a:cubicBezTo>
                    <a:pt x="86757" y="2045"/>
                    <a:pt x="134536" y="-3822"/>
                    <a:pt x="139007" y="25236"/>
                  </a:cubicBezTo>
                  <a:cubicBezTo>
                    <a:pt x="140125" y="33060"/>
                    <a:pt x="139007" y="41163"/>
                    <a:pt x="136492" y="48707"/>
                  </a:cubicBezTo>
                  <a:cubicBezTo>
                    <a:pt x="133698" y="57089"/>
                    <a:pt x="129787" y="65192"/>
                    <a:pt x="126434" y="73295"/>
                  </a:cubicBezTo>
                  <a:cubicBezTo>
                    <a:pt x="125316" y="76369"/>
                    <a:pt x="123919" y="79721"/>
                    <a:pt x="122801" y="83074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9D17F501-2D10-6D4B-9422-5469EE87FCFB}"/>
                </a:ext>
              </a:extLst>
            </p:cNvPr>
            <p:cNvSpPr/>
            <p:nvPr/>
          </p:nvSpPr>
          <p:spPr>
            <a:xfrm>
              <a:off x="1868590" y="2630137"/>
              <a:ext cx="131323" cy="78235"/>
            </a:xfrm>
            <a:custGeom>
              <a:avLst/>
              <a:gdLst>
                <a:gd name="connsiteX0" fmla="*/ 126154 w 131323"/>
                <a:gd name="connsiteY0" fmla="*/ 78375 h 78235"/>
                <a:gd name="connsiteX1" fmla="*/ 126713 w 131323"/>
                <a:gd name="connsiteY1" fmla="*/ 2096 h 78235"/>
                <a:gd name="connsiteX2" fmla="*/ 6566 w 131323"/>
                <a:gd name="connsiteY2" fmla="*/ 2096 h 78235"/>
                <a:gd name="connsiteX3" fmla="*/ 2096 w 131323"/>
                <a:gd name="connsiteY3" fmla="*/ 78375 h 78235"/>
                <a:gd name="connsiteX4" fmla="*/ 126154 w 131323"/>
                <a:gd name="connsiteY4" fmla="*/ 78375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323" h="78235">
                  <a:moveTo>
                    <a:pt x="126154" y="78375"/>
                  </a:moveTo>
                  <a:cubicBezTo>
                    <a:pt x="126154" y="78375"/>
                    <a:pt x="136492" y="52110"/>
                    <a:pt x="126713" y="2096"/>
                  </a:cubicBezTo>
                  <a:lnTo>
                    <a:pt x="6566" y="2096"/>
                  </a:lnTo>
                  <a:cubicBezTo>
                    <a:pt x="6566" y="2096"/>
                    <a:pt x="2375" y="37860"/>
                    <a:pt x="2096" y="78375"/>
                  </a:cubicBezTo>
                  <a:lnTo>
                    <a:pt x="126154" y="78375"/>
                  </a:ln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D6B194B8-9C34-8941-B839-255B5E037401}"/>
                </a:ext>
              </a:extLst>
            </p:cNvPr>
            <p:cNvSpPr/>
            <p:nvPr/>
          </p:nvSpPr>
          <p:spPr>
            <a:xfrm>
              <a:off x="1967732" y="2833293"/>
              <a:ext cx="64265" cy="226323"/>
            </a:xfrm>
            <a:custGeom>
              <a:avLst/>
              <a:gdLst>
                <a:gd name="connsiteX0" fmla="*/ 3541 w 64264"/>
                <a:gd name="connsiteY0" fmla="*/ 38395 h 226323"/>
                <a:gd name="connsiteX1" fmla="*/ 46571 w 64264"/>
                <a:gd name="connsiteY1" fmla="*/ 19954 h 226323"/>
                <a:gd name="connsiteX2" fmla="*/ 61938 w 64264"/>
                <a:gd name="connsiteY2" fmla="*/ 220851 h 226323"/>
                <a:gd name="connsiteX3" fmla="*/ 58026 w 64264"/>
                <a:gd name="connsiteY3" fmla="*/ 223086 h 226323"/>
                <a:gd name="connsiteX4" fmla="*/ 45453 w 64264"/>
                <a:gd name="connsiteY4" fmla="*/ 220571 h 226323"/>
                <a:gd name="connsiteX5" fmla="*/ 38747 w 64264"/>
                <a:gd name="connsiteY5" fmla="*/ 226160 h 226323"/>
                <a:gd name="connsiteX6" fmla="*/ 3541 w 64264"/>
                <a:gd name="connsiteY6" fmla="*/ 38395 h 22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226323">
                  <a:moveTo>
                    <a:pt x="3541" y="38395"/>
                  </a:moveTo>
                  <a:cubicBezTo>
                    <a:pt x="-5959" y="-2119"/>
                    <a:pt x="33997" y="-9384"/>
                    <a:pt x="46571" y="19954"/>
                  </a:cubicBezTo>
                  <a:cubicBezTo>
                    <a:pt x="64453" y="61586"/>
                    <a:pt x="63056" y="194307"/>
                    <a:pt x="61938" y="220851"/>
                  </a:cubicBezTo>
                  <a:cubicBezTo>
                    <a:pt x="61938" y="224204"/>
                    <a:pt x="59982" y="223645"/>
                    <a:pt x="58026" y="223086"/>
                  </a:cubicBezTo>
                  <a:cubicBezTo>
                    <a:pt x="52438" y="221130"/>
                    <a:pt x="47688" y="220292"/>
                    <a:pt x="45453" y="220571"/>
                  </a:cubicBezTo>
                  <a:cubicBezTo>
                    <a:pt x="40982" y="221410"/>
                    <a:pt x="38747" y="226160"/>
                    <a:pt x="38747" y="226160"/>
                  </a:cubicBezTo>
                  <a:cubicBezTo>
                    <a:pt x="34835" y="189836"/>
                    <a:pt x="12762" y="77792"/>
                    <a:pt x="3541" y="38395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5CEEAE81-8C36-DB4E-BF9F-8F60AE0068C6}"/>
                </a:ext>
              </a:extLst>
            </p:cNvPr>
            <p:cNvSpPr/>
            <p:nvPr/>
          </p:nvSpPr>
          <p:spPr>
            <a:xfrm>
              <a:off x="1932563" y="2635159"/>
              <a:ext cx="83823" cy="254264"/>
            </a:xfrm>
            <a:custGeom>
              <a:avLst/>
              <a:gdLst>
                <a:gd name="connsiteX0" fmla="*/ 2666 w 83823"/>
                <a:gd name="connsiteY0" fmla="*/ 78941 h 254264"/>
                <a:gd name="connsiteX1" fmla="*/ 47931 w 83823"/>
                <a:gd name="connsiteY1" fmla="*/ 6015 h 254264"/>
                <a:gd name="connsiteX2" fmla="*/ 66931 w 83823"/>
                <a:gd name="connsiteY2" fmla="*/ 40103 h 254264"/>
                <a:gd name="connsiteX3" fmla="*/ 81181 w 83823"/>
                <a:gd name="connsiteY3" fmla="*/ 215294 h 254264"/>
                <a:gd name="connsiteX4" fmla="*/ 41504 w 83823"/>
                <a:gd name="connsiteY4" fmla="*/ 240720 h 254264"/>
                <a:gd name="connsiteX5" fmla="*/ 2666 w 83823"/>
                <a:gd name="connsiteY5" fmla="*/ 78941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23" h="254264">
                  <a:moveTo>
                    <a:pt x="2666" y="78941"/>
                  </a:moveTo>
                  <a:cubicBezTo>
                    <a:pt x="-1525" y="28647"/>
                    <a:pt x="17754" y="-10750"/>
                    <a:pt x="47931" y="6015"/>
                  </a:cubicBezTo>
                  <a:cubicBezTo>
                    <a:pt x="60504" y="13000"/>
                    <a:pt x="65254" y="26971"/>
                    <a:pt x="66931" y="40103"/>
                  </a:cubicBezTo>
                  <a:cubicBezTo>
                    <a:pt x="68607" y="53235"/>
                    <a:pt x="77828" y="190426"/>
                    <a:pt x="81181" y="215294"/>
                  </a:cubicBezTo>
                  <a:cubicBezTo>
                    <a:pt x="88445" y="271176"/>
                    <a:pt x="45975" y="256088"/>
                    <a:pt x="41504" y="240720"/>
                  </a:cubicBezTo>
                  <a:cubicBezTo>
                    <a:pt x="29769" y="201603"/>
                    <a:pt x="4902" y="106323"/>
                    <a:pt x="2666" y="78941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D40487D8-7BA9-BD45-ABAD-20125C2A6DD7}"/>
                </a:ext>
              </a:extLst>
            </p:cNvPr>
            <p:cNvSpPr/>
            <p:nvPr/>
          </p:nvSpPr>
          <p:spPr>
            <a:xfrm>
              <a:off x="1862106" y="2838186"/>
              <a:ext cx="50294" cy="237499"/>
            </a:xfrm>
            <a:custGeom>
              <a:avLst/>
              <a:gdLst>
                <a:gd name="connsiteX0" fmla="*/ 2153 w 50294"/>
                <a:gd name="connsiteY0" fmla="*/ 30987 h 237499"/>
                <a:gd name="connsiteX1" fmla="*/ 44903 w 50294"/>
                <a:gd name="connsiteY1" fmla="*/ 24840 h 237499"/>
                <a:gd name="connsiteX2" fmla="*/ 33168 w 50294"/>
                <a:gd name="connsiteY2" fmla="*/ 236634 h 237499"/>
                <a:gd name="connsiteX3" fmla="*/ 18359 w 50294"/>
                <a:gd name="connsiteY3" fmla="*/ 224061 h 237499"/>
                <a:gd name="connsiteX4" fmla="*/ 11374 w 50294"/>
                <a:gd name="connsiteY4" fmla="*/ 227972 h 237499"/>
                <a:gd name="connsiteX5" fmla="*/ 2153 w 50294"/>
                <a:gd name="connsiteY5" fmla="*/ 30987 h 2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294" h="237499">
                  <a:moveTo>
                    <a:pt x="2153" y="30987"/>
                  </a:moveTo>
                  <a:cubicBezTo>
                    <a:pt x="477" y="-6733"/>
                    <a:pt x="35962" y="-6174"/>
                    <a:pt x="44903" y="24840"/>
                  </a:cubicBezTo>
                  <a:cubicBezTo>
                    <a:pt x="58874" y="73179"/>
                    <a:pt x="34565" y="177399"/>
                    <a:pt x="33168" y="236634"/>
                  </a:cubicBezTo>
                  <a:cubicBezTo>
                    <a:pt x="27021" y="226296"/>
                    <a:pt x="21153" y="223781"/>
                    <a:pt x="18359" y="224061"/>
                  </a:cubicBezTo>
                  <a:cubicBezTo>
                    <a:pt x="13888" y="224340"/>
                    <a:pt x="11374" y="227972"/>
                    <a:pt x="11374" y="227972"/>
                  </a:cubicBezTo>
                  <a:cubicBezTo>
                    <a:pt x="12491" y="149737"/>
                    <a:pt x="3830" y="71502"/>
                    <a:pt x="2153" y="30987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ECA0FE89-8A8F-CA45-B474-6D38B0F31B92}"/>
                </a:ext>
              </a:extLst>
            </p:cNvPr>
            <p:cNvSpPr/>
            <p:nvPr/>
          </p:nvSpPr>
          <p:spPr>
            <a:xfrm>
              <a:off x="1862139" y="2634667"/>
              <a:ext cx="75441" cy="254264"/>
            </a:xfrm>
            <a:custGeom>
              <a:avLst/>
              <a:gdLst>
                <a:gd name="connsiteX0" fmla="*/ 43473 w 75441"/>
                <a:gd name="connsiteY0" fmla="*/ 238418 h 254264"/>
                <a:gd name="connsiteX1" fmla="*/ 2399 w 75441"/>
                <a:gd name="connsiteY1" fmla="*/ 215506 h 254264"/>
                <a:gd name="connsiteX2" fmla="*/ 10223 w 75441"/>
                <a:gd name="connsiteY2" fmla="*/ 39477 h 254264"/>
                <a:gd name="connsiteX3" fmla="*/ 19723 w 75441"/>
                <a:gd name="connsiteY3" fmla="*/ 4272 h 254264"/>
                <a:gd name="connsiteX4" fmla="*/ 74487 w 75441"/>
                <a:gd name="connsiteY4" fmla="*/ 81668 h 254264"/>
                <a:gd name="connsiteX5" fmla="*/ 43473 w 75441"/>
                <a:gd name="connsiteY5" fmla="*/ 238418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41" h="254264">
                  <a:moveTo>
                    <a:pt x="43473" y="238418"/>
                  </a:moveTo>
                  <a:cubicBezTo>
                    <a:pt x="38723" y="253786"/>
                    <a:pt x="-1792" y="271668"/>
                    <a:pt x="2399" y="215506"/>
                  </a:cubicBezTo>
                  <a:cubicBezTo>
                    <a:pt x="4355" y="190639"/>
                    <a:pt x="9384" y="52889"/>
                    <a:pt x="10223" y="39477"/>
                  </a:cubicBezTo>
                  <a:cubicBezTo>
                    <a:pt x="11061" y="26066"/>
                    <a:pt x="13296" y="6786"/>
                    <a:pt x="19723" y="4272"/>
                  </a:cubicBezTo>
                  <a:cubicBezTo>
                    <a:pt x="51855" y="-7743"/>
                    <a:pt x="82870" y="31654"/>
                    <a:pt x="74487" y="81668"/>
                  </a:cubicBezTo>
                  <a:cubicBezTo>
                    <a:pt x="68899" y="115198"/>
                    <a:pt x="53252" y="206565"/>
                    <a:pt x="43473" y="238418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4DC2E3C0-F657-5942-91E2-1311F50A15EA}"/>
                </a:ext>
              </a:extLst>
            </p:cNvPr>
            <p:cNvSpPr/>
            <p:nvPr/>
          </p:nvSpPr>
          <p:spPr>
            <a:xfrm>
              <a:off x="1899046" y="2501887"/>
              <a:ext cx="22353" cy="8382"/>
            </a:xfrm>
            <a:custGeom>
              <a:avLst/>
              <a:gdLst>
                <a:gd name="connsiteX0" fmla="*/ 4610 w 22352"/>
                <a:gd name="connsiteY0" fmla="*/ 6566 h 8382"/>
                <a:gd name="connsiteX1" fmla="*/ 21654 w 22352"/>
                <a:gd name="connsiteY1" fmla="*/ 6566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610" y="6566"/>
                  </a:moveTo>
                  <a:lnTo>
                    <a:pt x="21654" y="6566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7393AEC2-F702-B642-8990-A7F52A89BF16}"/>
                </a:ext>
              </a:extLst>
            </p:cNvPr>
            <p:cNvSpPr/>
            <p:nvPr/>
          </p:nvSpPr>
          <p:spPr>
            <a:xfrm>
              <a:off x="1850708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C3E657A6-6EDD-1048-9225-8A128B5EDA31}"/>
                </a:ext>
              </a:extLst>
            </p:cNvPr>
            <p:cNvSpPr/>
            <p:nvPr/>
          </p:nvSpPr>
          <p:spPr>
            <a:xfrm>
              <a:off x="1872502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4" name="Forma libre 133">
              <a:extLst>
                <a:ext uri="{FF2B5EF4-FFF2-40B4-BE49-F238E27FC236}">
                  <a16:creationId xmlns:a16="http://schemas.microsoft.com/office/drawing/2014/main" id="{79C19E06-A84C-614A-A82B-4DEF02552F4C}"/>
                </a:ext>
              </a:extLst>
            </p:cNvPr>
            <p:cNvSpPr/>
            <p:nvPr/>
          </p:nvSpPr>
          <p:spPr>
            <a:xfrm>
              <a:off x="1836178" y="2511387"/>
              <a:ext cx="89412" cy="19559"/>
            </a:xfrm>
            <a:custGeom>
              <a:avLst/>
              <a:gdLst>
                <a:gd name="connsiteX0" fmla="*/ 10478 w 89411"/>
                <a:gd name="connsiteY0" fmla="*/ 17463 h 19558"/>
                <a:gd name="connsiteX1" fmla="*/ 89551 w 89411"/>
                <a:gd name="connsiteY1" fmla="*/ 17463 h 19558"/>
                <a:gd name="connsiteX2" fmla="*/ 81448 w 89411"/>
                <a:gd name="connsiteY2" fmla="*/ 2096 h 19558"/>
                <a:gd name="connsiteX3" fmla="*/ 2096 w 89411"/>
                <a:gd name="connsiteY3" fmla="*/ 2096 h 19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19558">
                  <a:moveTo>
                    <a:pt x="10478" y="17463"/>
                  </a:moveTo>
                  <a:lnTo>
                    <a:pt x="89551" y="17463"/>
                  </a:lnTo>
                  <a:lnTo>
                    <a:pt x="8144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5" name="Forma libre 134">
              <a:extLst>
                <a:ext uri="{FF2B5EF4-FFF2-40B4-BE49-F238E27FC236}">
                  <a16:creationId xmlns:a16="http://schemas.microsoft.com/office/drawing/2014/main" id="{8CCD1176-9D62-7147-9318-D16AC800A82B}"/>
                </a:ext>
              </a:extLst>
            </p:cNvPr>
            <p:cNvSpPr/>
            <p:nvPr/>
          </p:nvSpPr>
          <p:spPr>
            <a:xfrm>
              <a:off x="1840649" y="2516417"/>
              <a:ext cx="22353" cy="13971"/>
            </a:xfrm>
            <a:custGeom>
              <a:avLst/>
              <a:gdLst>
                <a:gd name="connsiteX0" fmla="*/ 7684 w 22352"/>
                <a:gd name="connsiteY0" fmla="*/ 12993 h 13970"/>
                <a:gd name="connsiteX1" fmla="*/ 21375 w 22352"/>
                <a:gd name="connsiteY1" fmla="*/ 12993 h 13970"/>
                <a:gd name="connsiteX2" fmla="*/ 15507 w 22352"/>
                <a:gd name="connsiteY2" fmla="*/ 2096 h 13970"/>
                <a:gd name="connsiteX3" fmla="*/ 2096 w 22352"/>
                <a:gd name="connsiteY3" fmla="*/ 2096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13970">
                  <a:moveTo>
                    <a:pt x="7684" y="12993"/>
                  </a:moveTo>
                  <a:lnTo>
                    <a:pt x="21375" y="12993"/>
                  </a:lnTo>
                  <a:lnTo>
                    <a:pt x="15507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6" name="Forma libre 135">
              <a:extLst>
                <a:ext uri="{FF2B5EF4-FFF2-40B4-BE49-F238E27FC236}">
                  <a16:creationId xmlns:a16="http://schemas.microsoft.com/office/drawing/2014/main" id="{EE53EB00-1C6D-E247-BEFA-3A64B8C1C7AA}"/>
                </a:ext>
              </a:extLst>
            </p:cNvPr>
            <p:cNvSpPr/>
            <p:nvPr/>
          </p:nvSpPr>
          <p:spPr>
            <a:xfrm>
              <a:off x="1891222" y="2514181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551 w 33529"/>
                <a:gd name="connsiteY1" fmla="*/ 4331 h 5588"/>
                <a:gd name="connsiteX2" fmla="*/ 3143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551" y="4331"/>
                  </a:lnTo>
                  <a:lnTo>
                    <a:pt x="3143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7" name="Forma libre 136">
              <a:extLst>
                <a:ext uri="{FF2B5EF4-FFF2-40B4-BE49-F238E27FC236}">
                  <a16:creationId xmlns:a16="http://schemas.microsoft.com/office/drawing/2014/main" id="{05AF771C-E8CF-C049-B859-D21205DA6DCD}"/>
                </a:ext>
              </a:extLst>
            </p:cNvPr>
            <p:cNvSpPr/>
            <p:nvPr/>
          </p:nvSpPr>
          <p:spPr>
            <a:xfrm>
              <a:off x="1883399" y="2520608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272 w 33529"/>
                <a:gd name="connsiteY1" fmla="*/ 4331 h 5588"/>
                <a:gd name="connsiteX2" fmla="*/ 3115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272" y="4331"/>
                  </a:lnTo>
                  <a:lnTo>
                    <a:pt x="31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8" name="Forma libre 137">
              <a:extLst>
                <a:ext uri="{FF2B5EF4-FFF2-40B4-BE49-F238E27FC236}">
                  <a16:creationId xmlns:a16="http://schemas.microsoft.com/office/drawing/2014/main" id="{339F8B71-8EA6-A24D-B6FF-E3079706DF7D}"/>
                </a:ext>
              </a:extLst>
            </p:cNvPr>
            <p:cNvSpPr/>
            <p:nvPr/>
          </p:nvSpPr>
          <p:spPr>
            <a:xfrm>
              <a:off x="1894855" y="2524520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F4159E10-D52E-AB4E-AA80-BF68567ED20C}"/>
                </a:ext>
              </a:extLst>
            </p:cNvPr>
            <p:cNvSpPr/>
            <p:nvPr/>
          </p:nvSpPr>
          <p:spPr>
            <a:xfrm>
              <a:off x="1875296" y="2533181"/>
              <a:ext cx="64265" cy="22353"/>
            </a:xfrm>
            <a:custGeom>
              <a:avLst/>
              <a:gdLst>
                <a:gd name="connsiteX0" fmla="*/ 12434 w 64264"/>
                <a:gd name="connsiteY0" fmla="*/ 21096 h 22352"/>
                <a:gd name="connsiteX1" fmla="*/ 62728 w 64264"/>
                <a:gd name="connsiteY1" fmla="*/ 21096 h 22352"/>
                <a:gd name="connsiteX2" fmla="*/ 52669 w 64264"/>
                <a:gd name="connsiteY2" fmla="*/ 2096 h 22352"/>
                <a:gd name="connsiteX3" fmla="*/ 2096 w 64264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64" h="22352">
                  <a:moveTo>
                    <a:pt x="12434" y="21096"/>
                  </a:moveTo>
                  <a:lnTo>
                    <a:pt x="62728" y="21096"/>
                  </a:lnTo>
                  <a:lnTo>
                    <a:pt x="52669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B8B04052-318B-E144-9659-0BF3CFE43D96}"/>
                </a:ext>
              </a:extLst>
            </p:cNvPr>
            <p:cNvSpPr/>
            <p:nvPr/>
          </p:nvSpPr>
          <p:spPr>
            <a:xfrm>
              <a:off x="1894855" y="2535976"/>
              <a:ext cx="30735" cy="5588"/>
            </a:xfrm>
            <a:custGeom>
              <a:avLst/>
              <a:gdLst>
                <a:gd name="connsiteX0" fmla="*/ 3213 w 30735"/>
                <a:gd name="connsiteY0" fmla="*/ 4331 h 5588"/>
                <a:gd name="connsiteX1" fmla="*/ 29198 w 30735"/>
                <a:gd name="connsiteY1" fmla="*/ 4331 h 5588"/>
                <a:gd name="connsiteX2" fmla="*/ 28081 w 30735"/>
                <a:gd name="connsiteY2" fmla="*/ 2096 h 5588"/>
                <a:gd name="connsiteX3" fmla="*/ 2096 w 30735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5" h="5588">
                  <a:moveTo>
                    <a:pt x="3213" y="4331"/>
                  </a:moveTo>
                  <a:lnTo>
                    <a:pt x="29198" y="4331"/>
                  </a:lnTo>
                  <a:lnTo>
                    <a:pt x="28081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4E0F747F-823F-8446-BEEE-54E2DDA6E199}"/>
                </a:ext>
              </a:extLst>
            </p:cNvPr>
            <p:cNvSpPr/>
            <p:nvPr/>
          </p:nvSpPr>
          <p:spPr>
            <a:xfrm>
              <a:off x="1903237" y="2539887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4F506390-4E81-5441-A19D-027597C528AD}"/>
                </a:ext>
              </a:extLst>
            </p:cNvPr>
            <p:cNvSpPr/>
            <p:nvPr/>
          </p:nvSpPr>
          <p:spPr>
            <a:xfrm>
              <a:off x="1911619" y="2543520"/>
              <a:ext cx="16765" cy="5588"/>
            </a:xfrm>
            <a:custGeom>
              <a:avLst/>
              <a:gdLst>
                <a:gd name="connsiteX0" fmla="*/ 3213 w 16764"/>
                <a:gd name="connsiteY0" fmla="*/ 4051 h 5588"/>
                <a:gd name="connsiteX1" fmla="*/ 16346 w 16764"/>
                <a:gd name="connsiteY1" fmla="*/ 4051 h 5588"/>
                <a:gd name="connsiteX2" fmla="*/ 15228 w 16764"/>
                <a:gd name="connsiteY2" fmla="*/ 2096 h 5588"/>
                <a:gd name="connsiteX3" fmla="*/ 2096 w 16764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" h="5588">
                  <a:moveTo>
                    <a:pt x="3213" y="4051"/>
                  </a:moveTo>
                  <a:lnTo>
                    <a:pt x="16346" y="4051"/>
                  </a:lnTo>
                  <a:lnTo>
                    <a:pt x="152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9ACC9213-1299-3D42-A452-6DB0652F9976}"/>
                </a:ext>
              </a:extLst>
            </p:cNvPr>
            <p:cNvSpPr/>
            <p:nvPr/>
          </p:nvSpPr>
          <p:spPr>
            <a:xfrm>
              <a:off x="1901840" y="2543520"/>
              <a:ext cx="11176" cy="5588"/>
            </a:xfrm>
            <a:custGeom>
              <a:avLst/>
              <a:gdLst>
                <a:gd name="connsiteX0" fmla="*/ 3213 w 11176"/>
                <a:gd name="connsiteY0" fmla="*/ 4051 h 5588"/>
                <a:gd name="connsiteX1" fmla="*/ 11316 w 11176"/>
                <a:gd name="connsiteY1" fmla="*/ 4051 h 5588"/>
                <a:gd name="connsiteX2" fmla="*/ 10198 w 11176"/>
                <a:gd name="connsiteY2" fmla="*/ 2096 h 5588"/>
                <a:gd name="connsiteX3" fmla="*/ 2096 w 11176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6" h="5588">
                  <a:moveTo>
                    <a:pt x="3213" y="4051"/>
                  </a:moveTo>
                  <a:lnTo>
                    <a:pt x="11316" y="4051"/>
                  </a:lnTo>
                  <a:lnTo>
                    <a:pt x="1019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4" name="Forma libre 143">
              <a:extLst>
                <a:ext uri="{FF2B5EF4-FFF2-40B4-BE49-F238E27FC236}">
                  <a16:creationId xmlns:a16="http://schemas.microsoft.com/office/drawing/2014/main" id="{8FD1AE6A-4CC8-4442-922D-D627064ABE9E}"/>
                </a:ext>
              </a:extLst>
            </p:cNvPr>
            <p:cNvSpPr/>
            <p:nvPr/>
          </p:nvSpPr>
          <p:spPr>
            <a:xfrm>
              <a:off x="1908825" y="2547152"/>
              <a:ext cx="22353" cy="5588"/>
            </a:xfrm>
            <a:custGeom>
              <a:avLst/>
              <a:gdLst>
                <a:gd name="connsiteX0" fmla="*/ 3213 w 22352"/>
                <a:gd name="connsiteY0" fmla="*/ 4331 h 5588"/>
                <a:gd name="connsiteX1" fmla="*/ 21096 w 22352"/>
                <a:gd name="connsiteY1" fmla="*/ 4331 h 5588"/>
                <a:gd name="connsiteX2" fmla="*/ 19978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331"/>
                  </a:moveTo>
                  <a:lnTo>
                    <a:pt x="21096" y="4331"/>
                  </a:lnTo>
                  <a:lnTo>
                    <a:pt x="1997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6AD9A7AE-2ABA-864B-B0B1-434E539D5316}"/>
                </a:ext>
              </a:extLst>
            </p:cNvPr>
            <p:cNvSpPr/>
            <p:nvPr/>
          </p:nvSpPr>
          <p:spPr>
            <a:xfrm>
              <a:off x="1821928" y="2444887"/>
              <a:ext cx="89412" cy="53088"/>
            </a:xfrm>
            <a:custGeom>
              <a:avLst/>
              <a:gdLst>
                <a:gd name="connsiteX0" fmla="*/ 28360 w 89411"/>
                <a:gd name="connsiteY0" fmla="*/ 50993 h 53088"/>
                <a:gd name="connsiteX1" fmla="*/ 89272 w 89411"/>
                <a:gd name="connsiteY1" fmla="*/ 50993 h 53088"/>
                <a:gd name="connsiteX2" fmla="*/ 62728 w 89411"/>
                <a:gd name="connsiteY2" fmla="*/ 2096 h 53088"/>
                <a:gd name="connsiteX3" fmla="*/ 2096 w 89411"/>
                <a:gd name="connsiteY3" fmla="*/ 2096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53088">
                  <a:moveTo>
                    <a:pt x="28360" y="50993"/>
                  </a:moveTo>
                  <a:lnTo>
                    <a:pt x="89272" y="50993"/>
                  </a:lnTo>
                  <a:lnTo>
                    <a:pt x="627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8FF620B0-EB99-ED43-A4E4-6AB5233BE1E5}"/>
                </a:ext>
              </a:extLst>
            </p:cNvPr>
            <p:cNvSpPr/>
            <p:nvPr/>
          </p:nvSpPr>
          <p:spPr>
            <a:xfrm>
              <a:off x="1846516" y="2533181"/>
              <a:ext cx="36323" cy="22353"/>
            </a:xfrm>
            <a:custGeom>
              <a:avLst/>
              <a:gdLst>
                <a:gd name="connsiteX0" fmla="*/ 12434 w 36323"/>
                <a:gd name="connsiteY0" fmla="*/ 21096 h 22352"/>
                <a:gd name="connsiteX1" fmla="*/ 36184 w 36323"/>
                <a:gd name="connsiteY1" fmla="*/ 21096 h 22352"/>
                <a:gd name="connsiteX2" fmla="*/ 25846 w 36323"/>
                <a:gd name="connsiteY2" fmla="*/ 2096 h 22352"/>
                <a:gd name="connsiteX3" fmla="*/ 2096 w 36323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22352">
                  <a:moveTo>
                    <a:pt x="12434" y="21096"/>
                  </a:moveTo>
                  <a:lnTo>
                    <a:pt x="36184" y="21096"/>
                  </a:lnTo>
                  <a:lnTo>
                    <a:pt x="25846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7" name="Forma libre 146">
              <a:extLst>
                <a:ext uri="{FF2B5EF4-FFF2-40B4-BE49-F238E27FC236}">
                  <a16:creationId xmlns:a16="http://schemas.microsoft.com/office/drawing/2014/main" id="{D2CB6C39-3B98-8643-B82A-C00FFFFBCD29}"/>
                </a:ext>
              </a:extLst>
            </p:cNvPr>
            <p:cNvSpPr/>
            <p:nvPr/>
          </p:nvSpPr>
          <p:spPr>
            <a:xfrm>
              <a:off x="1858761" y="2537093"/>
              <a:ext cx="11176" cy="8382"/>
            </a:xfrm>
            <a:custGeom>
              <a:avLst/>
              <a:gdLst>
                <a:gd name="connsiteX0" fmla="*/ 7454 w 11176"/>
                <a:gd name="connsiteY0" fmla="*/ 8522 h 8382"/>
                <a:gd name="connsiteX1" fmla="*/ 7454 w 11176"/>
                <a:gd name="connsiteY1" fmla="*/ 8522 h 8382"/>
                <a:gd name="connsiteX2" fmla="*/ 9130 w 11176"/>
                <a:gd name="connsiteY2" fmla="*/ 6007 h 8382"/>
                <a:gd name="connsiteX3" fmla="*/ 8292 w 11176"/>
                <a:gd name="connsiteY3" fmla="*/ 4610 h 8382"/>
                <a:gd name="connsiteX4" fmla="*/ 4101 w 11176"/>
                <a:gd name="connsiteY4" fmla="*/ 2096 h 8382"/>
                <a:gd name="connsiteX5" fmla="*/ 4101 w 11176"/>
                <a:gd name="connsiteY5" fmla="*/ 2096 h 8382"/>
                <a:gd name="connsiteX6" fmla="*/ 2424 w 11176"/>
                <a:gd name="connsiteY6" fmla="*/ 4610 h 8382"/>
                <a:gd name="connsiteX7" fmla="*/ 3263 w 11176"/>
                <a:gd name="connsiteY7" fmla="*/ 6007 h 8382"/>
                <a:gd name="connsiteX8" fmla="*/ 7454 w 11176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76" h="8382">
                  <a:moveTo>
                    <a:pt x="7454" y="8522"/>
                  </a:moveTo>
                  <a:lnTo>
                    <a:pt x="7454" y="8522"/>
                  </a:lnTo>
                  <a:cubicBezTo>
                    <a:pt x="9130" y="8522"/>
                    <a:pt x="9969" y="7404"/>
                    <a:pt x="9130" y="6007"/>
                  </a:cubicBezTo>
                  <a:lnTo>
                    <a:pt x="8292" y="4610"/>
                  </a:lnTo>
                  <a:cubicBezTo>
                    <a:pt x="7454" y="3213"/>
                    <a:pt x="5498" y="2096"/>
                    <a:pt x="4101" y="2096"/>
                  </a:cubicBezTo>
                  <a:lnTo>
                    <a:pt x="4101" y="2096"/>
                  </a:lnTo>
                  <a:cubicBezTo>
                    <a:pt x="2424" y="2096"/>
                    <a:pt x="1586" y="3213"/>
                    <a:pt x="2424" y="4610"/>
                  </a:cubicBezTo>
                  <a:lnTo>
                    <a:pt x="3263" y="6007"/>
                  </a:lnTo>
                  <a:cubicBezTo>
                    <a:pt x="3821" y="7404"/>
                    <a:pt x="5777" y="8522"/>
                    <a:pt x="7454" y="8522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1181AF47-3BB3-C747-AAF7-CC337A530045}"/>
                </a:ext>
              </a:extLst>
            </p:cNvPr>
            <p:cNvSpPr/>
            <p:nvPr/>
          </p:nvSpPr>
          <p:spPr>
            <a:xfrm>
              <a:off x="1858531" y="2542402"/>
              <a:ext cx="16765" cy="8382"/>
            </a:xfrm>
            <a:custGeom>
              <a:avLst/>
              <a:gdLst>
                <a:gd name="connsiteX0" fmla="*/ 6846 w 16764"/>
                <a:gd name="connsiteY0" fmla="*/ 2096 h 8382"/>
                <a:gd name="connsiteX1" fmla="*/ 14949 w 16764"/>
                <a:gd name="connsiteY1" fmla="*/ 5449 h 8382"/>
                <a:gd name="connsiteX2" fmla="*/ 14390 w 16764"/>
                <a:gd name="connsiteY2" fmla="*/ 7963 h 8382"/>
                <a:gd name="connsiteX3" fmla="*/ 5448 w 16764"/>
                <a:gd name="connsiteY3" fmla="*/ 7963 h 8382"/>
                <a:gd name="connsiteX4" fmla="*/ 2096 w 16764"/>
                <a:gd name="connsiteY4" fmla="*/ 5449 h 8382"/>
                <a:gd name="connsiteX5" fmla="*/ 6846 w 16764"/>
                <a:gd name="connsiteY5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64" h="8382">
                  <a:moveTo>
                    <a:pt x="6846" y="2096"/>
                  </a:moveTo>
                  <a:cubicBezTo>
                    <a:pt x="9640" y="2096"/>
                    <a:pt x="12993" y="3493"/>
                    <a:pt x="14949" y="5449"/>
                  </a:cubicBezTo>
                  <a:cubicBezTo>
                    <a:pt x="16346" y="6566"/>
                    <a:pt x="15787" y="7963"/>
                    <a:pt x="14390" y="7963"/>
                  </a:cubicBezTo>
                  <a:lnTo>
                    <a:pt x="5448" y="7963"/>
                  </a:lnTo>
                  <a:cubicBezTo>
                    <a:pt x="3772" y="7963"/>
                    <a:pt x="2096" y="6566"/>
                    <a:pt x="2096" y="5449"/>
                  </a:cubicBezTo>
                  <a:cubicBezTo>
                    <a:pt x="2375" y="3493"/>
                    <a:pt x="4051" y="2096"/>
                    <a:pt x="6846" y="2096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CE282F87-4417-0042-921B-CC2399C9A5EC}"/>
                </a:ext>
              </a:extLst>
            </p:cNvPr>
            <p:cNvSpPr/>
            <p:nvPr/>
          </p:nvSpPr>
          <p:spPr>
            <a:xfrm>
              <a:off x="1808796" y="2452990"/>
              <a:ext cx="44706" cy="61470"/>
            </a:xfrm>
            <a:custGeom>
              <a:avLst/>
              <a:gdLst>
                <a:gd name="connsiteX0" fmla="*/ 12993 w 44705"/>
                <a:gd name="connsiteY0" fmla="*/ 2096 h 61470"/>
                <a:gd name="connsiteX1" fmla="*/ 2096 w 44705"/>
                <a:gd name="connsiteY1" fmla="*/ 2096 h 61470"/>
                <a:gd name="connsiteX2" fmla="*/ 33110 w 44705"/>
                <a:gd name="connsiteY2" fmla="*/ 59654 h 61470"/>
                <a:gd name="connsiteX3" fmla="*/ 44007 w 44705"/>
                <a:gd name="connsiteY3" fmla="*/ 59654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705" h="61470">
                  <a:moveTo>
                    <a:pt x="12993" y="2096"/>
                  </a:moveTo>
                  <a:lnTo>
                    <a:pt x="2096" y="2096"/>
                  </a:lnTo>
                  <a:lnTo>
                    <a:pt x="33110" y="59654"/>
                  </a:lnTo>
                  <a:lnTo>
                    <a:pt x="44007" y="59654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CE59C512-6F74-0B4B-A6E1-F93AC55458A0}"/>
                </a:ext>
              </a:extLst>
            </p:cNvPr>
            <p:cNvSpPr/>
            <p:nvPr/>
          </p:nvSpPr>
          <p:spPr>
            <a:xfrm>
              <a:off x="1898766" y="2275844"/>
              <a:ext cx="53088" cy="108970"/>
            </a:xfrm>
            <a:custGeom>
              <a:avLst/>
              <a:gdLst>
                <a:gd name="connsiteX0" fmla="*/ 11316 w 53088"/>
                <a:gd name="connsiteY0" fmla="*/ 26963 h 108970"/>
                <a:gd name="connsiteX1" fmla="*/ 2096 w 53088"/>
                <a:gd name="connsiteY1" fmla="*/ 108551 h 108970"/>
                <a:gd name="connsiteX2" fmla="*/ 48757 w 53088"/>
                <a:gd name="connsiteY2" fmla="*/ 86757 h 108970"/>
                <a:gd name="connsiteX3" fmla="*/ 24728 w 53088"/>
                <a:gd name="connsiteY3" fmla="*/ 2096 h 10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8" h="108970">
                  <a:moveTo>
                    <a:pt x="11316" y="26963"/>
                  </a:moveTo>
                  <a:cubicBezTo>
                    <a:pt x="10198" y="55184"/>
                    <a:pt x="6007" y="100728"/>
                    <a:pt x="2096" y="108551"/>
                  </a:cubicBezTo>
                  <a:cubicBezTo>
                    <a:pt x="2096" y="108551"/>
                    <a:pt x="41213" y="106316"/>
                    <a:pt x="48757" y="86757"/>
                  </a:cubicBezTo>
                  <a:cubicBezTo>
                    <a:pt x="56581" y="67198"/>
                    <a:pt x="46522" y="4331"/>
                    <a:pt x="24728" y="2096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CDA5069D-37CA-1145-BC4F-2CA4845D1029}"/>
                </a:ext>
              </a:extLst>
            </p:cNvPr>
            <p:cNvSpPr/>
            <p:nvPr/>
          </p:nvSpPr>
          <p:spPr>
            <a:xfrm>
              <a:off x="1788399" y="2463329"/>
              <a:ext cx="139706" cy="97794"/>
            </a:xfrm>
            <a:custGeom>
              <a:avLst/>
              <a:gdLst>
                <a:gd name="connsiteX0" fmla="*/ 52948 w 139705"/>
                <a:gd name="connsiteY0" fmla="*/ 96537 h 97793"/>
                <a:gd name="connsiteX1" fmla="*/ 139007 w 139705"/>
                <a:gd name="connsiteY1" fmla="*/ 96537 h 97793"/>
                <a:gd name="connsiteX2" fmla="*/ 88154 w 139705"/>
                <a:gd name="connsiteY2" fmla="*/ 2096 h 97793"/>
                <a:gd name="connsiteX3" fmla="*/ 2096 w 139705"/>
                <a:gd name="connsiteY3" fmla="*/ 2096 h 97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705" h="97793">
                  <a:moveTo>
                    <a:pt x="52948" y="96537"/>
                  </a:moveTo>
                  <a:lnTo>
                    <a:pt x="139007" y="96537"/>
                  </a:lnTo>
                  <a:lnTo>
                    <a:pt x="88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5B4BE6AF-0C1B-4940-A1CD-D2D11BE18B0A}"/>
                </a:ext>
              </a:extLst>
            </p:cNvPr>
            <p:cNvSpPr/>
            <p:nvPr/>
          </p:nvSpPr>
          <p:spPr>
            <a:xfrm>
              <a:off x="1889585" y="2509959"/>
              <a:ext cx="25147" cy="13971"/>
            </a:xfrm>
            <a:custGeom>
              <a:avLst/>
              <a:gdLst>
                <a:gd name="connsiteX0" fmla="*/ 22174 w 25147"/>
                <a:gd name="connsiteY0" fmla="*/ 11348 h 13970"/>
                <a:gd name="connsiteX1" fmla="*/ 3733 w 25147"/>
                <a:gd name="connsiteY1" fmla="*/ 2127 h 13970"/>
                <a:gd name="connsiteX2" fmla="*/ 11556 w 25147"/>
                <a:gd name="connsiteY2" fmla="*/ 12186 h 13970"/>
                <a:gd name="connsiteX3" fmla="*/ 22174 w 25147"/>
                <a:gd name="connsiteY3" fmla="*/ 11348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7" h="13970">
                  <a:moveTo>
                    <a:pt x="22174" y="11348"/>
                  </a:moveTo>
                  <a:cubicBezTo>
                    <a:pt x="16586" y="6877"/>
                    <a:pt x="9042" y="2686"/>
                    <a:pt x="3733" y="2127"/>
                  </a:cubicBezTo>
                  <a:cubicBezTo>
                    <a:pt x="-1576" y="1568"/>
                    <a:pt x="7365" y="8554"/>
                    <a:pt x="11556" y="12186"/>
                  </a:cubicBezTo>
                  <a:cubicBezTo>
                    <a:pt x="15747" y="15539"/>
                    <a:pt x="27203" y="14980"/>
                    <a:pt x="22174" y="11348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3" name="Forma libre 152">
              <a:extLst>
                <a:ext uri="{FF2B5EF4-FFF2-40B4-BE49-F238E27FC236}">
                  <a16:creationId xmlns:a16="http://schemas.microsoft.com/office/drawing/2014/main" id="{F8FD741F-D06D-3849-AC96-A8D26564AE5F}"/>
                </a:ext>
              </a:extLst>
            </p:cNvPr>
            <p:cNvSpPr/>
            <p:nvPr/>
          </p:nvSpPr>
          <p:spPr>
            <a:xfrm>
              <a:off x="1870787" y="2515242"/>
              <a:ext cx="44706" cy="22353"/>
            </a:xfrm>
            <a:custGeom>
              <a:avLst/>
              <a:gdLst>
                <a:gd name="connsiteX0" fmla="*/ 33148 w 44705"/>
                <a:gd name="connsiteY0" fmla="*/ 6064 h 22352"/>
                <a:gd name="connsiteX1" fmla="*/ 4369 w 44705"/>
                <a:gd name="connsiteY1" fmla="*/ 2991 h 22352"/>
                <a:gd name="connsiteX2" fmla="*/ 12472 w 44705"/>
                <a:gd name="connsiteY2" fmla="*/ 16402 h 22352"/>
                <a:gd name="connsiteX3" fmla="*/ 40133 w 44705"/>
                <a:gd name="connsiteY3" fmla="*/ 20873 h 22352"/>
                <a:gd name="connsiteX4" fmla="*/ 33148 w 44705"/>
                <a:gd name="connsiteY4" fmla="*/ 6064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05" h="22352">
                  <a:moveTo>
                    <a:pt x="33148" y="6064"/>
                  </a:moveTo>
                  <a:cubicBezTo>
                    <a:pt x="18619" y="3829"/>
                    <a:pt x="11075" y="476"/>
                    <a:pt x="4369" y="2991"/>
                  </a:cubicBezTo>
                  <a:cubicBezTo>
                    <a:pt x="-2337" y="5505"/>
                    <a:pt x="7442" y="15005"/>
                    <a:pt x="12472" y="16402"/>
                  </a:cubicBezTo>
                  <a:cubicBezTo>
                    <a:pt x="17501" y="17799"/>
                    <a:pt x="35104" y="24505"/>
                    <a:pt x="40133" y="20873"/>
                  </a:cubicBezTo>
                  <a:cubicBezTo>
                    <a:pt x="45442" y="17520"/>
                    <a:pt x="44045" y="7461"/>
                    <a:pt x="33148" y="6064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012662F5-D74A-C645-A6CA-484E87A06D09}"/>
                </a:ext>
              </a:extLst>
            </p:cNvPr>
            <p:cNvSpPr/>
            <p:nvPr/>
          </p:nvSpPr>
          <p:spPr>
            <a:xfrm>
              <a:off x="1976545" y="2397296"/>
              <a:ext cx="44706" cy="148088"/>
            </a:xfrm>
            <a:custGeom>
              <a:avLst/>
              <a:gdLst>
                <a:gd name="connsiteX0" fmla="*/ 42229 w 44705"/>
                <a:gd name="connsiteY0" fmla="*/ 139378 h 148087"/>
                <a:gd name="connsiteX1" fmla="*/ 42787 w 44705"/>
                <a:gd name="connsiteY1" fmla="*/ 63657 h 148087"/>
                <a:gd name="connsiteX2" fmla="*/ 35802 w 44705"/>
                <a:gd name="connsiteY2" fmla="*/ 15319 h 148087"/>
                <a:gd name="connsiteX3" fmla="*/ 14287 w 44705"/>
                <a:gd name="connsiteY3" fmla="*/ 5819 h 148087"/>
                <a:gd name="connsiteX4" fmla="*/ 2273 w 44705"/>
                <a:gd name="connsiteY4" fmla="*/ 41304 h 148087"/>
                <a:gd name="connsiteX5" fmla="*/ 15684 w 44705"/>
                <a:gd name="connsiteY5" fmla="*/ 132113 h 148087"/>
                <a:gd name="connsiteX6" fmla="*/ 42229 w 44705"/>
                <a:gd name="connsiteY6" fmla="*/ 139378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705" h="148087">
                  <a:moveTo>
                    <a:pt x="42229" y="139378"/>
                  </a:moveTo>
                  <a:cubicBezTo>
                    <a:pt x="44464" y="130437"/>
                    <a:pt x="46978" y="110319"/>
                    <a:pt x="42787" y="63657"/>
                  </a:cubicBezTo>
                  <a:cubicBezTo>
                    <a:pt x="40273" y="35157"/>
                    <a:pt x="37758" y="23702"/>
                    <a:pt x="35802" y="15319"/>
                  </a:cubicBezTo>
                  <a:cubicBezTo>
                    <a:pt x="32729" y="510"/>
                    <a:pt x="19596" y="-607"/>
                    <a:pt x="14287" y="5819"/>
                  </a:cubicBezTo>
                  <a:cubicBezTo>
                    <a:pt x="5346" y="15878"/>
                    <a:pt x="1155" y="33202"/>
                    <a:pt x="2273" y="41304"/>
                  </a:cubicBezTo>
                  <a:cubicBezTo>
                    <a:pt x="9258" y="86569"/>
                    <a:pt x="15405" y="120378"/>
                    <a:pt x="15684" y="132113"/>
                  </a:cubicBezTo>
                  <a:cubicBezTo>
                    <a:pt x="15964" y="148878"/>
                    <a:pt x="39714" y="149716"/>
                    <a:pt x="42229" y="139378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62063EEA-EC1D-A749-B398-79236ADDEAEF}"/>
                </a:ext>
              </a:extLst>
            </p:cNvPr>
            <p:cNvSpPr/>
            <p:nvPr/>
          </p:nvSpPr>
          <p:spPr>
            <a:xfrm>
              <a:off x="1903140" y="2516871"/>
              <a:ext cx="117353" cy="30735"/>
            </a:xfrm>
            <a:custGeom>
              <a:avLst/>
              <a:gdLst>
                <a:gd name="connsiteX0" fmla="*/ 4149 w 117352"/>
                <a:gd name="connsiteY0" fmla="*/ 17009 h 30735"/>
                <a:gd name="connsiteX1" fmla="*/ 37399 w 117352"/>
                <a:gd name="connsiteY1" fmla="*/ 22318 h 30735"/>
                <a:gd name="connsiteX2" fmla="*/ 101663 w 117352"/>
                <a:gd name="connsiteY2" fmla="*/ 29303 h 30735"/>
                <a:gd name="connsiteX3" fmla="*/ 104457 w 117352"/>
                <a:gd name="connsiteY3" fmla="*/ 3039 h 30735"/>
                <a:gd name="connsiteX4" fmla="*/ 8060 w 117352"/>
                <a:gd name="connsiteY4" fmla="*/ 3039 h 30735"/>
                <a:gd name="connsiteX5" fmla="*/ 4149 w 117352"/>
                <a:gd name="connsiteY5" fmla="*/ 17009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52" h="30735">
                  <a:moveTo>
                    <a:pt x="4149" y="17009"/>
                  </a:moveTo>
                  <a:cubicBezTo>
                    <a:pt x="8899" y="22318"/>
                    <a:pt x="15325" y="17289"/>
                    <a:pt x="37399" y="22318"/>
                  </a:cubicBezTo>
                  <a:cubicBezTo>
                    <a:pt x="68693" y="29583"/>
                    <a:pt x="77634" y="29862"/>
                    <a:pt x="101663" y="29303"/>
                  </a:cubicBezTo>
                  <a:cubicBezTo>
                    <a:pt x="117310" y="29024"/>
                    <a:pt x="123178" y="6392"/>
                    <a:pt x="104457" y="3039"/>
                  </a:cubicBezTo>
                  <a:cubicBezTo>
                    <a:pt x="88531" y="244"/>
                    <a:pt x="17840" y="4715"/>
                    <a:pt x="8060" y="3039"/>
                  </a:cubicBezTo>
                  <a:cubicBezTo>
                    <a:pt x="1634" y="1921"/>
                    <a:pt x="516" y="12818"/>
                    <a:pt x="4149" y="17009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C16D86AB-C2AD-A84A-8046-4D626A629C27}"/>
                </a:ext>
              </a:extLst>
            </p:cNvPr>
            <p:cNvSpPr/>
            <p:nvPr/>
          </p:nvSpPr>
          <p:spPr>
            <a:xfrm>
              <a:off x="1909378" y="2269697"/>
              <a:ext cx="81029" cy="114559"/>
            </a:xfrm>
            <a:custGeom>
              <a:avLst/>
              <a:gdLst>
                <a:gd name="connsiteX0" fmla="*/ 79778 w 81029"/>
                <a:gd name="connsiteY0" fmla="*/ 61890 h 114558"/>
                <a:gd name="connsiteX1" fmla="*/ 66366 w 81029"/>
                <a:gd name="connsiteY1" fmla="*/ 100448 h 114558"/>
                <a:gd name="connsiteX2" fmla="*/ 30043 w 81029"/>
                <a:gd name="connsiteY2" fmla="*/ 114698 h 114558"/>
                <a:gd name="connsiteX3" fmla="*/ 6293 w 81029"/>
                <a:gd name="connsiteY3" fmla="*/ 91787 h 114558"/>
                <a:gd name="connsiteX4" fmla="*/ 3499 w 81029"/>
                <a:gd name="connsiteY4" fmla="*/ 31154 h 114558"/>
                <a:gd name="connsiteX5" fmla="*/ 38146 w 81029"/>
                <a:gd name="connsiteY5" fmla="*/ 2096 h 114558"/>
                <a:gd name="connsiteX6" fmla="*/ 79778 w 81029"/>
                <a:gd name="connsiteY6" fmla="*/ 61890 h 11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029" h="114558">
                  <a:moveTo>
                    <a:pt x="79778" y="61890"/>
                  </a:moveTo>
                  <a:cubicBezTo>
                    <a:pt x="77543" y="85640"/>
                    <a:pt x="76705" y="90948"/>
                    <a:pt x="66366" y="100448"/>
                  </a:cubicBezTo>
                  <a:cubicBezTo>
                    <a:pt x="56028" y="110228"/>
                    <a:pt x="41219" y="114698"/>
                    <a:pt x="30043" y="114698"/>
                  </a:cubicBezTo>
                  <a:cubicBezTo>
                    <a:pt x="18028" y="114698"/>
                    <a:pt x="8808" y="101845"/>
                    <a:pt x="6293" y="91787"/>
                  </a:cubicBezTo>
                  <a:cubicBezTo>
                    <a:pt x="3499" y="81448"/>
                    <a:pt x="146" y="57140"/>
                    <a:pt x="3499" y="31154"/>
                  </a:cubicBezTo>
                  <a:cubicBezTo>
                    <a:pt x="5175" y="18022"/>
                    <a:pt x="21381" y="2096"/>
                    <a:pt x="38146" y="2096"/>
                  </a:cubicBezTo>
                  <a:cubicBezTo>
                    <a:pt x="54631" y="2096"/>
                    <a:pt x="85366" y="4051"/>
                    <a:pt x="79778" y="6189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32024388-FE51-AA46-806C-9B14C5BA824F}"/>
                </a:ext>
              </a:extLst>
            </p:cNvPr>
            <p:cNvSpPr/>
            <p:nvPr/>
          </p:nvSpPr>
          <p:spPr>
            <a:xfrm>
              <a:off x="1795859" y="2479078"/>
              <a:ext cx="22353" cy="27941"/>
            </a:xfrm>
            <a:custGeom>
              <a:avLst/>
              <a:gdLst>
                <a:gd name="connsiteX0" fmla="*/ 18944 w 22352"/>
                <a:gd name="connsiteY0" fmla="*/ 15685 h 27941"/>
                <a:gd name="connsiteX1" fmla="*/ 12239 w 22352"/>
                <a:gd name="connsiteY1" fmla="*/ 3391 h 27941"/>
                <a:gd name="connsiteX2" fmla="*/ 2739 w 22352"/>
                <a:gd name="connsiteY2" fmla="*/ 5626 h 27941"/>
                <a:gd name="connsiteX3" fmla="*/ 5533 w 22352"/>
                <a:gd name="connsiteY3" fmla="*/ 21832 h 27941"/>
                <a:gd name="connsiteX4" fmla="*/ 18106 w 22352"/>
                <a:gd name="connsiteY4" fmla="*/ 26023 h 27941"/>
                <a:gd name="connsiteX5" fmla="*/ 18944 w 22352"/>
                <a:gd name="connsiteY5" fmla="*/ 15685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2" h="27941">
                  <a:moveTo>
                    <a:pt x="18944" y="15685"/>
                  </a:moveTo>
                  <a:cubicBezTo>
                    <a:pt x="16989" y="12052"/>
                    <a:pt x="13636" y="6464"/>
                    <a:pt x="12239" y="3391"/>
                  </a:cubicBezTo>
                  <a:cubicBezTo>
                    <a:pt x="10841" y="317"/>
                    <a:pt x="3577" y="3391"/>
                    <a:pt x="2739" y="5626"/>
                  </a:cubicBezTo>
                  <a:cubicBezTo>
                    <a:pt x="1621" y="8979"/>
                    <a:pt x="1621" y="18479"/>
                    <a:pt x="5533" y="21832"/>
                  </a:cubicBezTo>
                  <a:cubicBezTo>
                    <a:pt x="8886" y="24905"/>
                    <a:pt x="13915" y="26302"/>
                    <a:pt x="18106" y="26023"/>
                  </a:cubicBezTo>
                  <a:cubicBezTo>
                    <a:pt x="22018" y="25744"/>
                    <a:pt x="22018" y="21552"/>
                    <a:pt x="18944" y="15685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24E35DA2-8513-1D45-931B-415C1AFADD75}"/>
                </a:ext>
              </a:extLst>
            </p:cNvPr>
            <p:cNvSpPr/>
            <p:nvPr/>
          </p:nvSpPr>
          <p:spPr>
            <a:xfrm>
              <a:off x="1832095" y="3059087"/>
              <a:ext cx="64265" cy="30735"/>
            </a:xfrm>
            <a:custGeom>
              <a:avLst/>
              <a:gdLst>
                <a:gd name="connsiteX0" fmla="*/ 39988 w 64264"/>
                <a:gd name="connsiteY0" fmla="*/ 6792 h 30735"/>
                <a:gd name="connsiteX1" fmla="*/ 22944 w 64264"/>
                <a:gd name="connsiteY1" fmla="*/ 19645 h 30735"/>
                <a:gd name="connsiteX2" fmla="*/ 5341 w 64264"/>
                <a:gd name="connsiteY2" fmla="*/ 29145 h 30735"/>
                <a:gd name="connsiteX3" fmla="*/ 34959 w 64264"/>
                <a:gd name="connsiteY3" fmla="*/ 29424 h 30735"/>
                <a:gd name="connsiteX4" fmla="*/ 54797 w 64264"/>
                <a:gd name="connsiteY4" fmla="*/ 28307 h 30735"/>
                <a:gd name="connsiteX5" fmla="*/ 63459 w 64264"/>
                <a:gd name="connsiteY5" fmla="*/ 16572 h 30735"/>
                <a:gd name="connsiteX6" fmla="*/ 39988 w 64264"/>
                <a:gd name="connsiteY6" fmla="*/ 6792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30735">
                  <a:moveTo>
                    <a:pt x="39988" y="6792"/>
                  </a:moveTo>
                  <a:cubicBezTo>
                    <a:pt x="38591" y="9586"/>
                    <a:pt x="32164" y="15733"/>
                    <a:pt x="22944" y="19645"/>
                  </a:cubicBezTo>
                  <a:cubicBezTo>
                    <a:pt x="13723" y="23836"/>
                    <a:pt x="-5556" y="25513"/>
                    <a:pt x="5341" y="29145"/>
                  </a:cubicBezTo>
                  <a:cubicBezTo>
                    <a:pt x="15959" y="32777"/>
                    <a:pt x="28532" y="30542"/>
                    <a:pt x="34959" y="29424"/>
                  </a:cubicBezTo>
                  <a:cubicBezTo>
                    <a:pt x="41385" y="28307"/>
                    <a:pt x="47532" y="28307"/>
                    <a:pt x="54797" y="28307"/>
                  </a:cubicBezTo>
                  <a:cubicBezTo>
                    <a:pt x="64576" y="28307"/>
                    <a:pt x="64576" y="27748"/>
                    <a:pt x="63459" y="16572"/>
                  </a:cubicBezTo>
                  <a:cubicBezTo>
                    <a:pt x="61503" y="1483"/>
                    <a:pt x="44459" y="-1870"/>
                    <a:pt x="39988" y="6792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9" name="Forma libre 158">
              <a:extLst>
                <a:ext uri="{FF2B5EF4-FFF2-40B4-BE49-F238E27FC236}">
                  <a16:creationId xmlns:a16="http://schemas.microsoft.com/office/drawing/2014/main" id="{435560C5-EE30-5647-B734-1305DBECED1F}"/>
                </a:ext>
              </a:extLst>
            </p:cNvPr>
            <p:cNvSpPr/>
            <p:nvPr/>
          </p:nvSpPr>
          <p:spPr>
            <a:xfrm>
              <a:off x="1977727" y="2317725"/>
              <a:ext cx="22353" cy="33529"/>
            </a:xfrm>
            <a:custGeom>
              <a:avLst/>
              <a:gdLst>
                <a:gd name="connsiteX0" fmla="*/ 4165 w 22352"/>
                <a:gd name="connsiteY0" fmla="*/ 14140 h 33529"/>
                <a:gd name="connsiteX1" fmla="*/ 5841 w 22352"/>
                <a:gd name="connsiteY1" fmla="*/ 32023 h 33529"/>
                <a:gd name="connsiteX2" fmla="*/ 19812 w 22352"/>
                <a:gd name="connsiteY2" fmla="*/ 20287 h 33529"/>
                <a:gd name="connsiteX3" fmla="*/ 18135 w 22352"/>
                <a:gd name="connsiteY3" fmla="*/ 2405 h 33529"/>
                <a:gd name="connsiteX4" fmla="*/ 4165 w 22352"/>
                <a:gd name="connsiteY4" fmla="*/ 141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33529">
                  <a:moveTo>
                    <a:pt x="4165" y="14140"/>
                  </a:moveTo>
                  <a:cubicBezTo>
                    <a:pt x="812" y="22243"/>
                    <a:pt x="1650" y="30346"/>
                    <a:pt x="5841" y="32023"/>
                  </a:cubicBezTo>
                  <a:cubicBezTo>
                    <a:pt x="10032" y="33699"/>
                    <a:pt x="16459" y="28670"/>
                    <a:pt x="19812" y="20287"/>
                  </a:cubicBezTo>
                  <a:cubicBezTo>
                    <a:pt x="23164" y="12184"/>
                    <a:pt x="22326" y="4082"/>
                    <a:pt x="18135" y="2405"/>
                  </a:cubicBezTo>
                  <a:cubicBezTo>
                    <a:pt x="13944" y="729"/>
                    <a:pt x="7517" y="6037"/>
                    <a:pt x="4165" y="1414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3FCC93CB-7BE7-8442-A746-C6CC8652FE1A}"/>
                </a:ext>
              </a:extLst>
            </p:cNvPr>
            <p:cNvSpPr/>
            <p:nvPr/>
          </p:nvSpPr>
          <p:spPr>
            <a:xfrm>
              <a:off x="1913550" y="2264870"/>
              <a:ext cx="86617" cy="67059"/>
            </a:xfrm>
            <a:custGeom>
              <a:avLst/>
              <a:gdLst>
                <a:gd name="connsiteX0" fmla="*/ 2959 w 86617"/>
                <a:gd name="connsiteY0" fmla="*/ 23687 h 67058"/>
                <a:gd name="connsiteX1" fmla="*/ 76165 w 86617"/>
                <a:gd name="connsiteY1" fmla="*/ 66157 h 67058"/>
                <a:gd name="connsiteX2" fmla="*/ 76165 w 86617"/>
                <a:gd name="connsiteY2" fmla="*/ 20613 h 67058"/>
                <a:gd name="connsiteX3" fmla="*/ 2959 w 86617"/>
                <a:gd name="connsiteY3" fmla="*/ 23687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17" h="67058">
                  <a:moveTo>
                    <a:pt x="2959" y="23687"/>
                  </a:moveTo>
                  <a:cubicBezTo>
                    <a:pt x="-6262" y="39613"/>
                    <a:pt x="61076" y="68672"/>
                    <a:pt x="76165" y="66157"/>
                  </a:cubicBezTo>
                  <a:cubicBezTo>
                    <a:pt x="91253" y="63643"/>
                    <a:pt x="87621" y="35143"/>
                    <a:pt x="76165" y="20613"/>
                  </a:cubicBezTo>
                  <a:cubicBezTo>
                    <a:pt x="64709" y="5805"/>
                    <a:pt x="25032" y="-13754"/>
                    <a:pt x="2959" y="23687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10774DD3-C334-1945-ABB0-F9EEAB774CE3}"/>
                </a:ext>
              </a:extLst>
            </p:cNvPr>
            <p:cNvSpPr/>
            <p:nvPr/>
          </p:nvSpPr>
          <p:spPr>
            <a:xfrm>
              <a:off x="1907594" y="2268943"/>
              <a:ext cx="36323" cy="44706"/>
            </a:xfrm>
            <a:custGeom>
              <a:avLst/>
              <a:gdLst>
                <a:gd name="connsiteX0" fmla="*/ 34061 w 36323"/>
                <a:gd name="connsiteY0" fmla="*/ 15702 h 44705"/>
                <a:gd name="connsiteX1" fmla="*/ 4164 w 36323"/>
                <a:gd name="connsiteY1" fmla="*/ 43364 h 44705"/>
                <a:gd name="connsiteX2" fmla="*/ 6120 w 36323"/>
                <a:gd name="connsiteY2" fmla="*/ 18496 h 44705"/>
                <a:gd name="connsiteX3" fmla="*/ 34061 w 36323"/>
                <a:gd name="connsiteY3" fmla="*/ 15702 h 4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44705">
                  <a:moveTo>
                    <a:pt x="34061" y="15702"/>
                  </a:moveTo>
                  <a:cubicBezTo>
                    <a:pt x="31547" y="29114"/>
                    <a:pt x="8076" y="32187"/>
                    <a:pt x="4164" y="43364"/>
                  </a:cubicBezTo>
                  <a:cubicBezTo>
                    <a:pt x="1650" y="50349"/>
                    <a:pt x="532" y="28555"/>
                    <a:pt x="6120" y="18496"/>
                  </a:cubicBezTo>
                  <a:cubicBezTo>
                    <a:pt x="11429" y="8717"/>
                    <a:pt x="38811" y="-11401"/>
                    <a:pt x="34061" y="15702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2" name="Forma libre 161">
              <a:extLst>
                <a:ext uri="{FF2B5EF4-FFF2-40B4-BE49-F238E27FC236}">
                  <a16:creationId xmlns:a16="http://schemas.microsoft.com/office/drawing/2014/main" id="{C4C0603A-1BCB-7F4C-8E31-ADA6C289445C}"/>
                </a:ext>
              </a:extLst>
            </p:cNvPr>
            <p:cNvSpPr/>
            <p:nvPr/>
          </p:nvSpPr>
          <p:spPr>
            <a:xfrm>
              <a:off x="1945428" y="2264649"/>
              <a:ext cx="69853" cy="120147"/>
            </a:xfrm>
            <a:custGeom>
              <a:avLst/>
              <a:gdLst>
                <a:gd name="connsiteX0" fmla="*/ 25007 w 69852"/>
                <a:gd name="connsiteY0" fmla="*/ 51011 h 120146"/>
                <a:gd name="connsiteX1" fmla="*/ 18022 w 69852"/>
                <a:gd name="connsiteY1" fmla="*/ 119746 h 120146"/>
                <a:gd name="connsiteX2" fmla="*/ 64684 w 69852"/>
                <a:gd name="connsiteY2" fmla="*/ 97952 h 120146"/>
                <a:gd name="connsiteX3" fmla="*/ 2096 w 69852"/>
                <a:gd name="connsiteY3" fmla="*/ 2114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52" h="120146">
                  <a:moveTo>
                    <a:pt x="25007" y="51011"/>
                  </a:moveTo>
                  <a:cubicBezTo>
                    <a:pt x="25566" y="79232"/>
                    <a:pt x="21934" y="111923"/>
                    <a:pt x="18022" y="119746"/>
                  </a:cubicBezTo>
                  <a:cubicBezTo>
                    <a:pt x="18022" y="119746"/>
                    <a:pt x="57140" y="117511"/>
                    <a:pt x="64684" y="97952"/>
                  </a:cubicBezTo>
                  <a:cubicBezTo>
                    <a:pt x="72507" y="78393"/>
                    <a:pt x="77816" y="717"/>
                    <a:pt x="2096" y="2114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64" name="CuadroTexto 163">
            <a:extLst>
              <a:ext uri="{FF2B5EF4-FFF2-40B4-BE49-F238E27FC236}">
                <a16:creationId xmlns:a16="http://schemas.microsoft.com/office/drawing/2014/main" id="{5872535E-157D-C549-9B9B-CBF2BEEED73B}"/>
              </a:ext>
            </a:extLst>
          </p:cNvPr>
          <p:cNvSpPr txBox="1"/>
          <p:nvPr/>
        </p:nvSpPr>
        <p:spPr>
          <a:xfrm>
            <a:off x="6572806" y="1545004"/>
            <a:ext cx="4584144" cy="3613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2400"/>
              </a:spcAft>
            </a:pPr>
            <a:r>
              <a:rPr lang="zh-CN" altLang="en-US" b="1" dirty="0"/>
              <a:t>本项目利用 </a:t>
            </a:r>
            <a:r>
              <a:rPr lang="en-US" altLang="zh-CN" b="1" dirty="0" err="1"/>
              <a:t>OpenDigger</a:t>
            </a:r>
            <a:r>
              <a:rPr lang="en-US" altLang="zh-CN" b="1" dirty="0"/>
              <a:t> </a:t>
            </a:r>
            <a:r>
              <a:rPr lang="zh-CN" altLang="en-US" b="1" dirty="0"/>
              <a:t>官方开放数据，整理了几个常见的活跃度指标，在此基础上做简单的未来趋势预测，同时结合贡献者依赖程度尝试做一个风险提示。</a:t>
            </a:r>
            <a:endParaRPr lang="es-ES" b="1" dirty="0">
              <a:latin typeface="Montserrat" pitchFamily="2" charset="77"/>
            </a:endParaRPr>
          </a:p>
          <a:p>
            <a:pPr marL="285750" indent="-285750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</a:pPr>
            <a:r>
              <a:rPr lang="es-ES" sz="1400" b="1" dirty="0">
                <a:latin typeface="Montserrat" pitchFamily="2" charset="77"/>
              </a:rPr>
              <a:t> </a:t>
            </a:r>
            <a:r>
              <a:rPr lang="zh-CN" altLang="en-US" sz="1400" b="1" dirty="0">
                <a:latin typeface="Montserrat" pitchFamily="2" charset="77"/>
              </a:rPr>
              <a:t>活跃度预测</a:t>
            </a:r>
            <a:endParaRPr lang="en-US" altLang="zh-CN" sz="1400" b="1" dirty="0">
              <a:latin typeface="Montserrat" pitchFamily="2" charset="77"/>
            </a:endParaRPr>
          </a:p>
          <a:p>
            <a:pPr marL="285750" indent="-285750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Montserrat" pitchFamily="2" charset="77"/>
              </a:rPr>
              <a:t>风险估计：核心贡献者流失，活跃度下降</a:t>
            </a:r>
            <a:endParaRPr lang="en-US" altLang="zh-CN" sz="1400" b="1" dirty="0">
              <a:latin typeface="Montserrat" pitchFamily="2" charset="77"/>
            </a:endParaRPr>
          </a:p>
          <a:p>
            <a:pPr marL="285750" indent="-285750">
              <a:lnSpc>
                <a:spcPct val="150000"/>
              </a:lnSpc>
              <a:spcAft>
                <a:spcPts val="2400"/>
              </a:spcAft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Montserrat" pitchFamily="2" charset="77"/>
              </a:rPr>
              <a:t>输出形式：可视化</a:t>
            </a:r>
            <a:r>
              <a:rPr lang="en-US" altLang="zh-CN" sz="1400" b="1" dirty="0">
                <a:latin typeface="Montserrat" pitchFamily="2" charset="77"/>
              </a:rPr>
              <a:t>Dashboard</a:t>
            </a:r>
            <a:r>
              <a:rPr lang="zh-CN" altLang="en-US" sz="1400" b="1" dirty="0">
                <a:latin typeface="Montserrat" pitchFamily="2" charset="77"/>
              </a:rPr>
              <a:t>，排行榜，风险等级</a:t>
            </a:r>
            <a:endParaRPr lang="es-ES" sz="1400" b="1" dirty="0">
              <a:latin typeface="Montserrat" pitchFamily="2" charset="77"/>
            </a:endParaRPr>
          </a:p>
        </p:txBody>
      </p:sp>
      <p:sp>
        <p:nvSpPr>
          <p:cNvPr id="166" name="Título 165">
            <a:extLst>
              <a:ext uri="{FF2B5EF4-FFF2-40B4-BE49-F238E27FC236}">
                <a16:creationId xmlns:a16="http://schemas.microsoft.com/office/drawing/2014/main" id="{DAC811AE-42D6-C74E-AC38-E41DCEB90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项目概述</a:t>
            </a:r>
            <a:endParaRPr lang="es-ES" dirty="0"/>
          </a:p>
        </p:txBody>
      </p:sp>
      <p:sp>
        <p:nvSpPr>
          <p:cNvPr id="167" name="Marcador de texto 166">
            <a:extLst>
              <a:ext uri="{FF2B5EF4-FFF2-40B4-BE49-F238E27FC236}">
                <a16:creationId xmlns:a16="http://schemas.microsoft.com/office/drawing/2014/main" id="{C0386854-B232-E944-B60F-D5C87718F4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826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9FF0E-32AA-971D-4F3E-2D71F56B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ángulo 162">
            <a:extLst>
              <a:ext uri="{FF2B5EF4-FFF2-40B4-BE49-F238E27FC236}">
                <a16:creationId xmlns:a16="http://schemas.microsoft.com/office/drawing/2014/main" id="{7CEED52A-0FAA-CA07-FA4D-DE1BB1E3BF4F}"/>
              </a:ext>
            </a:extLst>
          </p:cNvPr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1012E0E-0BCC-EB28-415F-9B1C6E2D3B3F}"/>
              </a:ext>
            </a:extLst>
          </p:cNvPr>
          <p:cNvSpPr/>
          <p:nvPr/>
        </p:nvSpPr>
        <p:spPr>
          <a:xfrm>
            <a:off x="79255" y="300027"/>
            <a:ext cx="3984745" cy="2735273"/>
          </a:xfrm>
          <a:custGeom>
            <a:avLst/>
            <a:gdLst>
              <a:gd name="connsiteX0" fmla="*/ 0 w 4470400"/>
              <a:gd name="connsiteY0" fmla="*/ 2235200 h 4470400"/>
              <a:gd name="connsiteX1" fmla="*/ 2235200 w 4470400"/>
              <a:gd name="connsiteY1" fmla="*/ 0 h 4470400"/>
              <a:gd name="connsiteX2" fmla="*/ 4470400 w 4470400"/>
              <a:gd name="connsiteY2" fmla="*/ 2235200 h 4470400"/>
              <a:gd name="connsiteX3" fmla="*/ 2235200 w 4470400"/>
              <a:gd name="connsiteY3" fmla="*/ 4470400 h 4470400"/>
              <a:gd name="connsiteX4" fmla="*/ 0 w 4470400"/>
              <a:gd name="connsiteY4" fmla="*/ 2235200 h 4470400"/>
              <a:gd name="connsiteX0" fmla="*/ 20592 w 4490992"/>
              <a:gd name="connsiteY0" fmla="*/ 1511300 h 3746500"/>
              <a:gd name="connsiteX1" fmla="*/ 1531892 w 4490992"/>
              <a:gd name="connsiteY1" fmla="*/ 0 h 3746500"/>
              <a:gd name="connsiteX2" fmla="*/ 4490992 w 4490992"/>
              <a:gd name="connsiteY2" fmla="*/ 1511300 h 3746500"/>
              <a:gd name="connsiteX3" fmla="*/ 2255792 w 4490992"/>
              <a:gd name="connsiteY3" fmla="*/ 3746500 h 3746500"/>
              <a:gd name="connsiteX4" fmla="*/ 20592 w 4490992"/>
              <a:gd name="connsiteY4" fmla="*/ 1511300 h 3746500"/>
              <a:gd name="connsiteX0" fmla="*/ 12039 w 4965039"/>
              <a:gd name="connsiteY0" fmla="*/ 1797845 h 4044607"/>
              <a:gd name="connsiteX1" fmla="*/ 1523339 w 4965039"/>
              <a:gd name="connsiteY1" fmla="*/ 286545 h 4044607"/>
              <a:gd name="connsiteX2" fmla="*/ 4965039 w 4965039"/>
              <a:gd name="connsiteY2" fmla="*/ 769145 h 4044607"/>
              <a:gd name="connsiteX3" fmla="*/ 2247239 w 4965039"/>
              <a:gd name="connsiteY3" fmla="*/ 4033045 h 4044607"/>
              <a:gd name="connsiteX4" fmla="*/ 12039 w 4965039"/>
              <a:gd name="connsiteY4" fmla="*/ 1797845 h 4044607"/>
              <a:gd name="connsiteX0" fmla="*/ 10236 w 4963236"/>
              <a:gd name="connsiteY0" fmla="*/ 1797845 h 3200509"/>
              <a:gd name="connsiteX1" fmla="*/ 1521536 w 4963236"/>
              <a:gd name="connsiteY1" fmla="*/ 286545 h 3200509"/>
              <a:gd name="connsiteX2" fmla="*/ 4963236 w 4963236"/>
              <a:gd name="connsiteY2" fmla="*/ 769145 h 3200509"/>
              <a:gd name="connsiteX3" fmla="*/ 2181936 w 4963236"/>
              <a:gd name="connsiteY3" fmla="*/ 3182145 h 3200509"/>
              <a:gd name="connsiteX4" fmla="*/ 10236 w 4963236"/>
              <a:gd name="connsiteY4" fmla="*/ 1797845 h 3200509"/>
              <a:gd name="connsiteX0" fmla="*/ 10586 w 4963586"/>
              <a:gd name="connsiteY0" fmla="*/ 1797845 h 4107795"/>
              <a:gd name="connsiteX1" fmla="*/ 1521886 w 4963586"/>
              <a:gd name="connsiteY1" fmla="*/ 286545 h 4107795"/>
              <a:gd name="connsiteX2" fmla="*/ 4963586 w 4963586"/>
              <a:gd name="connsiteY2" fmla="*/ 769145 h 4107795"/>
              <a:gd name="connsiteX3" fmla="*/ 2194986 w 4963586"/>
              <a:gd name="connsiteY3" fmla="*/ 4096545 h 4107795"/>
              <a:gd name="connsiteX4" fmla="*/ 10586 w 4963586"/>
              <a:gd name="connsiteY4" fmla="*/ 1797845 h 4107795"/>
              <a:gd name="connsiteX0" fmla="*/ 10586 w 4963586"/>
              <a:gd name="connsiteY0" fmla="*/ 1797845 h 4139511"/>
              <a:gd name="connsiteX1" fmla="*/ 1521886 w 4963586"/>
              <a:gd name="connsiteY1" fmla="*/ 286545 h 4139511"/>
              <a:gd name="connsiteX2" fmla="*/ 4963586 w 4963586"/>
              <a:gd name="connsiteY2" fmla="*/ 769145 h 4139511"/>
              <a:gd name="connsiteX3" fmla="*/ 2194986 w 4963586"/>
              <a:gd name="connsiteY3" fmla="*/ 4096545 h 4139511"/>
              <a:gd name="connsiteX4" fmla="*/ 10586 w 4963586"/>
              <a:gd name="connsiteY4" fmla="*/ 1797845 h 4139511"/>
              <a:gd name="connsiteX0" fmla="*/ 26370 w 4979370"/>
              <a:gd name="connsiteY0" fmla="*/ 1797845 h 3246403"/>
              <a:gd name="connsiteX1" fmla="*/ 1537670 w 4979370"/>
              <a:gd name="connsiteY1" fmla="*/ 286545 h 3246403"/>
              <a:gd name="connsiteX2" fmla="*/ 4979370 w 4979370"/>
              <a:gd name="connsiteY2" fmla="*/ 769145 h 3246403"/>
              <a:gd name="connsiteX3" fmla="*/ 2680670 w 4979370"/>
              <a:gd name="connsiteY3" fmla="*/ 3182145 h 3246403"/>
              <a:gd name="connsiteX4" fmla="*/ 26370 w 4979370"/>
              <a:gd name="connsiteY4" fmla="*/ 1797845 h 3246403"/>
              <a:gd name="connsiteX0" fmla="*/ 26370 w 4979370"/>
              <a:gd name="connsiteY0" fmla="*/ 1797845 h 3378043"/>
              <a:gd name="connsiteX1" fmla="*/ 1537670 w 4979370"/>
              <a:gd name="connsiteY1" fmla="*/ 286545 h 3378043"/>
              <a:gd name="connsiteX2" fmla="*/ 4979370 w 4979370"/>
              <a:gd name="connsiteY2" fmla="*/ 769145 h 3378043"/>
              <a:gd name="connsiteX3" fmla="*/ 2680670 w 4979370"/>
              <a:gd name="connsiteY3" fmla="*/ 3182145 h 3378043"/>
              <a:gd name="connsiteX4" fmla="*/ 26370 w 4979370"/>
              <a:gd name="connsiteY4" fmla="*/ 1797845 h 337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9370" h="3378043">
                <a:moveTo>
                  <a:pt x="26370" y="1797845"/>
                </a:moveTo>
                <a:cubicBezTo>
                  <a:pt x="-164130" y="1315245"/>
                  <a:pt x="712170" y="457995"/>
                  <a:pt x="1537670" y="286545"/>
                </a:cubicBezTo>
                <a:cubicBezTo>
                  <a:pt x="2363170" y="115095"/>
                  <a:pt x="4979370" y="-465322"/>
                  <a:pt x="4979370" y="769145"/>
                </a:cubicBezTo>
                <a:cubicBezTo>
                  <a:pt x="4979370" y="2003612"/>
                  <a:pt x="4928570" y="4013995"/>
                  <a:pt x="2680670" y="3182145"/>
                </a:cubicBezTo>
                <a:cubicBezTo>
                  <a:pt x="432770" y="2350295"/>
                  <a:pt x="216870" y="2280445"/>
                  <a:pt x="26370" y="1797845"/>
                </a:cubicBezTo>
                <a:close/>
              </a:path>
            </a:pathLst>
          </a:custGeom>
          <a:solidFill>
            <a:srgbClr val="CB62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áfico 20">
            <a:extLst>
              <a:ext uri="{FF2B5EF4-FFF2-40B4-BE49-F238E27FC236}">
                <a16:creationId xmlns:a16="http://schemas.microsoft.com/office/drawing/2014/main" id="{176229A7-6BA4-151E-C89D-855DAF516481}"/>
              </a:ext>
            </a:extLst>
          </p:cNvPr>
          <p:cNvGrpSpPr/>
          <p:nvPr/>
        </p:nvGrpSpPr>
        <p:grpSpPr>
          <a:xfrm>
            <a:off x="666023" y="2531529"/>
            <a:ext cx="4312864" cy="3724670"/>
            <a:chOff x="964136" y="1891933"/>
            <a:chExt cx="1401555" cy="1210409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BD125A6B-3D6F-9B16-8AAC-AD9F92791450}"/>
                </a:ext>
              </a:extLst>
            </p:cNvPr>
            <p:cNvSpPr/>
            <p:nvPr/>
          </p:nvSpPr>
          <p:spPr>
            <a:xfrm>
              <a:off x="2077898" y="2477458"/>
              <a:ext cx="287793" cy="452646"/>
            </a:xfrm>
            <a:custGeom>
              <a:avLst/>
              <a:gdLst>
                <a:gd name="connsiteX0" fmla="*/ 63537 w 287793"/>
                <a:gd name="connsiteY0" fmla="*/ 289731 h 452646"/>
                <a:gd name="connsiteX1" fmla="*/ 102655 w 287793"/>
                <a:gd name="connsiteY1" fmla="*/ 127672 h 452646"/>
                <a:gd name="connsiteX2" fmla="*/ 74713 w 287793"/>
                <a:gd name="connsiteY2" fmla="*/ 96378 h 452646"/>
                <a:gd name="connsiteX3" fmla="*/ 123052 w 287793"/>
                <a:gd name="connsiteY3" fmla="*/ 39099 h 452646"/>
                <a:gd name="connsiteX4" fmla="*/ 148757 w 287793"/>
                <a:gd name="connsiteY4" fmla="*/ 15069 h 452646"/>
                <a:gd name="connsiteX5" fmla="*/ 159096 w 287793"/>
                <a:gd name="connsiteY5" fmla="*/ 24290 h 452646"/>
                <a:gd name="connsiteX6" fmla="*/ 188154 w 287793"/>
                <a:gd name="connsiteY6" fmla="*/ 6687 h 452646"/>
                <a:gd name="connsiteX7" fmla="*/ 231463 w 287793"/>
                <a:gd name="connsiteY7" fmla="*/ 17025 h 452646"/>
                <a:gd name="connsiteX8" fmla="*/ 260242 w 287793"/>
                <a:gd name="connsiteY8" fmla="*/ 63966 h 452646"/>
                <a:gd name="connsiteX9" fmla="*/ 249904 w 287793"/>
                <a:gd name="connsiteY9" fmla="*/ 107275 h 452646"/>
                <a:gd name="connsiteX10" fmla="*/ 220845 w 287793"/>
                <a:gd name="connsiteY10" fmla="*/ 124878 h 452646"/>
                <a:gd name="connsiteX11" fmla="*/ 230066 w 287793"/>
                <a:gd name="connsiteY11" fmla="*/ 191657 h 452646"/>
                <a:gd name="connsiteX12" fmla="*/ 262757 w 287793"/>
                <a:gd name="connsiteY12" fmla="*/ 200878 h 452646"/>
                <a:gd name="connsiteX13" fmla="*/ 284551 w 287793"/>
                <a:gd name="connsiteY13" fmla="*/ 239716 h 452646"/>
                <a:gd name="connsiteX14" fmla="*/ 269742 w 287793"/>
                <a:gd name="connsiteY14" fmla="*/ 292804 h 452646"/>
                <a:gd name="connsiteX15" fmla="*/ 230904 w 287793"/>
                <a:gd name="connsiteY15" fmla="*/ 314598 h 452646"/>
                <a:gd name="connsiteX16" fmla="*/ 198213 w 287793"/>
                <a:gd name="connsiteY16" fmla="*/ 305378 h 452646"/>
                <a:gd name="connsiteX17" fmla="*/ 167199 w 287793"/>
                <a:gd name="connsiteY17" fmla="*/ 346451 h 452646"/>
                <a:gd name="connsiteX18" fmla="*/ 184801 w 287793"/>
                <a:gd name="connsiteY18" fmla="*/ 375510 h 452646"/>
                <a:gd name="connsiteX19" fmla="*/ 174463 w 287793"/>
                <a:gd name="connsiteY19" fmla="*/ 418819 h 452646"/>
                <a:gd name="connsiteX20" fmla="*/ 127522 w 287793"/>
                <a:gd name="connsiteY20" fmla="*/ 447598 h 452646"/>
                <a:gd name="connsiteX21" fmla="*/ 84213 w 287793"/>
                <a:gd name="connsiteY21" fmla="*/ 437260 h 452646"/>
                <a:gd name="connsiteX22" fmla="*/ 66611 w 287793"/>
                <a:gd name="connsiteY22" fmla="*/ 408201 h 452646"/>
                <a:gd name="connsiteX23" fmla="*/ 15199 w 287793"/>
                <a:gd name="connsiteY23" fmla="*/ 417142 h 452646"/>
                <a:gd name="connsiteX24" fmla="*/ 2346 w 287793"/>
                <a:gd name="connsiteY24" fmla="*/ 307613 h 452646"/>
                <a:gd name="connsiteX25" fmla="*/ 63537 w 287793"/>
                <a:gd name="connsiteY25" fmla="*/ 289731 h 4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7793" h="452646">
                  <a:moveTo>
                    <a:pt x="63537" y="289731"/>
                  </a:moveTo>
                  <a:cubicBezTo>
                    <a:pt x="119140" y="255922"/>
                    <a:pt x="136463" y="183275"/>
                    <a:pt x="102655" y="127672"/>
                  </a:cubicBezTo>
                  <a:cubicBezTo>
                    <a:pt x="95110" y="115378"/>
                    <a:pt x="85610" y="105040"/>
                    <a:pt x="74713" y="96378"/>
                  </a:cubicBezTo>
                  <a:cubicBezTo>
                    <a:pt x="88684" y="76540"/>
                    <a:pt x="104890" y="57260"/>
                    <a:pt x="123052" y="39099"/>
                  </a:cubicBezTo>
                  <a:cubicBezTo>
                    <a:pt x="131434" y="30716"/>
                    <a:pt x="140096" y="22613"/>
                    <a:pt x="148757" y="15069"/>
                  </a:cubicBezTo>
                  <a:cubicBezTo>
                    <a:pt x="152110" y="18143"/>
                    <a:pt x="155743" y="20937"/>
                    <a:pt x="159096" y="24290"/>
                  </a:cubicBezTo>
                  <a:lnTo>
                    <a:pt x="188154" y="6687"/>
                  </a:lnTo>
                  <a:cubicBezTo>
                    <a:pt x="202963" y="-2254"/>
                    <a:pt x="222243" y="2217"/>
                    <a:pt x="231463" y="17025"/>
                  </a:cubicBezTo>
                  <a:lnTo>
                    <a:pt x="260242" y="63966"/>
                  </a:lnTo>
                  <a:cubicBezTo>
                    <a:pt x="269184" y="78775"/>
                    <a:pt x="264713" y="98054"/>
                    <a:pt x="249904" y="107275"/>
                  </a:cubicBezTo>
                  <a:lnTo>
                    <a:pt x="220845" y="124878"/>
                  </a:lnTo>
                  <a:cubicBezTo>
                    <a:pt x="227272" y="146951"/>
                    <a:pt x="230345" y="169304"/>
                    <a:pt x="230066" y="191657"/>
                  </a:cubicBezTo>
                  <a:lnTo>
                    <a:pt x="262757" y="200878"/>
                  </a:lnTo>
                  <a:cubicBezTo>
                    <a:pt x="279522" y="205628"/>
                    <a:pt x="289301" y="222951"/>
                    <a:pt x="284551" y="239716"/>
                  </a:cubicBezTo>
                  <a:lnTo>
                    <a:pt x="269742" y="292804"/>
                  </a:lnTo>
                  <a:cubicBezTo>
                    <a:pt x="264992" y="309569"/>
                    <a:pt x="247669" y="319348"/>
                    <a:pt x="230904" y="314598"/>
                  </a:cubicBezTo>
                  <a:lnTo>
                    <a:pt x="198213" y="305378"/>
                  </a:lnTo>
                  <a:cubicBezTo>
                    <a:pt x="189551" y="320186"/>
                    <a:pt x="179213" y="333877"/>
                    <a:pt x="167199" y="346451"/>
                  </a:cubicBezTo>
                  <a:lnTo>
                    <a:pt x="184801" y="375510"/>
                  </a:lnTo>
                  <a:cubicBezTo>
                    <a:pt x="193743" y="390319"/>
                    <a:pt x="189272" y="409598"/>
                    <a:pt x="174463" y="418819"/>
                  </a:cubicBezTo>
                  <a:lnTo>
                    <a:pt x="127522" y="447598"/>
                  </a:lnTo>
                  <a:cubicBezTo>
                    <a:pt x="112713" y="456539"/>
                    <a:pt x="93434" y="452068"/>
                    <a:pt x="84213" y="437260"/>
                  </a:cubicBezTo>
                  <a:lnTo>
                    <a:pt x="66611" y="408201"/>
                  </a:lnTo>
                  <a:cubicBezTo>
                    <a:pt x="49566" y="413230"/>
                    <a:pt x="32522" y="416024"/>
                    <a:pt x="15199" y="417142"/>
                  </a:cubicBezTo>
                  <a:cubicBezTo>
                    <a:pt x="5419" y="381936"/>
                    <a:pt x="949" y="344775"/>
                    <a:pt x="2346" y="307613"/>
                  </a:cubicBezTo>
                  <a:cubicBezTo>
                    <a:pt x="23022" y="306775"/>
                    <a:pt x="44258" y="301466"/>
                    <a:pt x="63537" y="289731"/>
                  </a:cubicBezTo>
                  <a:close/>
                </a:path>
              </a:pathLst>
            </a:custGeom>
            <a:solidFill>
              <a:srgbClr val="5E91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F20717F2-4718-35B5-2C03-3D9DF1B972A0}"/>
                </a:ext>
              </a:extLst>
            </p:cNvPr>
            <p:cNvSpPr/>
            <p:nvPr/>
          </p:nvSpPr>
          <p:spPr>
            <a:xfrm>
              <a:off x="996268" y="2112668"/>
              <a:ext cx="1112056" cy="790734"/>
            </a:xfrm>
            <a:custGeom>
              <a:avLst/>
              <a:gdLst>
                <a:gd name="connsiteX0" fmla="*/ 1093476 w 1112056"/>
                <a:gd name="connsiteY0" fmla="*/ 791153 h 790733"/>
                <a:gd name="connsiteX1" fmla="*/ 21375 w 1112056"/>
                <a:gd name="connsiteY1" fmla="*/ 791153 h 790733"/>
                <a:gd name="connsiteX2" fmla="*/ 2096 w 1112056"/>
                <a:gd name="connsiteY2" fmla="*/ 771873 h 790733"/>
                <a:gd name="connsiteX3" fmla="*/ 2096 w 1112056"/>
                <a:gd name="connsiteY3" fmla="*/ 21375 h 790733"/>
                <a:gd name="connsiteX4" fmla="*/ 21375 w 1112056"/>
                <a:gd name="connsiteY4" fmla="*/ 2096 h 790733"/>
                <a:gd name="connsiteX5" fmla="*/ 1093196 w 1112056"/>
                <a:gd name="connsiteY5" fmla="*/ 2096 h 790733"/>
                <a:gd name="connsiteX6" fmla="*/ 1112475 w 1112056"/>
                <a:gd name="connsiteY6" fmla="*/ 21375 h 790733"/>
                <a:gd name="connsiteX7" fmla="*/ 1112475 w 1112056"/>
                <a:gd name="connsiteY7" fmla="*/ 771873 h 790733"/>
                <a:gd name="connsiteX8" fmla="*/ 1093476 w 1112056"/>
                <a:gd name="connsiteY8" fmla="*/ 791153 h 79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056" h="790733">
                  <a:moveTo>
                    <a:pt x="1093476" y="791153"/>
                  </a:moveTo>
                  <a:lnTo>
                    <a:pt x="21375" y="791153"/>
                  </a:lnTo>
                  <a:cubicBezTo>
                    <a:pt x="10757" y="791153"/>
                    <a:pt x="2096" y="782491"/>
                    <a:pt x="2096" y="771873"/>
                  </a:cubicBezTo>
                  <a:lnTo>
                    <a:pt x="2096" y="21375"/>
                  </a:lnTo>
                  <a:cubicBezTo>
                    <a:pt x="2096" y="10757"/>
                    <a:pt x="10757" y="2096"/>
                    <a:pt x="21375" y="2096"/>
                  </a:cubicBezTo>
                  <a:lnTo>
                    <a:pt x="1093196" y="2096"/>
                  </a:lnTo>
                  <a:cubicBezTo>
                    <a:pt x="1103814" y="2096"/>
                    <a:pt x="1112475" y="10757"/>
                    <a:pt x="1112475" y="21375"/>
                  </a:cubicBezTo>
                  <a:lnTo>
                    <a:pt x="1112475" y="771873"/>
                  </a:lnTo>
                  <a:cubicBezTo>
                    <a:pt x="1112755" y="782491"/>
                    <a:pt x="1104093" y="791153"/>
                    <a:pt x="1093476" y="79115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5B8FB7F-6751-9536-9FC6-61E52C7367C3}"/>
                </a:ext>
              </a:extLst>
            </p:cNvPr>
            <p:cNvSpPr/>
            <p:nvPr/>
          </p:nvSpPr>
          <p:spPr>
            <a:xfrm>
              <a:off x="1011077" y="2123006"/>
              <a:ext cx="1084115" cy="771175"/>
            </a:xfrm>
            <a:custGeom>
              <a:avLst/>
              <a:gdLst>
                <a:gd name="connsiteX0" fmla="*/ 1068049 w 1084115"/>
                <a:gd name="connsiteY0" fmla="*/ 770476 h 771174"/>
                <a:gd name="connsiteX1" fmla="*/ 17463 w 1084115"/>
                <a:gd name="connsiteY1" fmla="*/ 770476 h 771174"/>
                <a:gd name="connsiteX2" fmla="*/ 2096 w 1084115"/>
                <a:gd name="connsiteY2" fmla="*/ 755109 h 771174"/>
                <a:gd name="connsiteX3" fmla="*/ 2096 w 1084115"/>
                <a:gd name="connsiteY3" fmla="*/ 17463 h 771174"/>
                <a:gd name="connsiteX4" fmla="*/ 17463 w 1084115"/>
                <a:gd name="connsiteY4" fmla="*/ 2096 h 771174"/>
                <a:gd name="connsiteX5" fmla="*/ 1068049 w 1084115"/>
                <a:gd name="connsiteY5" fmla="*/ 2096 h 771174"/>
                <a:gd name="connsiteX6" fmla="*/ 1083417 w 1084115"/>
                <a:gd name="connsiteY6" fmla="*/ 17463 h 771174"/>
                <a:gd name="connsiteX7" fmla="*/ 1083417 w 1084115"/>
                <a:gd name="connsiteY7" fmla="*/ 755109 h 771174"/>
                <a:gd name="connsiteX8" fmla="*/ 1068049 w 1084115"/>
                <a:gd name="connsiteY8" fmla="*/ 770476 h 77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4115" h="771174">
                  <a:moveTo>
                    <a:pt x="1068049" y="770476"/>
                  </a:moveTo>
                  <a:lnTo>
                    <a:pt x="17463" y="770476"/>
                  </a:lnTo>
                  <a:cubicBezTo>
                    <a:pt x="9081" y="770476"/>
                    <a:pt x="2096" y="763491"/>
                    <a:pt x="2096" y="755109"/>
                  </a:cubicBezTo>
                  <a:lnTo>
                    <a:pt x="2096" y="17463"/>
                  </a:lnTo>
                  <a:cubicBezTo>
                    <a:pt x="2096" y="9081"/>
                    <a:pt x="9081" y="2096"/>
                    <a:pt x="17463" y="2096"/>
                  </a:cubicBezTo>
                  <a:lnTo>
                    <a:pt x="1068049" y="2096"/>
                  </a:lnTo>
                  <a:cubicBezTo>
                    <a:pt x="1076431" y="2096"/>
                    <a:pt x="1083417" y="9081"/>
                    <a:pt x="1083417" y="17463"/>
                  </a:cubicBezTo>
                  <a:lnTo>
                    <a:pt x="1083417" y="755109"/>
                  </a:lnTo>
                  <a:cubicBezTo>
                    <a:pt x="1083417" y="763491"/>
                    <a:pt x="1076431" y="770476"/>
                    <a:pt x="1068049" y="77047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9DB513CA-9822-3EAA-980D-BD3A78319048}"/>
                </a:ext>
              </a:extLst>
            </p:cNvPr>
            <p:cNvSpPr/>
            <p:nvPr/>
          </p:nvSpPr>
          <p:spPr>
            <a:xfrm>
              <a:off x="1057739" y="2159050"/>
              <a:ext cx="991910" cy="667793"/>
            </a:xfrm>
            <a:custGeom>
              <a:avLst/>
              <a:gdLst>
                <a:gd name="connsiteX0" fmla="*/ 980314 w 991909"/>
                <a:gd name="connsiteY0" fmla="*/ 666535 h 667792"/>
                <a:gd name="connsiteX1" fmla="*/ 11596 w 991909"/>
                <a:gd name="connsiteY1" fmla="*/ 666535 h 667792"/>
                <a:gd name="connsiteX2" fmla="*/ 2096 w 991909"/>
                <a:gd name="connsiteY2" fmla="*/ 657035 h 667792"/>
                <a:gd name="connsiteX3" fmla="*/ 2096 w 991909"/>
                <a:gd name="connsiteY3" fmla="*/ 11596 h 667792"/>
                <a:gd name="connsiteX4" fmla="*/ 11596 w 991909"/>
                <a:gd name="connsiteY4" fmla="*/ 2096 h 667792"/>
                <a:gd name="connsiteX5" fmla="*/ 980593 w 991909"/>
                <a:gd name="connsiteY5" fmla="*/ 2096 h 667792"/>
                <a:gd name="connsiteX6" fmla="*/ 990093 w 991909"/>
                <a:gd name="connsiteY6" fmla="*/ 11596 h 667792"/>
                <a:gd name="connsiteX7" fmla="*/ 990093 w 991909"/>
                <a:gd name="connsiteY7" fmla="*/ 657035 h 667792"/>
                <a:gd name="connsiteX8" fmla="*/ 980314 w 991909"/>
                <a:gd name="connsiteY8" fmla="*/ 666535 h 6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1909" h="667792">
                  <a:moveTo>
                    <a:pt x="980314" y="666535"/>
                  </a:moveTo>
                  <a:lnTo>
                    <a:pt x="11596" y="666535"/>
                  </a:lnTo>
                  <a:cubicBezTo>
                    <a:pt x="6287" y="666535"/>
                    <a:pt x="2096" y="662344"/>
                    <a:pt x="2096" y="657035"/>
                  </a:cubicBezTo>
                  <a:lnTo>
                    <a:pt x="2096" y="11596"/>
                  </a:lnTo>
                  <a:cubicBezTo>
                    <a:pt x="2096" y="6287"/>
                    <a:pt x="6287" y="2096"/>
                    <a:pt x="11596" y="2096"/>
                  </a:cubicBezTo>
                  <a:lnTo>
                    <a:pt x="980593" y="2096"/>
                  </a:lnTo>
                  <a:cubicBezTo>
                    <a:pt x="985902" y="2096"/>
                    <a:pt x="990093" y="6287"/>
                    <a:pt x="990093" y="11596"/>
                  </a:cubicBezTo>
                  <a:lnTo>
                    <a:pt x="990093" y="657035"/>
                  </a:lnTo>
                  <a:cubicBezTo>
                    <a:pt x="989814" y="662344"/>
                    <a:pt x="985623" y="666535"/>
                    <a:pt x="980314" y="666535"/>
                  </a:cubicBezTo>
                  <a:close/>
                </a:path>
              </a:pathLst>
            </a:custGeom>
            <a:solidFill>
              <a:srgbClr val="3F65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2865F64E-141B-C7C9-F8B2-DFD96B408CD6}"/>
                </a:ext>
              </a:extLst>
            </p:cNvPr>
            <p:cNvSpPr/>
            <p:nvPr/>
          </p:nvSpPr>
          <p:spPr>
            <a:xfrm>
              <a:off x="964136" y="2860931"/>
              <a:ext cx="1179115" cy="64265"/>
            </a:xfrm>
            <a:custGeom>
              <a:avLst/>
              <a:gdLst>
                <a:gd name="connsiteX0" fmla="*/ 7404 w 1179114"/>
                <a:gd name="connsiteY0" fmla="*/ 2096 h 64264"/>
                <a:gd name="connsiteX1" fmla="*/ 2096 w 1179114"/>
                <a:gd name="connsiteY1" fmla="*/ 21934 h 64264"/>
                <a:gd name="connsiteX2" fmla="*/ 43728 w 1179114"/>
                <a:gd name="connsiteY2" fmla="*/ 63566 h 64264"/>
                <a:gd name="connsiteX3" fmla="*/ 1135387 w 1179114"/>
                <a:gd name="connsiteY3" fmla="*/ 63566 h 64264"/>
                <a:gd name="connsiteX4" fmla="*/ 1177019 w 1179114"/>
                <a:gd name="connsiteY4" fmla="*/ 21934 h 64264"/>
                <a:gd name="connsiteX5" fmla="*/ 1171711 w 1179114"/>
                <a:gd name="connsiteY5" fmla="*/ 2096 h 64264"/>
                <a:gd name="connsiteX6" fmla="*/ 7404 w 1179114"/>
                <a:gd name="connsiteY6" fmla="*/ 2096 h 6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9114" h="64264">
                  <a:moveTo>
                    <a:pt x="7404" y="2096"/>
                  </a:moveTo>
                  <a:cubicBezTo>
                    <a:pt x="4331" y="7963"/>
                    <a:pt x="2096" y="14669"/>
                    <a:pt x="2096" y="21934"/>
                  </a:cubicBezTo>
                  <a:cubicBezTo>
                    <a:pt x="2096" y="44846"/>
                    <a:pt x="20816" y="63566"/>
                    <a:pt x="43728" y="63566"/>
                  </a:cubicBezTo>
                  <a:lnTo>
                    <a:pt x="1135387" y="63566"/>
                  </a:lnTo>
                  <a:cubicBezTo>
                    <a:pt x="1158299" y="63566"/>
                    <a:pt x="1177019" y="44846"/>
                    <a:pt x="1177019" y="21934"/>
                  </a:cubicBezTo>
                  <a:cubicBezTo>
                    <a:pt x="1177019" y="14669"/>
                    <a:pt x="1175064" y="7963"/>
                    <a:pt x="1171711" y="2096"/>
                  </a:cubicBezTo>
                  <a:lnTo>
                    <a:pt x="7404" y="2096"/>
                  </a:ln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FCDCE16B-0CCB-DD30-1FCE-D552D2C9ED10}"/>
                </a:ext>
              </a:extLst>
            </p:cNvPr>
            <p:cNvSpPr/>
            <p:nvPr/>
          </p:nvSpPr>
          <p:spPr>
            <a:xfrm>
              <a:off x="969445" y="2900328"/>
              <a:ext cx="1167939" cy="25147"/>
            </a:xfrm>
            <a:custGeom>
              <a:avLst/>
              <a:gdLst>
                <a:gd name="connsiteX0" fmla="*/ 2096 w 1167938"/>
                <a:gd name="connsiteY0" fmla="*/ 2096 h 25147"/>
                <a:gd name="connsiteX1" fmla="*/ 38698 w 1167938"/>
                <a:gd name="connsiteY1" fmla="*/ 23890 h 25147"/>
                <a:gd name="connsiteX2" fmla="*/ 1130358 w 1167938"/>
                <a:gd name="connsiteY2" fmla="*/ 23890 h 25147"/>
                <a:gd name="connsiteX3" fmla="*/ 1166961 w 1167938"/>
                <a:gd name="connsiteY3" fmla="*/ 2096 h 25147"/>
                <a:gd name="connsiteX4" fmla="*/ 2096 w 1167938"/>
                <a:gd name="connsiteY4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938" h="25147">
                  <a:moveTo>
                    <a:pt x="2096" y="2096"/>
                  </a:moveTo>
                  <a:cubicBezTo>
                    <a:pt x="9081" y="15228"/>
                    <a:pt x="22772" y="23890"/>
                    <a:pt x="38698" y="23890"/>
                  </a:cubicBezTo>
                  <a:lnTo>
                    <a:pt x="1130358" y="23890"/>
                  </a:lnTo>
                  <a:cubicBezTo>
                    <a:pt x="1146284" y="23890"/>
                    <a:pt x="1159696" y="14949"/>
                    <a:pt x="1166961" y="2096"/>
                  </a:cubicBezTo>
                  <a:lnTo>
                    <a:pt x="2096" y="2096"/>
                  </a:lnTo>
                  <a:close/>
                </a:path>
              </a:pathLst>
            </a:custGeom>
            <a:solidFill>
              <a:srgbClr val="C9D6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FF2C29C7-AEF3-DF6C-4F00-4DC963E6845C}"/>
                </a:ext>
              </a:extLst>
            </p:cNvPr>
            <p:cNvSpPr/>
            <p:nvPr/>
          </p:nvSpPr>
          <p:spPr>
            <a:xfrm>
              <a:off x="1316194" y="2112668"/>
              <a:ext cx="793528" cy="516911"/>
            </a:xfrm>
            <a:custGeom>
              <a:avLst/>
              <a:gdLst>
                <a:gd name="connsiteX0" fmla="*/ 743094 w 793527"/>
                <a:gd name="connsiteY0" fmla="*/ 2096 h 516910"/>
                <a:gd name="connsiteX1" fmla="*/ 2096 w 793527"/>
                <a:gd name="connsiteY1" fmla="*/ 2096 h 516910"/>
                <a:gd name="connsiteX2" fmla="*/ 2096 w 793527"/>
                <a:gd name="connsiteY2" fmla="*/ 497492 h 516910"/>
                <a:gd name="connsiteX3" fmla="*/ 21934 w 793527"/>
                <a:gd name="connsiteY3" fmla="*/ 517330 h 516910"/>
                <a:gd name="connsiteX4" fmla="*/ 792829 w 793527"/>
                <a:gd name="connsiteY4" fmla="*/ 517330 h 516910"/>
                <a:gd name="connsiteX5" fmla="*/ 792829 w 793527"/>
                <a:gd name="connsiteY5" fmla="*/ 51831 h 516910"/>
                <a:gd name="connsiteX6" fmla="*/ 743094 w 793527"/>
                <a:gd name="connsiteY6" fmla="*/ 2096 h 51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3527" h="516910">
                  <a:moveTo>
                    <a:pt x="743094" y="2096"/>
                  </a:moveTo>
                  <a:lnTo>
                    <a:pt x="2096" y="2096"/>
                  </a:lnTo>
                  <a:lnTo>
                    <a:pt x="2096" y="497492"/>
                  </a:lnTo>
                  <a:cubicBezTo>
                    <a:pt x="2096" y="508389"/>
                    <a:pt x="11037" y="517330"/>
                    <a:pt x="21934" y="517330"/>
                  </a:cubicBezTo>
                  <a:lnTo>
                    <a:pt x="792829" y="517330"/>
                  </a:lnTo>
                  <a:lnTo>
                    <a:pt x="792829" y="51831"/>
                  </a:lnTo>
                  <a:cubicBezTo>
                    <a:pt x="792829" y="24448"/>
                    <a:pt x="770476" y="2096"/>
                    <a:pt x="743094" y="2096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D7FF018E-DDEC-4674-DE8D-94B145D8F435}"/>
                </a:ext>
              </a:extLst>
            </p:cNvPr>
            <p:cNvSpPr/>
            <p:nvPr/>
          </p:nvSpPr>
          <p:spPr>
            <a:xfrm>
              <a:off x="1343297" y="2055109"/>
              <a:ext cx="871763" cy="553234"/>
            </a:xfrm>
            <a:custGeom>
              <a:avLst/>
              <a:gdLst>
                <a:gd name="connsiteX0" fmla="*/ 862123 w 871762"/>
                <a:gd name="connsiteY0" fmla="*/ 552536 h 553234"/>
                <a:gd name="connsiteX1" fmla="*/ 9919 w 871762"/>
                <a:gd name="connsiteY1" fmla="*/ 552536 h 553234"/>
                <a:gd name="connsiteX2" fmla="*/ 2096 w 871762"/>
                <a:gd name="connsiteY2" fmla="*/ 544712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53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536"/>
                  </a:moveTo>
                  <a:lnTo>
                    <a:pt x="9919" y="552536"/>
                  </a:lnTo>
                  <a:cubicBezTo>
                    <a:pt x="5728" y="552536"/>
                    <a:pt x="2096" y="549183"/>
                    <a:pt x="2096" y="544712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536"/>
                    <a:pt x="862123" y="552536"/>
                  </a:cubicBezTo>
                  <a:close/>
                </a:path>
              </a:pathLst>
            </a:custGeom>
            <a:solidFill>
              <a:srgbClr val="E4E9F7">
                <a:alpha val="21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E3071A16-3BAF-219E-5C4E-5332B76DF9CC}"/>
                </a:ext>
              </a:extLst>
            </p:cNvPr>
            <p:cNvSpPr/>
            <p:nvPr/>
          </p:nvSpPr>
          <p:spPr>
            <a:xfrm>
              <a:off x="1377944" y="2017947"/>
              <a:ext cx="871763" cy="553234"/>
            </a:xfrm>
            <a:custGeom>
              <a:avLst/>
              <a:gdLst>
                <a:gd name="connsiteX0" fmla="*/ 862123 w 871762"/>
                <a:gd name="connsiteY0" fmla="*/ 552256 h 553234"/>
                <a:gd name="connsiteX1" fmla="*/ 9919 w 871762"/>
                <a:gd name="connsiteY1" fmla="*/ 552256 h 553234"/>
                <a:gd name="connsiteX2" fmla="*/ 2096 w 871762"/>
                <a:gd name="connsiteY2" fmla="*/ 544433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25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256"/>
                  </a:moveTo>
                  <a:lnTo>
                    <a:pt x="9919" y="552256"/>
                  </a:lnTo>
                  <a:cubicBezTo>
                    <a:pt x="5728" y="552256"/>
                    <a:pt x="2096" y="548903"/>
                    <a:pt x="2096" y="544433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256"/>
                    <a:pt x="862123" y="552256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957244E1-BCD4-2C3E-9EDB-CB202FC90BC9}"/>
                </a:ext>
              </a:extLst>
            </p:cNvPr>
            <p:cNvSpPr/>
            <p:nvPr/>
          </p:nvSpPr>
          <p:spPr>
            <a:xfrm>
              <a:off x="1117533" y="2275844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97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EF13D8D9-CA0F-612E-0345-47B7601C9B96}"/>
                </a:ext>
              </a:extLst>
            </p:cNvPr>
            <p:cNvSpPr/>
            <p:nvPr/>
          </p:nvSpPr>
          <p:spPr>
            <a:xfrm>
              <a:off x="1111106" y="2446843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DC353481-467A-FF04-75B4-A3762B7B53C7}"/>
                </a:ext>
              </a:extLst>
            </p:cNvPr>
            <p:cNvSpPr/>
            <p:nvPr/>
          </p:nvSpPr>
          <p:spPr>
            <a:xfrm>
              <a:off x="1111106" y="2614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52B76C4D-CFC6-49B8-ED47-8891D574FC49}"/>
                </a:ext>
              </a:extLst>
            </p:cNvPr>
            <p:cNvSpPr/>
            <p:nvPr/>
          </p:nvSpPr>
          <p:spPr>
            <a:xfrm>
              <a:off x="1138328" y="2633211"/>
              <a:ext cx="55882" cy="81029"/>
            </a:xfrm>
            <a:custGeom>
              <a:avLst/>
              <a:gdLst>
                <a:gd name="connsiteX0" fmla="*/ 55904 w 55882"/>
                <a:gd name="connsiteY0" fmla="*/ 28919 h 81029"/>
                <a:gd name="connsiteX1" fmla="*/ 29080 w 55882"/>
                <a:gd name="connsiteY1" fmla="*/ 2096 h 81029"/>
                <a:gd name="connsiteX2" fmla="*/ 2257 w 55882"/>
                <a:gd name="connsiteY2" fmla="*/ 28919 h 81029"/>
                <a:gd name="connsiteX3" fmla="*/ 29080 w 55882"/>
                <a:gd name="connsiteY3" fmla="*/ 79772 h 81029"/>
                <a:gd name="connsiteX4" fmla="*/ 55904 w 55882"/>
                <a:gd name="connsiteY4" fmla="*/ 28919 h 8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82" h="81029">
                  <a:moveTo>
                    <a:pt x="55904" y="28919"/>
                  </a:moveTo>
                  <a:cubicBezTo>
                    <a:pt x="55904" y="14110"/>
                    <a:pt x="43889" y="2096"/>
                    <a:pt x="29080" y="2096"/>
                  </a:cubicBezTo>
                  <a:cubicBezTo>
                    <a:pt x="14271" y="2096"/>
                    <a:pt x="2257" y="14110"/>
                    <a:pt x="2257" y="28919"/>
                  </a:cubicBezTo>
                  <a:cubicBezTo>
                    <a:pt x="2257" y="28919"/>
                    <a:pt x="-1655" y="57419"/>
                    <a:pt x="29080" y="79772"/>
                  </a:cubicBezTo>
                  <a:cubicBezTo>
                    <a:pt x="59536" y="57419"/>
                    <a:pt x="55904" y="28919"/>
                    <a:pt x="55904" y="2891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A96C22DF-EC03-E2AE-BF29-C682B42DD309}"/>
                </a:ext>
              </a:extLst>
            </p:cNvPr>
            <p:cNvSpPr/>
            <p:nvPr/>
          </p:nvSpPr>
          <p:spPr>
            <a:xfrm>
              <a:off x="1145703" y="2640425"/>
              <a:ext cx="41912" cy="41912"/>
            </a:xfrm>
            <a:custGeom>
              <a:avLst/>
              <a:gdLst>
                <a:gd name="connsiteX0" fmla="*/ 23102 w 41911"/>
                <a:gd name="connsiteY0" fmla="*/ 40984 h 41911"/>
                <a:gd name="connsiteX1" fmla="*/ 2146 w 41911"/>
                <a:gd name="connsiteY1" fmla="*/ 20028 h 41911"/>
                <a:gd name="connsiteX2" fmla="*/ 20028 w 41911"/>
                <a:gd name="connsiteY2" fmla="*/ 2146 h 41911"/>
                <a:gd name="connsiteX3" fmla="*/ 40984 w 41911"/>
                <a:gd name="connsiteY3" fmla="*/ 23102 h 41911"/>
                <a:gd name="connsiteX4" fmla="*/ 23102 w 41911"/>
                <a:gd name="connsiteY4" fmla="*/ 40984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11" h="41911">
                  <a:moveTo>
                    <a:pt x="23102" y="40984"/>
                  </a:moveTo>
                  <a:cubicBezTo>
                    <a:pt x="11087" y="41822"/>
                    <a:pt x="1308" y="32043"/>
                    <a:pt x="2146" y="20028"/>
                  </a:cubicBezTo>
                  <a:cubicBezTo>
                    <a:pt x="2984" y="10528"/>
                    <a:pt x="10528" y="2984"/>
                    <a:pt x="20028" y="2146"/>
                  </a:cubicBezTo>
                  <a:cubicBezTo>
                    <a:pt x="32043" y="1308"/>
                    <a:pt x="41822" y="11087"/>
                    <a:pt x="40984" y="23102"/>
                  </a:cubicBezTo>
                  <a:cubicBezTo>
                    <a:pt x="40146" y="32602"/>
                    <a:pt x="32602" y="40425"/>
                    <a:pt x="23102" y="40984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05BCED5B-9514-6FAB-54D9-C62C87CD0C1C}"/>
                </a:ext>
              </a:extLst>
            </p:cNvPr>
            <p:cNvSpPr/>
            <p:nvPr/>
          </p:nvSpPr>
          <p:spPr>
            <a:xfrm>
              <a:off x="1127592" y="2466961"/>
              <a:ext cx="78235" cy="78235"/>
            </a:xfrm>
            <a:custGeom>
              <a:avLst/>
              <a:gdLst>
                <a:gd name="connsiteX0" fmla="*/ 76419 w 78235"/>
                <a:gd name="connsiteY0" fmla="*/ 39257 h 78235"/>
                <a:gd name="connsiteX1" fmla="*/ 39257 w 78235"/>
                <a:gd name="connsiteY1" fmla="*/ 76419 h 78235"/>
                <a:gd name="connsiteX2" fmla="*/ 2096 w 78235"/>
                <a:gd name="connsiteY2" fmla="*/ 39257 h 78235"/>
                <a:gd name="connsiteX3" fmla="*/ 39257 w 78235"/>
                <a:gd name="connsiteY3" fmla="*/ 2096 h 78235"/>
                <a:gd name="connsiteX4" fmla="*/ 76419 w 78235"/>
                <a:gd name="connsiteY4" fmla="*/ 39257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5" h="78235">
                  <a:moveTo>
                    <a:pt x="76419" y="39257"/>
                  </a:moveTo>
                  <a:cubicBezTo>
                    <a:pt x="76419" y="59654"/>
                    <a:pt x="59934" y="76419"/>
                    <a:pt x="39257" y="76419"/>
                  </a:cubicBezTo>
                  <a:cubicBezTo>
                    <a:pt x="18581" y="76419"/>
                    <a:pt x="2096" y="59934"/>
                    <a:pt x="2096" y="39257"/>
                  </a:cubicBezTo>
                  <a:cubicBezTo>
                    <a:pt x="2096" y="18860"/>
                    <a:pt x="18581" y="2096"/>
                    <a:pt x="39257" y="2096"/>
                  </a:cubicBezTo>
                  <a:cubicBezTo>
                    <a:pt x="59934" y="2096"/>
                    <a:pt x="76419" y="18860"/>
                    <a:pt x="76419" y="39257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D4B98D0-A7F1-5677-203F-F1BF1068D6D5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2590962C-7E78-82C2-EF2F-9D6BB1A0D5F5}"/>
                </a:ext>
              </a:extLst>
            </p:cNvPr>
            <p:cNvSpPr/>
            <p:nvPr/>
          </p:nvSpPr>
          <p:spPr>
            <a:xfrm>
              <a:off x="1133666" y="2471990"/>
              <a:ext cx="64265" cy="27941"/>
            </a:xfrm>
            <a:custGeom>
              <a:avLst/>
              <a:gdLst>
                <a:gd name="connsiteX0" fmla="*/ 33183 w 64264"/>
                <a:gd name="connsiteY0" fmla="*/ 4331 h 27941"/>
                <a:gd name="connsiteX1" fmla="*/ 61962 w 64264"/>
                <a:gd name="connsiteY1" fmla="*/ 25846 h 27941"/>
                <a:gd name="connsiteX2" fmla="*/ 63080 w 64264"/>
                <a:gd name="connsiteY2" fmla="*/ 26684 h 27941"/>
                <a:gd name="connsiteX3" fmla="*/ 63080 w 64264"/>
                <a:gd name="connsiteY3" fmla="*/ 26684 h 27941"/>
                <a:gd name="connsiteX4" fmla="*/ 64198 w 64264"/>
                <a:gd name="connsiteY4" fmla="*/ 25287 h 27941"/>
                <a:gd name="connsiteX5" fmla="*/ 33183 w 64264"/>
                <a:gd name="connsiteY5" fmla="*/ 2096 h 27941"/>
                <a:gd name="connsiteX6" fmla="*/ 2168 w 64264"/>
                <a:gd name="connsiteY6" fmla="*/ 25287 h 27941"/>
                <a:gd name="connsiteX7" fmla="*/ 3286 w 64264"/>
                <a:gd name="connsiteY7" fmla="*/ 26684 h 27941"/>
                <a:gd name="connsiteX8" fmla="*/ 3286 w 64264"/>
                <a:gd name="connsiteY8" fmla="*/ 26684 h 27941"/>
                <a:gd name="connsiteX9" fmla="*/ 4404 w 64264"/>
                <a:gd name="connsiteY9" fmla="*/ 25846 h 27941"/>
                <a:gd name="connsiteX10" fmla="*/ 33183 w 64264"/>
                <a:gd name="connsiteY10" fmla="*/ 4331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7941">
                  <a:moveTo>
                    <a:pt x="33183" y="4331"/>
                  </a:moveTo>
                  <a:cubicBezTo>
                    <a:pt x="46874" y="4331"/>
                    <a:pt x="58050" y="13272"/>
                    <a:pt x="61962" y="25846"/>
                  </a:cubicBezTo>
                  <a:cubicBezTo>
                    <a:pt x="62242" y="26404"/>
                    <a:pt x="62521" y="26684"/>
                    <a:pt x="63080" y="26684"/>
                  </a:cubicBezTo>
                  <a:lnTo>
                    <a:pt x="63080" y="26684"/>
                  </a:lnTo>
                  <a:cubicBezTo>
                    <a:pt x="63918" y="26684"/>
                    <a:pt x="64477" y="25846"/>
                    <a:pt x="64198" y="25287"/>
                  </a:cubicBezTo>
                  <a:cubicBezTo>
                    <a:pt x="60286" y="11875"/>
                    <a:pt x="47992" y="2096"/>
                    <a:pt x="33183" y="2096"/>
                  </a:cubicBezTo>
                  <a:cubicBezTo>
                    <a:pt x="18654" y="2096"/>
                    <a:pt x="6080" y="11875"/>
                    <a:pt x="2168" y="25287"/>
                  </a:cubicBezTo>
                  <a:cubicBezTo>
                    <a:pt x="1889" y="26125"/>
                    <a:pt x="2448" y="26684"/>
                    <a:pt x="3286" y="26684"/>
                  </a:cubicBezTo>
                  <a:lnTo>
                    <a:pt x="3286" y="26684"/>
                  </a:lnTo>
                  <a:cubicBezTo>
                    <a:pt x="3845" y="26684"/>
                    <a:pt x="4404" y="26404"/>
                    <a:pt x="4404" y="25846"/>
                  </a:cubicBezTo>
                  <a:cubicBezTo>
                    <a:pt x="8036" y="13272"/>
                    <a:pt x="19492" y="4331"/>
                    <a:pt x="33183" y="4331"/>
                  </a:cubicBezTo>
                  <a:close/>
                </a:path>
              </a:pathLst>
            </a:custGeom>
            <a:solidFill>
              <a:srgbClr val="A488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D4C2768C-3A9A-F7FA-F9F6-70952CE86677}"/>
                </a:ext>
              </a:extLst>
            </p:cNvPr>
            <p:cNvSpPr/>
            <p:nvPr/>
          </p:nvSpPr>
          <p:spPr>
            <a:xfrm>
              <a:off x="1127841" y="2504961"/>
              <a:ext cx="75441" cy="39118"/>
            </a:xfrm>
            <a:custGeom>
              <a:avLst/>
              <a:gdLst>
                <a:gd name="connsiteX0" fmla="*/ 72258 w 75441"/>
                <a:gd name="connsiteY0" fmla="*/ 2096 h 39117"/>
                <a:gd name="connsiteX1" fmla="*/ 68626 w 75441"/>
                <a:gd name="connsiteY1" fmla="*/ 5169 h 39117"/>
                <a:gd name="connsiteX2" fmla="*/ 39008 w 75441"/>
                <a:gd name="connsiteY2" fmla="*/ 31154 h 39117"/>
                <a:gd name="connsiteX3" fmla="*/ 9391 w 75441"/>
                <a:gd name="connsiteY3" fmla="*/ 5169 h 39117"/>
                <a:gd name="connsiteX4" fmla="*/ 5758 w 75441"/>
                <a:gd name="connsiteY4" fmla="*/ 2096 h 39117"/>
                <a:gd name="connsiteX5" fmla="*/ 5758 w 75441"/>
                <a:gd name="connsiteY5" fmla="*/ 2096 h 39117"/>
                <a:gd name="connsiteX6" fmla="*/ 2126 w 75441"/>
                <a:gd name="connsiteY6" fmla="*/ 6007 h 39117"/>
                <a:gd name="connsiteX7" fmla="*/ 39008 w 75441"/>
                <a:gd name="connsiteY7" fmla="*/ 38140 h 39117"/>
                <a:gd name="connsiteX8" fmla="*/ 75891 w 75441"/>
                <a:gd name="connsiteY8" fmla="*/ 6007 h 39117"/>
                <a:gd name="connsiteX9" fmla="*/ 72258 w 75441"/>
                <a:gd name="connsiteY9" fmla="*/ 2096 h 39117"/>
                <a:gd name="connsiteX10" fmla="*/ 72258 w 75441"/>
                <a:gd name="connsiteY10" fmla="*/ 2096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441" h="39117">
                  <a:moveTo>
                    <a:pt x="72258" y="2096"/>
                  </a:moveTo>
                  <a:cubicBezTo>
                    <a:pt x="70582" y="2096"/>
                    <a:pt x="68905" y="3493"/>
                    <a:pt x="68626" y="5169"/>
                  </a:cubicBezTo>
                  <a:cubicBezTo>
                    <a:pt x="66670" y="19699"/>
                    <a:pt x="54097" y="31154"/>
                    <a:pt x="39008" y="31154"/>
                  </a:cubicBezTo>
                  <a:cubicBezTo>
                    <a:pt x="23920" y="31154"/>
                    <a:pt x="11347" y="19978"/>
                    <a:pt x="9391" y="5169"/>
                  </a:cubicBezTo>
                  <a:cubicBezTo>
                    <a:pt x="9111" y="3493"/>
                    <a:pt x="7714" y="2096"/>
                    <a:pt x="5758" y="2096"/>
                  </a:cubicBezTo>
                  <a:lnTo>
                    <a:pt x="5758" y="2096"/>
                  </a:lnTo>
                  <a:cubicBezTo>
                    <a:pt x="3523" y="2096"/>
                    <a:pt x="1847" y="4051"/>
                    <a:pt x="2126" y="6007"/>
                  </a:cubicBezTo>
                  <a:cubicBezTo>
                    <a:pt x="4641" y="24169"/>
                    <a:pt x="20008" y="38140"/>
                    <a:pt x="39008" y="38140"/>
                  </a:cubicBezTo>
                  <a:cubicBezTo>
                    <a:pt x="57729" y="38140"/>
                    <a:pt x="73376" y="24169"/>
                    <a:pt x="75891" y="6007"/>
                  </a:cubicBezTo>
                  <a:cubicBezTo>
                    <a:pt x="75891" y="4051"/>
                    <a:pt x="74214" y="2096"/>
                    <a:pt x="72258" y="2096"/>
                  </a:cubicBezTo>
                  <a:lnTo>
                    <a:pt x="72258" y="2096"/>
                  </a:lnTo>
                  <a:close/>
                </a:path>
              </a:pathLst>
            </a:custGeom>
            <a:solidFill>
              <a:srgbClr val="6056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EBBAE479-8490-8AD8-C0E8-90830D9FC851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E8D4DCCF-AAE7-49A5-FB64-5803F115F0B9}"/>
                </a:ext>
              </a:extLst>
            </p:cNvPr>
            <p:cNvSpPr/>
            <p:nvPr/>
          </p:nvSpPr>
          <p:spPr>
            <a:xfrm>
              <a:off x="1134504" y="2513623"/>
              <a:ext cx="64265" cy="25147"/>
            </a:xfrm>
            <a:custGeom>
              <a:avLst/>
              <a:gdLst>
                <a:gd name="connsiteX0" fmla="*/ 61403 w 64264"/>
                <a:gd name="connsiteY0" fmla="*/ 2096 h 25147"/>
                <a:gd name="connsiteX1" fmla="*/ 60286 w 64264"/>
                <a:gd name="connsiteY1" fmla="*/ 2934 h 25147"/>
                <a:gd name="connsiteX2" fmla="*/ 32345 w 64264"/>
                <a:gd name="connsiteY2" fmla="*/ 22493 h 25147"/>
                <a:gd name="connsiteX3" fmla="*/ 4404 w 64264"/>
                <a:gd name="connsiteY3" fmla="*/ 2934 h 25147"/>
                <a:gd name="connsiteX4" fmla="*/ 3286 w 64264"/>
                <a:gd name="connsiteY4" fmla="*/ 2096 h 25147"/>
                <a:gd name="connsiteX5" fmla="*/ 3286 w 64264"/>
                <a:gd name="connsiteY5" fmla="*/ 2096 h 25147"/>
                <a:gd name="connsiteX6" fmla="*/ 2168 w 64264"/>
                <a:gd name="connsiteY6" fmla="*/ 3772 h 25147"/>
                <a:gd name="connsiteX7" fmla="*/ 32345 w 64264"/>
                <a:gd name="connsiteY7" fmla="*/ 24728 h 25147"/>
                <a:gd name="connsiteX8" fmla="*/ 62521 w 64264"/>
                <a:gd name="connsiteY8" fmla="*/ 3772 h 25147"/>
                <a:gd name="connsiteX9" fmla="*/ 61403 w 64264"/>
                <a:gd name="connsiteY9" fmla="*/ 2096 h 25147"/>
                <a:gd name="connsiteX10" fmla="*/ 61403 w 64264"/>
                <a:gd name="connsiteY10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5147">
                  <a:moveTo>
                    <a:pt x="61403" y="2096"/>
                  </a:moveTo>
                  <a:cubicBezTo>
                    <a:pt x="60845" y="2096"/>
                    <a:pt x="60565" y="2375"/>
                    <a:pt x="60286" y="2934"/>
                  </a:cubicBezTo>
                  <a:cubicBezTo>
                    <a:pt x="56095" y="14390"/>
                    <a:pt x="45198" y="22493"/>
                    <a:pt x="32345" y="22493"/>
                  </a:cubicBezTo>
                  <a:cubicBezTo>
                    <a:pt x="19492" y="22493"/>
                    <a:pt x="8595" y="14390"/>
                    <a:pt x="4404" y="2934"/>
                  </a:cubicBezTo>
                  <a:cubicBezTo>
                    <a:pt x="4124" y="2375"/>
                    <a:pt x="3845" y="2096"/>
                    <a:pt x="3286" y="2096"/>
                  </a:cubicBezTo>
                  <a:lnTo>
                    <a:pt x="3286" y="2096"/>
                  </a:lnTo>
                  <a:cubicBezTo>
                    <a:pt x="2448" y="2096"/>
                    <a:pt x="1889" y="2934"/>
                    <a:pt x="2168" y="3772"/>
                  </a:cubicBezTo>
                  <a:cubicBezTo>
                    <a:pt x="6639" y="16066"/>
                    <a:pt x="18654" y="24728"/>
                    <a:pt x="32345" y="24728"/>
                  </a:cubicBezTo>
                  <a:cubicBezTo>
                    <a:pt x="46315" y="24728"/>
                    <a:pt x="58050" y="16066"/>
                    <a:pt x="62521" y="3772"/>
                  </a:cubicBezTo>
                  <a:cubicBezTo>
                    <a:pt x="62800" y="2934"/>
                    <a:pt x="62242" y="2096"/>
                    <a:pt x="61403" y="2096"/>
                  </a:cubicBezTo>
                  <a:lnTo>
                    <a:pt x="61403" y="2096"/>
                  </a:ln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02703138-977A-1900-0613-5F435EC1573D}"/>
                </a:ext>
              </a:extLst>
            </p:cNvPr>
            <p:cNvSpPr/>
            <p:nvPr/>
          </p:nvSpPr>
          <p:spPr>
            <a:xfrm>
              <a:off x="1163356" y="2482887"/>
              <a:ext cx="5588" cy="27941"/>
            </a:xfrm>
            <a:custGeom>
              <a:avLst/>
              <a:gdLst>
                <a:gd name="connsiteX0" fmla="*/ 3493 w 5588"/>
                <a:gd name="connsiteY0" fmla="*/ 25846 h 27941"/>
                <a:gd name="connsiteX1" fmla="*/ 3493 w 5588"/>
                <a:gd name="connsiteY1" fmla="*/ 25846 h 27941"/>
                <a:gd name="connsiteX2" fmla="*/ 2096 w 5588"/>
                <a:gd name="connsiteY2" fmla="*/ 24448 h 27941"/>
                <a:gd name="connsiteX3" fmla="*/ 2096 w 5588"/>
                <a:gd name="connsiteY3" fmla="*/ 3493 h 27941"/>
                <a:gd name="connsiteX4" fmla="*/ 3493 w 5588"/>
                <a:gd name="connsiteY4" fmla="*/ 2096 h 27941"/>
                <a:gd name="connsiteX5" fmla="*/ 3493 w 5588"/>
                <a:gd name="connsiteY5" fmla="*/ 2096 h 27941"/>
                <a:gd name="connsiteX6" fmla="*/ 4890 w 5588"/>
                <a:gd name="connsiteY6" fmla="*/ 3493 h 27941"/>
                <a:gd name="connsiteX7" fmla="*/ 4890 w 5588"/>
                <a:gd name="connsiteY7" fmla="*/ 24448 h 27941"/>
                <a:gd name="connsiteX8" fmla="*/ 3493 w 5588"/>
                <a:gd name="connsiteY8" fmla="*/ 25846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" h="27941">
                  <a:moveTo>
                    <a:pt x="3493" y="25846"/>
                  </a:moveTo>
                  <a:lnTo>
                    <a:pt x="3493" y="25846"/>
                  </a:lnTo>
                  <a:cubicBezTo>
                    <a:pt x="2654" y="25846"/>
                    <a:pt x="2096" y="25287"/>
                    <a:pt x="2096" y="24448"/>
                  </a:cubicBezTo>
                  <a:lnTo>
                    <a:pt x="2096" y="3493"/>
                  </a:lnTo>
                  <a:cubicBezTo>
                    <a:pt x="2096" y="2654"/>
                    <a:pt x="2654" y="2096"/>
                    <a:pt x="3493" y="2096"/>
                  </a:cubicBezTo>
                  <a:lnTo>
                    <a:pt x="3493" y="2096"/>
                  </a:lnTo>
                  <a:cubicBezTo>
                    <a:pt x="4331" y="2096"/>
                    <a:pt x="4890" y="2654"/>
                    <a:pt x="4890" y="3493"/>
                  </a:cubicBezTo>
                  <a:lnTo>
                    <a:pt x="4890" y="24448"/>
                  </a:lnTo>
                  <a:cubicBezTo>
                    <a:pt x="4890" y="25287"/>
                    <a:pt x="4051" y="25846"/>
                    <a:pt x="3493" y="2584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E7DDB25E-8523-A1D7-87EB-2C5F2A9B1D67}"/>
                </a:ext>
              </a:extLst>
            </p:cNvPr>
            <p:cNvSpPr/>
            <p:nvPr/>
          </p:nvSpPr>
          <p:spPr>
            <a:xfrm>
              <a:off x="1163246" y="2503939"/>
              <a:ext cx="19559" cy="16765"/>
            </a:xfrm>
            <a:custGeom>
              <a:avLst/>
              <a:gdLst>
                <a:gd name="connsiteX0" fmla="*/ 2485 w 19558"/>
                <a:gd name="connsiteY0" fmla="*/ 2559 h 16764"/>
                <a:gd name="connsiteX1" fmla="*/ 2485 w 19558"/>
                <a:gd name="connsiteY1" fmla="*/ 2559 h 16764"/>
                <a:gd name="connsiteX2" fmla="*/ 4441 w 19558"/>
                <a:gd name="connsiteY2" fmla="*/ 2279 h 16764"/>
                <a:gd name="connsiteX3" fmla="*/ 17294 w 19558"/>
                <a:gd name="connsiteY3" fmla="*/ 13176 h 16764"/>
                <a:gd name="connsiteX4" fmla="*/ 17573 w 19558"/>
                <a:gd name="connsiteY4" fmla="*/ 15132 h 16764"/>
                <a:gd name="connsiteX5" fmla="*/ 17573 w 19558"/>
                <a:gd name="connsiteY5" fmla="*/ 15132 h 16764"/>
                <a:gd name="connsiteX6" fmla="*/ 15617 w 19558"/>
                <a:gd name="connsiteY6" fmla="*/ 15411 h 16764"/>
                <a:gd name="connsiteX7" fmla="*/ 2764 w 19558"/>
                <a:gd name="connsiteY7" fmla="*/ 4514 h 16764"/>
                <a:gd name="connsiteX8" fmla="*/ 2485 w 19558"/>
                <a:gd name="connsiteY8" fmla="*/ 2559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58" h="16764">
                  <a:moveTo>
                    <a:pt x="2485" y="2559"/>
                  </a:moveTo>
                  <a:lnTo>
                    <a:pt x="2485" y="2559"/>
                  </a:lnTo>
                  <a:cubicBezTo>
                    <a:pt x="3044" y="2000"/>
                    <a:pt x="3882" y="2000"/>
                    <a:pt x="4441" y="2279"/>
                  </a:cubicBezTo>
                  <a:lnTo>
                    <a:pt x="17294" y="13176"/>
                  </a:lnTo>
                  <a:cubicBezTo>
                    <a:pt x="17853" y="13735"/>
                    <a:pt x="17853" y="14573"/>
                    <a:pt x="17573" y="15132"/>
                  </a:cubicBezTo>
                  <a:lnTo>
                    <a:pt x="17573" y="15132"/>
                  </a:lnTo>
                  <a:cubicBezTo>
                    <a:pt x="17014" y="15691"/>
                    <a:pt x="16176" y="15691"/>
                    <a:pt x="15617" y="15411"/>
                  </a:cubicBezTo>
                  <a:lnTo>
                    <a:pt x="2764" y="4514"/>
                  </a:lnTo>
                  <a:cubicBezTo>
                    <a:pt x="1926" y="4235"/>
                    <a:pt x="1926" y="3397"/>
                    <a:pt x="2485" y="255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E8BB55F1-2E26-DF78-2656-18EFB2BA9D5D}"/>
                </a:ext>
              </a:extLst>
            </p:cNvPr>
            <p:cNvSpPr/>
            <p:nvPr/>
          </p:nvSpPr>
          <p:spPr>
            <a:xfrm>
              <a:off x="1163915" y="2476182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50E5BFE-750E-97B5-A898-B85FB47C6E8B}"/>
                </a:ext>
              </a:extLst>
            </p:cNvPr>
            <p:cNvSpPr/>
            <p:nvPr/>
          </p:nvSpPr>
          <p:spPr>
            <a:xfrm>
              <a:off x="1163915" y="2528711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C6908266-4AF2-AE90-D28C-E9113996C90B}"/>
                </a:ext>
              </a:extLst>
            </p:cNvPr>
            <p:cNvSpPr/>
            <p:nvPr/>
          </p:nvSpPr>
          <p:spPr>
            <a:xfrm>
              <a:off x="1136779" y="2503289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6B7C3602-E65B-2078-908D-59FDA6B100DA}"/>
                </a:ext>
              </a:extLst>
            </p:cNvPr>
            <p:cNvSpPr/>
            <p:nvPr/>
          </p:nvSpPr>
          <p:spPr>
            <a:xfrm>
              <a:off x="1189182" y="2503163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75B7F12B-AE82-BFEF-63EB-232C29D72C70}"/>
                </a:ext>
              </a:extLst>
            </p:cNvPr>
            <p:cNvSpPr/>
            <p:nvPr/>
          </p:nvSpPr>
          <p:spPr>
            <a:xfrm>
              <a:off x="1143577" y="2483212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29 w 8382"/>
                <a:gd name="connsiteY2" fmla="*/ 4940 h 8382"/>
                <a:gd name="connsiteX3" fmla="*/ 4938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29" y="4940"/>
                  </a:lnTo>
                  <a:lnTo>
                    <a:pt x="4938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219E4890-AE3B-5E7F-E195-AD7EBBA1AD75}"/>
                </a:ext>
              </a:extLst>
            </p:cNvPr>
            <p:cNvSpPr/>
            <p:nvPr/>
          </p:nvSpPr>
          <p:spPr>
            <a:xfrm>
              <a:off x="1180585" y="2520067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30 w 8382"/>
                <a:gd name="connsiteY2" fmla="*/ 4939 h 8382"/>
                <a:gd name="connsiteX3" fmla="*/ 4939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30" y="4939"/>
                  </a:lnTo>
                  <a:lnTo>
                    <a:pt x="4939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27E0F546-5FD4-F02E-82C1-C9F29E9E5106}"/>
                </a:ext>
              </a:extLst>
            </p:cNvPr>
            <p:cNvSpPr/>
            <p:nvPr/>
          </p:nvSpPr>
          <p:spPr>
            <a:xfrm>
              <a:off x="1143589" y="2520283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39 h 8382"/>
                <a:gd name="connsiteX2" fmla="*/ 4939 w 8382"/>
                <a:gd name="connsiteY2" fmla="*/ 2964 h 8382"/>
                <a:gd name="connsiteX3" fmla="*/ 5730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39"/>
                  </a:lnTo>
                  <a:lnTo>
                    <a:pt x="4939" y="2964"/>
                  </a:lnTo>
                  <a:lnTo>
                    <a:pt x="5730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C69B2047-BC39-2E9D-CB37-6E426F4BFEBA}"/>
                </a:ext>
              </a:extLst>
            </p:cNvPr>
            <p:cNvSpPr/>
            <p:nvPr/>
          </p:nvSpPr>
          <p:spPr>
            <a:xfrm>
              <a:off x="1180755" y="2483065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40 h 8382"/>
                <a:gd name="connsiteX2" fmla="*/ 4938 w 8382"/>
                <a:gd name="connsiteY2" fmla="*/ 2964 h 8382"/>
                <a:gd name="connsiteX3" fmla="*/ 5729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40"/>
                  </a:lnTo>
                  <a:lnTo>
                    <a:pt x="4938" y="2964"/>
                  </a:lnTo>
                  <a:lnTo>
                    <a:pt x="5729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219D32D8-91FC-32F3-4868-757EDD019138}"/>
                </a:ext>
              </a:extLst>
            </p:cNvPr>
            <p:cNvSpPr/>
            <p:nvPr/>
          </p:nvSpPr>
          <p:spPr>
            <a:xfrm>
              <a:off x="1111106" y="2272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B78D71B1-8479-408A-163A-CE24B6864A77}"/>
                </a:ext>
              </a:extLst>
            </p:cNvPr>
            <p:cNvSpPr/>
            <p:nvPr/>
          </p:nvSpPr>
          <p:spPr>
            <a:xfrm>
              <a:off x="1431311" y="2075506"/>
              <a:ext cx="262646" cy="441470"/>
            </a:xfrm>
            <a:custGeom>
              <a:avLst/>
              <a:gdLst>
                <a:gd name="connsiteX0" fmla="*/ 258874 w 262646"/>
                <a:gd name="connsiteY0" fmla="*/ 441050 h 441469"/>
                <a:gd name="connsiteX1" fmla="*/ 5728 w 262646"/>
                <a:gd name="connsiteY1" fmla="*/ 441050 h 441469"/>
                <a:gd name="connsiteX2" fmla="*/ 2096 w 262646"/>
                <a:gd name="connsiteY2" fmla="*/ 437418 h 441469"/>
                <a:gd name="connsiteX3" fmla="*/ 2096 w 262646"/>
                <a:gd name="connsiteY3" fmla="*/ 5728 h 441469"/>
                <a:gd name="connsiteX4" fmla="*/ 5728 w 262646"/>
                <a:gd name="connsiteY4" fmla="*/ 2096 h 441469"/>
                <a:gd name="connsiteX5" fmla="*/ 258874 w 262646"/>
                <a:gd name="connsiteY5" fmla="*/ 2096 h 441469"/>
                <a:gd name="connsiteX6" fmla="*/ 262507 w 262646"/>
                <a:gd name="connsiteY6" fmla="*/ 5728 h 441469"/>
                <a:gd name="connsiteX7" fmla="*/ 262507 w 262646"/>
                <a:gd name="connsiteY7" fmla="*/ 437139 h 441469"/>
                <a:gd name="connsiteX8" fmla="*/ 258874 w 262646"/>
                <a:gd name="connsiteY8" fmla="*/ 441050 h 44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646" h="441469">
                  <a:moveTo>
                    <a:pt x="258874" y="441050"/>
                  </a:moveTo>
                  <a:lnTo>
                    <a:pt x="5728" y="441050"/>
                  </a:lnTo>
                  <a:cubicBezTo>
                    <a:pt x="3772" y="441050"/>
                    <a:pt x="2096" y="439374"/>
                    <a:pt x="2096" y="437418"/>
                  </a:cubicBezTo>
                  <a:lnTo>
                    <a:pt x="2096" y="5728"/>
                  </a:lnTo>
                  <a:cubicBezTo>
                    <a:pt x="2096" y="3772"/>
                    <a:pt x="3772" y="2096"/>
                    <a:pt x="5728" y="2096"/>
                  </a:cubicBezTo>
                  <a:lnTo>
                    <a:pt x="258874" y="2096"/>
                  </a:lnTo>
                  <a:cubicBezTo>
                    <a:pt x="260830" y="2096"/>
                    <a:pt x="262507" y="3772"/>
                    <a:pt x="262507" y="5728"/>
                  </a:cubicBezTo>
                  <a:lnTo>
                    <a:pt x="262507" y="437139"/>
                  </a:lnTo>
                  <a:cubicBezTo>
                    <a:pt x="262507" y="439374"/>
                    <a:pt x="260830" y="441050"/>
                    <a:pt x="258874" y="44105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9D51D90A-717C-D484-FAFC-079AACA65D66}"/>
                </a:ext>
              </a:extLst>
            </p:cNvPr>
            <p:cNvSpPr/>
            <p:nvPr/>
          </p:nvSpPr>
          <p:spPr>
            <a:xfrm>
              <a:off x="1476017" y="2111271"/>
              <a:ext cx="170441" cy="39118"/>
            </a:xfrm>
            <a:custGeom>
              <a:avLst/>
              <a:gdLst>
                <a:gd name="connsiteX0" fmla="*/ 167786 w 170440"/>
                <a:gd name="connsiteY0" fmla="*/ 38978 h 39117"/>
                <a:gd name="connsiteX1" fmla="*/ 4890 w 170440"/>
                <a:gd name="connsiteY1" fmla="*/ 38978 h 39117"/>
                <a:gd name="connsiteX2" fmla="*/ 2096 w 170440"/>
                <a:gd name="connsiteY2" fmla="*/ 36184 h 39117"/>
                <a:gd name="connsiteX3" fmla="*/ 2096 w 170440"/>
                <a:gd name="connsiteY3" fmla="*/ 4890 h 39117"/>
                <a:gd name="connsiteX4" fmla="*/ 4890 w 170440"/>
                <a:gd name="connsiteY4" fmla="*/ 2096 h 39117"/>
                <a:gd name="connsiteX5" fmla="*/ 167786 w 170440"/>
                <a:gd name="connsiteY5" fmla="*/ 2096 h 39117"/>
                <a:gd name="connsiteX6" fmla="*/ 170581 w 170440"/>
                <a:gd name="connsiteY6" fmla="*/ 4890 h 39117"/>
                <a:gd name="connsiteX7" fmla="*/ 170581 w 170440"/>
                <a:gd name="connsiteY7" fmla="*/ 36184 h 39117"/>
                <a:gd name="connsiteX8" fmla="*/ 167786 w 170440"/>
                <a:gd name="connsiteY8" fmla="*/ 38978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0440" h="39117">
                  <a:moveTo>
                    <a:pt x="167786" y="38978"/>
                  </a:moveTo>
                  <a:lnTo>
                    <a:pt x="4890" y="38978"/>
                  </a:lnTo>
                  <a:cubicBezTo>
                    <a:pt x="3213" y="38978"/>
                    <a:pt x="2096" y="37581"/>
                    <a:pt x="2096" y="36184"/>
                  </a:cubicBezTo>
                  <a:lnTo>
                    <a:pt x="2096" y="4890"/>
                  </a:lnTo>
                  <a:cubicBezTo>
                    <a:pt x="2096" y="3213"/>
                    <a:pt x="3493" y="2096"/>
                    <a:pt x="4890" y="2096"/>
                  </a:cubicBezTo>
                  <a:lnTo>
                    <a:pt x="167786" y="2096"/>
                  </a:lnTo>
                  <a:cubicBezTo>
                    <a:pt x="169463" y="2096"/>
                    <a:pt x="170581" y="3493"/>
                    <a:pt x="170581" y="4890"/>
                  </a:cubicBezTo>
                  <a:lnTo>
                    <a:pt x="170581" y="36184"/>
                  </a:lnTo>
                  <a:cubicBezTo>
                    <a:pt x="170581" y="37581"/>
                    <a:pt x="169463" y="38978"/>
                    <a:pt x="167786" y="3897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449D5C86-B97D-3322-CFAE-C8A70C4B748C}"/>
                </a:ext>
              </a:extLst>
            </p:cNvPr>
            <p:cNvSpPr/>
            <p:nvPr/>
          </p:nvSpPr>
          <p:spPr>
            <a:xfrm>
              <a:off x="1484679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B521CF2F-F82D-4246-04CD-A0151EC08BEF}"/>
                </a:ext>
              </a:extLst>
            </p:cNvPr>
            <p:cNvSpPr/>
            <p:nvPr/>
          </p:nvSpPr>
          <p:spPr>
            <a:xfrm>
              <a:off x="1581355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B0122F9A-73E7-30B8-A5A9-B25687989C1F}"/>
                </a:ext>
              </a:extLst>
            </p:cNvPr>
            <p:cNvSpPr/>
            <p:nvPr/>
          </p:nvSpPr>
          <p:spPr>
            <a:xfrm>
              <a:off x="1472385" y="2185315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4D957D47-4B51-287C-BE64-94D269F9BC71}"/>
                </a:ext>
              </a:extLst>
            </p:cNvPr>
            <p:cNvSpPr/>
            <p:nvPr/>
          </p:nvSpPr>
          <p:spPr>
            <a:xfrm>
              <a:off x="1472385" y="2233653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1CC85FA3-2699-FF58-F036-20B2A4F6462C}"/>
                </a:ext>
              </a:extLst>
            </p:cNvPr>
            <p:cNvSpPr/>
            <p:nvPr/>
          </p:nvSpPr>
          <p:spPr>
            <a:xfrm>
              <a:off x="1511223" y="2280035"/>
              <a:ext cx="106176" cy="8382"/>
            </a:xfrm>
            <a:custGeom>
              <a:avLst/>
              <a:gdLst>
                <a:gd name="connsiteX0" fmla="*/ 2096 w 106176"/>
                <a:gd name="connsiteY0" fmla="*/ 2096 h 8382"/>
                <a:gd name="connsiteX1" fmla="*/ 106316 w 106176"/>
                <a:gd name="connsiteY1" fmla="*/ 2096 h 8382"/>
                <a:gd name="connsiteX2" fmla="*/ 106316 w 106176"/>
                <a:gd name="connsiteY2" fmla="*/ 8522 h 8382"/>
                <a:gd name="connsiteX3" fmla="*/ 2096 w 106176"/>
                <a:gd name="connsiteY3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176" h="8382">
                  <a:moveTo>
                    <a:pt x="2096" y="2096"/>
                  </a:moveTo>
                  <a:lnTo>
                    <a:pt x="106316" y="2096"/>
                  </a:lnTo>
                  <a:lnTo>
                    <a:pt x="106316" y="8522"/>
                  </a:lnTo>
                  <a:lnTo>
                    <a:pt x="2096" y="8522"/>
                  </a:lnTo>
                  <a:close/>
                </a:path>
              </a:pathLst>
            </a:custGeom>
            <a:solidFill>
              <a:srgbClr val="CED2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473BF6A1-776F-58C8-2407-3FDB69B728A8}"/>
                </a:ext>
              </a:extLst>
            </p:cNvPr>
            <p:cNvSpPr/>
            <p:nvPr/>
          </p:nvSpPr>
          <p:spPr>
            <a:xfrm>
              <a:off x="1866355" y="2360505"/>
              <a:ext cx="399558" cy="75441"/>
            </a:xfrm>
            <a:custGeom>
              <a:avLst/>
              <a:gdLst>
                <a:gd name="connsiteX0" fmla="*/ 363654 w 399557"/>
                <a:gd name="connsiteY0" fmla="*/ 74742 h 75441"/>
                <a:gd name="connsiteX1" fmla="*/ 38419 w 399557"/>
                <a:gd name="connsiteY1" fmla="*/ 74742 h 75441"/>
                <a:gd name="connsiteX2" fmla="*/ 2096 w 399557"/>
                <a:gd name="connsiteY2" fmla="*/ 38419 h 75441"/>
                <a:gd name="connsiteX3" fmla="*/ 2096 w 399557"/>
                <a:gd name="connsiteY3" fmla="*/ 38419 h 75441"/>
                <a:gd name="connsiteX4" fmla="*/ 38419 w 399557"/>
                <a:gd name="connsiteY4" fmla="*/ 2096 h 75441"/>
                <a:gd name="connsiteX5" fmla="*/ 363654 w 399557"/>
                <a:gd name="connsiteY5" fmla="*/ 2096 h 75441"/>
                <a:gd name="connsiteX6" fmla="*/ 399977 w 399557"/>
                <a:gd name="connsiteY6" fmla="*/ 38419 h 75441"/>
                <a:gd name="connsiteX7" fmla="*/ 399977 w 399557"/>
                <a:gd name="connsiteY7" fmla="*/ 38419 h 75441"/>
                <a:gd name="connsiteX8" fmla="*/ 363654 w 399557"/>
                <a:gd name="connsiteY8" fmla="*/ 74742 h 7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557" h="75441">
                  <a:moveTo>
                    <a:pt x="363654" y="74742"/>
                  </a:moveTo>
                  <a:lnTo>
                    <a:pt x="38419" y="74742"/>
                  </a:lnTo>
                  <a:cubicBezTo>
                    <a:pt x="18301" y="74742"/>
                    <a:pt x="2096" y="58537"/>
                    <a:pt x="2096" y="38419"/>
                  </a:cubicBezTo>
                  <a:lnTo>
                    <a:pt x="2096" y="38419"/>
                  </a:lnTo>
                  <a:cubicBezTo>
                    <a:pt x="2096" y="18301"/>
                    <a:pt x="18301" y="2096"/>
                    <a:pt x="38419" y="2096"/>
                  </a:cubicBezTo>
                  <a:lnTo>
                    <a:pt x="363654" y="2096"/>
                  </a:lnTo>
                  <a:cubicBezTo>
                    <a:pt x="383771" y="2096"/>
                    <a:pt x="399977" y="18301"/>
                    <a:pt x="399977" y="38419"/>
                  </a:cubicBezTo>
                  <a:lnTo>
                    <a:pt x="399977" y="38419"/>
                  </a:lnTo>
                  <a:cubicBezTo>
                    <a:pt x="399977" y="58537"/>
                    <a:pt x="383771" y="74742"/>
                    <a:pt x="363654" y="74742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D0057EC6-9449-FB37-9EEF-377BBFD51317}"/>
                </a:ext>
              </a:extLst>
            </p:cNvPr>
            <p:cNvSpPr/>
            <p:nvPr/>
          </p:nvSpPr>
          <p:spPr>
            <a:xfrm>
              <a:off x="1714076" y="2066565"/>
              <a:ext cx="265441" cy="61470"/>
            </a:xfrm>
            <a:custGeom>
              <a:avLst/>
              <a:gdLst>
                <a:gd name="connsiteX0" fmla="*/ 234286 w 265440"/>
                <a:gd name="connsiteY0" fmla="*/ 61331 h 61470"/>
                <a:gd name="connsiteX1" fmla="*/ 31713 w 265440"/>
                <a:gd name="connsiteY1" fmla="*/ 61331 h 61470"/>
                <a:gd name="connsiteX2" fmla="*/ 2096 w 265440"/>
                <a:gd name="connsiteY2" fmla="*/ 31713 h 61470"/>
                <a:gd name="connsiteX3" fmla="*/ 2096 w 265440"/>
                <a:gd name="connsiteY3" fmla="*/ 31713 h 61470"/>
                <a:gd name="connsiteX4" fmla="*/ 31713 w 265440"/>
                <a:gd name="connsiteY4" fmla="*/ 2096 h 61470"/>
                <a:gd name="connsiteX5" fmla="*/ 234286 w 265440"/>
                <a:gd name="connsiteY5" fmla="*/ 2096 h 61470"/>
                <a:gd name="connsiteX6" fmla="*/ 263904 w 265440"/>
                <a:gd name="connsiteY6" fmla="*/ 31713 h 61470"/>
                <a:gd name="connsiteX7" fmla="*/ 263904 w 265440"/>
                <a:gd name="connsiteY7" fmla="*/ 31713 h 61470"/>
                <a:gd name="connsiteX8" fmla="*/ 234286 w 265440"/>
                <a:gd name="connsiteY8" fmla="*/ 61331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440" h="61470">
                  <a:moveTo>
                    <a:pt x="234286" y="61331"/>
                  </a:moveTo>
                  <a:lnTo>
                    <a:pt x="31713" y="61331"/>
                  </a:lnTo>
                  <a:cubicBezTo>
                    <a:pt x="15228" y="61331"/>
                    <a:pt x="2096" y="47919"/>
                    <a:pt x="2096" y="31713"/>
                  </a:cubicBezTo>
                  <a:lnTo>
                    <a:pt x="2096" y="31713"/>
                  </a:lnTo>
                  <a:cubicBezTo>
                    <a:pt x="2096" y="15228"/>
                    <a:pt x="15507" y="2096"/>
                    <a:pt x="31713" y="2096"/>
                  </a:cubicBezTo>
                  <a:lnTo>
                    <a:pt x="234286" y="2096"/>
                  </a:lnTo>
                  <a:cubicBezTo>
                    <a:pt x="250771" y="2096"/>
                    <a:pt x="263904" y="15507"/>
                    <a:pt x="263904" y="31713"/>
                  </a:cubicBezTo>
                  <a:lnTo>
                    <a:pt x="263904" y="31713"/>
                  </a:lnTo>
                  <a:cubicBezTo>
                    <a:pt x="264183" y="47919"/>
                    <a:pt x="250771" y="61331"/>
                    <a:pt x="234286" y="61331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4E7BA52B-ED50-E792-A4BA-DE29D470B656}"/>
                </a:ext>
              </a:extLst>
            </p:cNvPr>
            <p:cNvSpPr/>
            <p:nvPr/>
          </p:nvSpPr>
          <p:spPr>
            <a:xfrm>
              <a:off x="1773590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5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5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2505246F-D69F-1A18-B657-E48C8A987DEC}"/>
                </a:ext>
              </a:extLst>
            </p:cNvPr>
            <p:cNvSpPr/>
            <p:nvPr/>
          </p:nvSpPr>
          <p:spPr>
            <a:xfrm>
              <a:off x="1837296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6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6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91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A59D9B94-6753-FCE6-91FF-E36F6D33C7F9}"/>
                </a:ext>
              </a:extLst>
            </p:cNvPr>
            <p:cNvSpPr/>
            <p:nvPr/>
          </p:nvSpPr>
          <p:spPr>
            <a:xfrm>
              <a:off x="1896252" y="2086949"/>
              <a:ext cx="22353" cy="22353"/>
            </a:xfrm>
            <a:custGeom>
              <a:avLst/>
              <a:gdLst>
                <a:gd name="connsiteX0" fmla="*/ 20537 w 22352"/>
                <a:gd name="connsiteY0" fmla="*/ 11329 h 22352"/>
                <a:gd name="connsiteX1" fmla="*/ 11316 w 22352"/>
                <a:gd name="connsiteY1" fmla="*/ 20550 h 22352"/>
                <a:gd name="connsiteX2" fmla="*/ 2096 w 22352"/>
                <a:gd name="connsiteY2" fmla="*/ 11329 h 22352"/>
                <a:gd name="connsiteX3" fmla="*/ 11316 w 22352"/>
                <a:gd name="connsiteY3" fmla="*/ 2109 h 22352"/>
                <a:gd name="connsiteX4" fmla="*/ 20537 w 22352"/>
                <a:gd name="connsiteY4" fmla="*/ 11329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29"/>
                  </a:moveTo>
                  <a:cubicBezTo>
                    <a:pt x="20537" y="16359"/>
                    <a:pt x="16346" y="20550"/>
                    <a:pt x="11316" y="20550"/>
                  </a:cubicBezTo>
                  <a:cubicBezTo>
                    <a:pt x="6287" y="20550"/>
                    <a:pt x="2096" y="16359"/>
                    <a:pt x="2096" y="11329"/>
                  </a:cubicBezTo>
                  <a:cubicBezTo>
                    <a:pt x="2096" y="6300"/>
                    <a:pt x="6287" y="2109"/>
                    <a:pt x="11316" y="2109"/>
                  </a:cubicBezTo>
                  <a:cubicBezTo>
                    <a:pt x="16346" y="1829"/>
                    <a:pt x="20537" y="6021"/>
                    <a:pt x="20537" y="11329"/>
                  </a:cubicBezTo>
                  <a:close/>
                </a:path>
              </a:pathLst>
            </a:custGeom>
            <a:solidFill>
              <a:srgbClr val="E94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F5B6469B-19F4-AB51-994A-CF7E257A0D6C}"/>
                </a:ext>
              </a:extLst>
            </p:cNvPr>
            <p:cNvSpPr/>
            <p:nvPr/>
          </p:nvSpPr>
          <p:spPr>
            <a:xfrm>
              <a:off x="1143518" y="2315520"/>
              <a:ext cx="47500" cy="47500"/>
            </a:xfrm>
            <a:custGeom>
              <a:avLst/>
              <a:gdLst>
                <a:gd name="connsiteX0" fmla="*/ 47360 w 47499"/>
                <a:gd name="connsiteY0" fmla="*/ 24728 h 47499"/>
                <a:gd name="connsiteX1" fmla="*/ 24728 w 47499"/>
                <a:gd name="connsiteY1" fmla="*/ 47360 h 47499"/>
                <a:gd name="connsiteX2" fmla="*/ 2096 w 47499"/>
                <a:gd name="connsiteY2" fmla="*/ 24728 h 47499"/>
                <a:gd name="connsiteX3" fmla="*/ 24728 w 47499"/>
                <a:gd name="connsiteY3" fmla="*/ 2096 h 47499"/>
                <a:gd name="connsiteX4" fmla="*/ 47360 w 47499"/>
                <a:gd name="connsiteY4" fmla="*/ 24728 h 4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99" h="47499">
                  <a:moveTo>
                    <a:pt x="47360" y="24728"/>
                  </a:moveTo>
                  <a:cubicBezTo>
                    <a:pt x="47360" y="37227"/>
                    <a:pt x="37227" y="47360"/>
                    <a:pt x="24728" y="47360"/>
                  </a:cubicBezTo>
                  <a:cubicBezTo>
                    <a:pt x="12228" y="47360"/>
                    <a:pt x="2096" y="37227"/>
                    <a:pt x="2096" y="24728"/>
                  </a:cubicBezTo>
                  <a:cubicBezTo>
                    <a:pt x="2096" y="12228"/>
                    <a:pt x="12228" y="2096"/>
                    <a:pt x="24728" y="2096"/>
                  </a:cubicBezTo>
                  <a:cubicBezTo>
                    <a:pt x="37227" y="2096"/>
                    <a:pt x="47360" y="12228"/>
                    <a:pt x="47360" y="247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F262E804-5B72-5F43-8672-322BBF98036F}"/>
                </a:ext>
              </a:extLst>
            </p:cNvPr>
            <p:cNvSpPr/>
            <p:nvPr/>
          </p:nvSpPr>
          <p:spPr>
            <a:xfrm>
              <a:off x="1132062" y="2301550"/>
              <a:ext cx="72647" cy="67059"/>
            </a:xfrm>
            <a:custGeom>
              <a:avLst/>
              <a:gdLst>
                <a:gd name="connsiteX0" fmla="*/ 59654 w 72646"/>
                <a:gd name="connsiteY0" fmla="*/ 11316 h 67058"/>
                <a:gd name="connsiteX1" fmla="*/ 55743 w 72646"/>
                <a:gd name="connsiteY1" fmla="*/ 11316 h 67058"/>
                <a:gd name="connsiteX2" fmla="*/ 49875 w 72646"/>
                <a:gd name="connsiteY2" fmla="*/ 3213 h 67058"/>
                <a:gd name="connsiteX3" fmla="*/ 47919 w 72646"/>
                <a:gd name="connsiteY3" fmla="*/ 2096 h 67058"/>
                <a:gd name="connsiteX4" fmla="*/ 25007 w 72646"/>
                <a:gd name="connsiteY4" fmla="*/ 2096 h 67058"/>
                <a:gd name="connsiteX5" fmla="*/ 23051 w 72646"/>
                <a:gd name="connsiteY5" fmla="*/ 3213 h 67058"/>
                <a:gd name="connsiteX6" fmla="*/ 17184 w 72646"/>
                <a:gd name="connsiteY6" fmla="*/ 11316 h 67058"/>
                <a:gd name="connsiteX7" fmla="*/ 13272 w 72646"/>
                <a:gd name="connsiteY7" fmla="*/ 11316 h 67058"/>
                <a:gd name="connsiteX8" fmla="*/ 2096 w 72646"/>
                <a:gd name="connsiteY8" fmla="*/ 22493 h 67058"/>
                <a:gd name="connsiteX9" fmla="*/ 2096 w 72646"/>
                <a:gd name="connsiteY9" fmla="*/ 55184 h 67058"/>
                <a:gd name="connsiteX10" fmla="*/ 13272 w 72646"/>
                <a:gd name="connsiteY10" fmla="*/ 66360 h 67058"/>
                <a:gd name="connsiteX11" fmla="*/ 59654 w 72646"/>
                <a:gd name="connsiteY11" fmla="*/ 66360 h 67058"/>
                <a:gd name="connsiteX12" fmla="*/ 70831 w 72646"/>
                <a:gd name="connsiteY12" fmla="*/ 55184 h 67058"/>
                <a:gd name="connsiteX13" fmla="*/ 70831 w 72646"/>
                <a:gd name="connsiteY13" fmla="*/ 22772 h 67058"/>
                <a:gd name="connsiteX14" fmla="*/ 59654 w 72646"/>
                <a:gd name="connsiteY14" fmla="*/ 11316 h 67058"/>
                <a:gd name="connsiteX15" fmla="*/ 36463 w 72646"/>
                <a:gd name="connsiteY15" fmla="*/ 55463 h 67058"/>
                <a:gd name="connsiteX16" fmla="*/ 19698 w 72646"/>
                <a:gd name="connsiteY16" fmla="*/ 38698 h 67058"/>
                <a:gd name="connsiteX17" fmla="*/ 36463 w 72646"/>
                <a:gd name="connsiteY17" fmla="*/ 21934 h 67058"/>
                <a:gd name="connsiteX18" fmla="*/ 53228 w 72646"/>
                <a:gd name="connsiteY18" fmla="*/ 38698 h 67058"/>
                <a:gd name="connsiteX19" fmla="*/ 36463 w 72646"/>
                <a:gd name="connsiteY19" fmla="*/ 55463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2646" h="67058">
                  <a:moveTo>
                    <a:pt x="59654" y="11316"/>
                  </a:moveTo>
                  <a:lnTo>
                    <a:pt x="55743" y="11316"/>
                  </a:lnTo>
                  <a:lnTo>
                    <a:pt x="49875" y="3213"/>
                  </a:lnTo>
                  <a:cubicBezTo>
                    <a:pt x="49316" y="2654"/>
                    <a:pt x="48757" y="2096"/>
                    <a:pt x="47919" y="2096"/>
                  </a:cubicBezTo>
                  <a:lnTo>
                    <a:pt x="25007" y="2096"/>
                  </a:lnTo>
                  <a:cubicBezTo>
                    <a:pt x="24169" y="2096"/>
                    <a:pt x="23610" y="2375"/>
                    <a:pt x="23051" y="3213"/>
                  </a:cubicBezTo>
                  <a:lnTo>
                    <a:pt x="17184" y="11316"/>
                  </a:lnTo>
                  <a:lnTo>
                    <a:pt x="13272" y="11316"/>
                  </a:lnTo>
                  <a:cubicBezTo>
                    <a:pt x="7125" y="11316"/>
                    <a:pt x="2096" y="16346"/>
                    <a:pt x="2096" y="22493"/>
                  </a:cubicBezTo>
                  <a:lnTo>
                    <a:pt x="2096" y="55184"/>
                  </a:lnTo>
                  <a:cubicBezTo>
                    <a:pt x="2096" y="61331"/>
                    <a:pt x="7125" y="66360"/>
                    <a:pt x="13272" y="66360"/>
                  </a:cubicBezTo>
                  <a:lnTo>
                    <a:pt x="59654" y="66360"/>
                  </a:lnTo>
                  <a:cubicBezTo>
                    <a:pt x="65801" y="66360"/>
                    <a:pt x="70831" y="61331"/>
                    <a:pt x="70831" y="55184"/>
                  </a:cubicBezTo>
                  <a:lnTo>
                    <a:pt x="70831" y="22772"/>
                  </a:lnTo>
                  <a:cubicBezTo>
                    <a:pt x="70831" y="16346"/>
                    <a:pt x="65801" y="11316"/>
                    <a:pt x="59654" y="11316"/>
                  </a:cubicBezTo>
                  <a:close/>
                  <a:moveTo>
                    <a:pt x="36463" y="55463"/>
                  </a:moveTo>
                  <a:cubicBezTo>
                    <a:pt x="27243" y="55463"/>
                    <a:pt x="19698" y="47919"/>
                    <a:pt x="19698" y="38698"/>
                  </a:cubicBezTo>
                  <a:cubicBezTo>
                    <a:pt x="19698" y="29478"/>
                    <a:pt x="27243" y="21934"/>
                    <a:pt x="36463" y="21934"/>
                  </a:cubicBezTo>
                  <a:cubicBezTo>
                    <a:pt x="45684" y="21934"/>
                    <a:pt x="53228" y="29478"/>
                    <a:pt x="53228" y="38698"/>
                  </a:cubicBezTo>
                  <a:cubicBezTo>
                    <a:pt x="53228" y="47919"/>
                    <a:pt x="45684" y="55463"/>
                    <a:pt x="36463" y="55463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4" name="Forma libre 53">
              <a:extLst>
                <a:ext uri="{FF2B5EF4-FFF2-40B4-BE49-F238E27FC236}">
                  <a16:creationId xmlns:a16="http://schemas.microsoft.com/office/drawing/2014/main" id="{6F9B4575-D902-4189-5D4D-BFB3E40BE18E}"/>
                </a:ext>
              </a:extLst>
            </p:cNvPr>
            <p:cNvSpPr/>
            <p:nvPr/>
          </p:nvSpPr>
          <p:spPr>
            <a:xfrm>
              <a:off x="1155533" y="2327255"/>
              <a:ext cx="25147" cy="25147"/>
            </a:xfrm>
            <a:custGeom>
              <a:avLst/>
              <a:gdLst>
                <a:gd name="connsiteX0" fmla="*/ 23890 w 25147"/>
                <a:gd name="connsiteY0" fmla="*/ 12993 h 25147"/>
                <a:gd name="connsiteX1" fmla="*/ 12993 w 25147"/>
                <a:gd name="connsiteY1" fmla="*/ 23890 h 25147"/>
                <a:gd name="connsiteX2" fmla="*/ 2096 w 25147"/>
                <a:gd name="connsiteY2" fmla="*/ 12993 h 25147"/>
                <a:gd name="connsiteX3" fmla="*/ 12993 w 25147"/>
                <a:gd name="connsiteY3" fmla="*/ 2096 h 25147"/>
                <a:gd name="connsiteX4" fmla="*/ 23890 w 25147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3890" y="12993"/>
                  </a:moveTo>
                  <a:cubicBezTo>
                    <a:pt x="23890" y="19011"/>
                    <a:pt x="19011" y="23890"/>
                    <a:pt x="12993" y="23890"/>
                  </a:cubicBezTo>
                  <a:cubicBezTo>
                    <a:pt x="6974" y="23890"/>
                    <a:pt x="2096" y="19011"/>
                    <a:pt x="2096" y="12993"/>
                  </a:cubicBezTo>
                  <a:cubicBezTo>
                    <a:pt x="2096" y="6974"/>
                    <a:pt x="6974" y="2096"/>
                    <a:pt x="12993" y="2096"/>
                  </a:cubicBezTo>
                  <a:cubicBezTo>
                    <a:pt x="19011" y="2096"/>
                    <a:pt x="23890" y="6974"/>
                    <a:pt x="23890" y="12993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9342D614-AB31-5B95-AA9C-0AB41001529A}"/>
                </a:ext>
              </a:extLst>
            </p:cNvPr>
            <p:cNvSpPr/>
            <p:nvPr/>
          </p:nvSpPr>
          <p:spPr>
            <a:xfrm>
              <a:off x="1791193" y="2186991"/>
              <a:ext cx="201176" cy="134117"/>
            </a:xfrm>
            <a:custGeom>
              <a:avLst/>
              <a:gdLst>
                <a:gd name="connsiteX0" fmla="*/ 195727 w 201176"/>
                <a:gd name="connsiteY0" fmla="*/ 132860 h 134117"/>
                <a:gd name="connsiteX1" fmla="*/ 7684 w 201176"/>
                <a:gd name="connsiteY1" fmla="*/ 132860 h 134117"/>
                <a:gd name="connsiteX2" fmla="*/ 2096 w 201176"/>
                <a:gd name="connsiteY2" fmla="*/ 127272 h 134117"/>
                <a:gd name="connsiteX3" fmla="*/ 2096 w 201176"/>
                <a:gd name="connsiteY3" fmla="*/ 7684 h 134117"/>
                <a:gd name="connsiteX4" fmla="*/ 7684 w 201176"/>
                <a:gd name="connsiteY4" fmla="*/ 2096 h 134117"/>
                <a:gd name="connsiteX5" fmla="*/ 195727 w 201176"/>
                <a:gd name="connsiteY5" fmla="*/ 2096 h 134117"/>
                <a:gd name="connsiteX6" fmla="*/ 201316 w 201176"/>
                <a:gd name="connsiteY6" fmla="*/ 7684 h 134117"/>
                <a:gd name="connsiteX7" fmla="*/ 201316 w 201176"/>
                <a:gd name="connsiteY7" fmla="*/ 127272 h 134117"/>
                <a:gd name="connsiteX8" fmla="*/ 195727 w 201176"/>
                <a:gd name="connsiteY8" fmla="*/ 132860 h 13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176" h="134117">
                  <a:moveTo>
                    <a:pt x="195727" y="132860"/>
                  </a:moveTo>
                  <a:lnTo>
                    <a:pt x="7684" y="132860"/>
                  </a:lnTo>
                  <a:cubicBezTo>
                    <a:pt x="4610" y="132860"/>
                    <a:pt x="2096" y="130345"/>
                    <a:pt x="2096" y="127272"/>
                  </a:cubicBezTo>
                  <a:lnTo>
                    <a:pt x="2096" y="7684"/>
                  </a:lnTo>
                  <a:cubicBezTo>
                    <a:pt x="2096" y="4610"/>
                    <a:pt x="4610" y="2096"/>
                    <a:pt x="7684" y="2096"/>
                  </a:cubicBezTo>
                  <a:lnTo>
                    <a:pt x="195727" y="2096"/>
                  </a:lnTo>
                  <a:cubicBezTo>
                    <a:pt x="198801" y="2096"/>
                    <a:pt x="201316" y="4610"/>
                    <a:pt x="201316" y="7684"/>
                  </a:cubicBezTo>
                  <a:lnTo>
                    <a:pt x="201316" y="127272"/>
                  </a:lnTo>
                  <a:cubicBezTo>
                    <a:pt x="201316" y="130345"/>
                    <a:pt x="198801" y="132860"/>
                    <a:pt x="195727" y="13286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E2712E46-6C32-D85A-A124-51BCEAFD866A}"/>
                </a:ext>
              </a:extLst>
            </p:cNvPr>
            <p:cNvSpPr/>
            <p:nvPr/>
          </p:nvSpPr>
          <p:spPr>
            <a:xfrm>
              <a:off x="1808682" y="2198053"/>
              <a:ext cx="167647" cy="55882"/>
            </a:xfrm>
            <a:custGeom>
              <a:avLst/>
              <a:gdLst>
                <a:gd name="connsiteX0" fmla="*/ 84357 w 167646"/>
                <a:gd name="connsiteY0" fmla="*/ 55298 h 55882"/>
                <a:gd name="connsiteX1" fmla="*/ 84077 w 167646"/>
                <a:gd name="connsiteY1" fmla="*/ 55298 h 55882"/>
                <a:gd name="connsiteX2" fmla="*/ 81563 w 167646"/>
                <a:gd name="connsiteY2" fmla="*/ 54739 h 55882"/>
                <a:gd name="connsiteX3" fmla="*/ 4725 w 167646"/>
                <a:gd name="connsiteY3" fmla="*/ 11989 h 55882"/>
                <a:gd name="connsiteX4" fmla="*/ 2769 w 167646"/>
                <a:gd name="connsiteY4" fmla="*/ 4724 h 55882"/>
                <a:gd name="connsiteX5" fmla="*/ 10033 w 167646"/>
                <a:gd name="connsiteY5" fmla="*/ 2769 h 55882"/>
                <a:gd name="connsiteX6" fmla="*/ 84636 w 167646"/>
                <a:gd name="connsiteY6" fmla="*/ 44121 h 55882"/>
                <a:gd name="connsiteX7" fmla="*/ 159239 w 167646"/>
                <a:gd name="connsiteY7" fmla="*/ 2769 h 55882"/>
                <a:gd name="connsiteX8" fmla="*/ 166504 w 167646"/>
                <a:gd name="connsiteY8" fmla="*/ 4724 h 55882"/>
                <a:gd name="connsiteX9" fmla="*/ 164548 w 167646"/>
                <a:gd name="connsiteY9" fmla="*/ 11989 h 55882"/>
                <a:gd name="connsiteX10" fmla="*/ 87710 w 167646"/>
                <a:gd name="connsiteY10" fmla="*/ 54739 h 55882"/>
                <a:gd name="connsiteX11" fmla="*/ 84357 w 167646"/>
                <a:gd name="connsiteY11" fmla="*/ 55298 h 5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646" h="55882">
                  <a:moveTo>
                    <a:pt x="84357" y="55298"/>
                  </a:moveTo>
                  <a:lnTo>
                    <a:pt x="84077" y="55298"/>
                  </a:lnTo>
                  <a:cubicBezTo>
                    <a:pt x="83239" y="55298"/>
                    <a:pt x="82401" y="55018"/>
                    <a:pt x="81563" y="54739"/>
                  </a:cubicBezTo>
                  <a:lnTo>
                    <a:pt x="4725" y="11989"/>
                  </a:lnTo>
                  <a:cubicBezTo>
                    <a:pt x="2210" y="10592"/>
                    <a:pt x="1372" y="7519"/>
                    <a:pt x="2769" y="4724"/>
                  </a:cubicBezTo>
                  <a:cubicBezTo>
                    <a:pt x="4166" y="2210"/>
                    <a:pt x="7239" y="1372"/>
                    <a:pt x="10033" y="2769"/>
                  </a:cubicBezTo>
                  <a:lnTo>
                    <a:pt x="84636" y="44121"/>
                  </a:lnTo>
                  <a:lnTo>
                    <a:pt x="159239" y="2769"/>
                  </a:lnTo>
                  <a:cubicBezTo>
                    <a:pt x="161754" y="1372"/>
                    <a:pt x="164827" y="2210"/>
                    <a:pt x="166504" y="4724"/>
                  </a:cubicBezTo>
                  <a:cubicBezTo>
                    <a:pt x="167901" y="7239"/>
                    <a:pt x="167062" y="10313"/>
                    <a:pt x="164548" y="11989"/>
                  </a:cubicBezTo>
                  <a:lnTo>
                    <a:pt x="87710" y="54739"/>
                  </a:lnTo>
                  <a:cubicBezTo>
                    <a:pt x="86033" y="55018"/>
                    <a:pt x="85195" y="55298"/>
                    <a:pt x="84357" y="55298"/>
                  </a:cubicBezTo>
                  <a:close/>
                </a:path>
              </a:pathLst>
            </a:custGeom>
            <a:solidFill>
              <a:srgbClr val="E94B4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EF628726-30D7-8335-F8D2-7068CC6B14FB}"/>
                </a:ext>
              </a:extLst>
            </p:cNvPr>
            <p:cNvSpPr/>
            <p:nvPr/>
          </p:nvSpPr>
          <p:spPr>
            <a:xfrm>
              <a:off x="2035398" y="1984418"/>
              <a:ext cx="251470" cy="324117"/>
            </a:xfrm>
            <a:custGeom>
              <a:avLst/>
              <a:gdLst>
                <a:gd name="connsiteX0" fmla="*/ 244345 w 251470"/>
                <a:gd name="connsiteY0" fmla="*/ 322021 h 324116"/>
                <a:gd name="connsiteX1" fmla="*/ 7125 w 251470"/>
                <a:gd name="connsiteY1" fmla="*/ 322021 h 324116"/>
                <a:gd name="connsiteX2" fmla="*/ 2096 w 251470"/>
                <a:gd name="connsiteY2" fmla="*/ 316992 h 324116"/>
                <a:gd name="connsiteX3" fmla="*/ 2096 w 251470"/>
                <a:gd name="connsiteY3" fmla="*/ 7125 h 324116"/>
                <a:gd name="connsiteX4" fmla="*/ 7125 w 251470"/>
                <a:gd name="connsiteY4" fmla="*/ 2096 h 324116"/>
                <a:gd name="connsiteX5" fmla="*/ 244345 w 251470"/>
                <a:gd name="connsiteY5" fmla="*/ 2096 h 324116"/>
                <a:gd name="connsiteX6" fmla="*/ 249374 w 251470"/>
                <a:gd name="connsiteY6" fmla="*/ 7125 h 324116"/>
                <a:gd name="connsiteX7" fmla="*/ 249374 w 251470"/>
                <a:gd name="connsiteY7" fmla="*/ 316713 h 324116"/>
                <a:gd name="connsiteX8" fmla="*/ 244345 w 251470"/>
                <a:gd name="connsiteY8" fmla="*/ 322021 h 32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1470" h="324116">
                  <a:moveTo>
                    <a:pt x="244345" y="322021"/>
                  </a:moveTo>
                  <a:lnTo>
                    <a:pt x="7125" y="322021"/>
                  </a:lnTo>
                  <a:cubicBezTo>
                    <a:pt x="4331" y="322021"/>
                    <a:pt x="2096" y="319786"/>
                    <a:pt x="2096" y="316992"/>
                  </a:cubicBezTo>
                  <a:lnTo>
                    <a:pt x="2096" y="7125"/>
                  </a:lnTo>
                  <a:cubicBezTo>
                    <a:pt x="2096" y="4331"/>
                    <a:pt x="4331" y="2096"/>
                    <a:pt x="7125" y="2096"/>
                  </a:cubicBezTo>
                  <a:lnTo>
                    <a:pt x="244345" y="2096"/>
                  </a:lnTo>
                  <a:cubicBezTo>
                    <a:pt x="247139" y="2096"/>
                    <a:pt x="249374" y="4331"/>
                    <a:pt x="249374" y="7125"/>
                  </a:cubicBezTo>
                  <a:lnTo>
                    <a:pt x="249374" y="316713"/>
                  </a:lnTo>
                  <a:cubicBezTo>
                    <a:pt x="249654" y="319786"/>
                    <a:pt x="247139" y="322021"/>
                    <a:pt x="244345" y="322021"/>
                  </a:cubicBezTo>
                  <a:close/>
                </a:path>
              </a:pathLst>
            </a:custGeom>
            <a:solidFill>
              <a:srgbClr val="4F4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51DE3AF3-E2B3-772B-7953-65114FB3F2CD}"/>
                </a:ext>
              </a:extLst>
            </p:cNvPr>
            <p:cNvSpPr/>
            <p:nvPr/>
          </p:nvSpPr>
          <p:spPr>
            <a:xfrm>
              <a:off x="2072560" y="202130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D55E7D8D-DC46-13F6-FD0A-D7C6AB783319}"/>
                </a:ext>
              </a:extLst>
            </p:cNvPr>
            <p:cNvSpPr/>
            <p:nvPr/>
          </p:nvSpPr>
          <p:spPr>
            <a:xfrm>
              <a:off x="2096869" y="2021300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EDA23BAD-32B5-75CB-0511-F2C406F620C1}"/>
                </a:ext>
              </a:extLst>
            </p:cNvPr>
            <p:cNvSpPr/>
            <p:nvPr/>
          </p:nvSpPr>
          <p:spPr>
            <a:xfrm>
              <a:off x="2096869" y="2034433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5BDF53D3-31BD-BAFB-A216-4D9C0DAB6EA1}"/>
                </a:ext>
              </a:extLst>
            </p:cNvPr>
            <p:cNvSpPr/>
            <p:nvPr/>
          </p:nvSpPr>
          <p:spPr>
            <a:xfrm>
              <a:off x="2133192" y="2034433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D7BA0097-1EFE-AB1B-8A31-DEF8D0E0BCD0}"/>
                </a:ext>
              </a:extLst>
            </p:cNvPr>
            <p:cNvSpPr/>
            <p:nvPr/>
          </p:nvSpPr>
          <p:spPr>
            <a:xfrm>
              <a:off x="2096869" y="2098418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FDC4A1EE-C876-B1FA-296B-4A990652EA43}"/>
                </a:ext>
              </a:extLst>
            </p:cNvPr>
            <p:cNvSpPr/>
            <p:nvPr/>
          </p:nvSpPr>
          <p:spPr>
            <a:xfrm>
              <a:off x="2072560" y="2111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4" name="Forma libre 63">
              <a:extLst>
                <a:ext uri="{FF2B5EF4-FFF2-40B4-BE49-F238E27FC236}">
                  <a16:creationId xmlns:a16="http://schemas.microsoft.com/office/drawing/2014/main" id="{67E5D182-F14A-C5FE-8C55-1B43559DC51C}"/>
                </a:ext>
              </a:extLst>
            </p:cNvPr>
            <p:cNvSpPr/>
            <p:nvPr/>
          </p:nvSpPr>
          <p:spPr>
            <a:xfrm>
              <a:off x="2096869" y="2111550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5750D1D9-043C-EF1B-CD86-8CEAFBECA64D}"/>
                </a:ext>
              </a:extLst>
            </p:cNvPr>
            <p:cNvSpPr/>
            <p:nvPr/>
          </p:nvSpPr>
          <p:spPr>
            <a:xfrm>
              <a:off x="2133192" y="2111550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A588FEC9-EFFD-2505-1B79-95D770F1EBBE}"/>
                </a:ext>
              </a:extLst>
            </p:cNvPr>
            <p:cNvSpPr/>
            <p:nvPr/>
          </p:nvSpPr>
          <p:spPr>
            <a:xfrm>
              <a:off x="2096869" y="2047565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1A8A5F0A-936B-C61D-800E-8381FF6EC5D0}"/>
                </a:ext>
              </a:extLst>
            </p:cNvPr>
            <p:cNvSpPr/>
            <p:nvPr/>
          </p:nvSpPr>
          <p:spPr>
            <a:xfrm>
              <a:off x="2162530" y="2060697"/>
              <a:ext cx="33529" cy="8382"/>
            </a:xfrm>
            <a:custGeom>
              <a:avLst/>
              <a:gdLst>
                <a:gd name="connsiteX0" fmla="*/ 31993 w 33529"/>
                <a:gd name="connsiteY0" fmla="*/ 8243 h 8382"/>
                <a:gd name="connsiteX1" fmla="*/ 2654 w 33529"/>
                <a:gd name="connsiteY1" fmla="*/ 8243 h 8382"/>
                <a:gd name="connsiteX2" fmla="*/ 2096 w 33529"/>
                <a:gd name="connsiteY2" fmla="*/ 7684 h 8382"/>
                <a:gd name="connsiteX3" fmla="*/ 2096 w 33529"/>
                <a:gd name="connsiteY3" fmla="*/ 2654 h 8382"/>
                <a:gd name="connsiteX4" fmla="*/ 2654 w 33529"/>
                <a:gd name="connsiteY4" fmla="*/ 2096 h 8382"/>
                <a:gd name="connsiteX5" fmla="*/ 31993 w 33529"/>
                <a:gd name="connsiteY5" fmla="*/ 2096 h 8382"/>
                <a:gd name="connsiteX6" fmla="*/ 32551 w 33529"/>
                <a:gd name="connsiteY6" fmla="*/ 2654 h 8382"/>
                <a:gd name="connsiteX7" fmla="*/ 32551 w 33529"/>
                <a:gd name="connsiteY7" fmla="*/ 7684 h 8382"/>
                <a:gd name="connsiteX8" fmla="*/ 31993 w 33529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529" h="8382">
                  <a:moveTo>
                    <a:pt x="31993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31993" y="2096"/>
                  </a:lnTo>
                  <a:cubicBezTo>
                    <a:pt x="32272" y="2096"/>
                    <a:pt x="32551" y="2375"/>
                    <a:pt x="32551" y="2654"/>
                  </a:cubicBezTo>
                  <a:lnTo>
                    <a:pt x="32551" y="7684"/>
                  </a:lnTo>
                  <a:cubicBezTo>
                    <a:pt x="32831" y="7963"/>
                    <a:pt x="32551" y="8243"/>
                    <a:pt x="31993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8" name="Forma libre 67">
              <a:extLst>
                <a:ext uri="{FF2B5EF4-FFF2-40B4-BE49-F238E27FC236}">
                  <a16:creationId xmlns:a16="http://schemas.microsoft.com/office/drawing/2014/main" id="{55F4C645-F0DB-6AD5-71FF-05B816FED706}"/>
                </a:ext>
              </a:extLst>
            </p:cNvPr>
            <p:cNvSpPr/>
            <p:nvPr/>
          </p:nvSpPr>
          <p:spPr>
            <a:xfrm>
              <a:off x="2096869" y="2060697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F3DE4156-FB14-0262-314D-54DCE06EA1FF}"/>
                </a:ext>
              </a:extLst>
            </p:cNvPr>
            <p:cNvSpPr/>
            <p:nvPr/>
          </p:nvSpPr>
          <p:spPr>
            <a:xfrm>
              <a:off x="2141295" y="2060697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0E409606-9434-E4AB-13CF-EFE68EA44101}"/>
                </a:ext>
              </a:extLst>
            </p:cNvPr>
            <p:cNvSpPr/>
            <p:nvPr/>
          </p:nvSpPr>
          <p:spPr>
            <a:xfrm>
              <a:off x="2072560" y="2073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C7959DBB-116E-C0A4-A769-DBC6966B01C1}"/>
                </a:ext>
              </a:extLst>
            </p:cNvPr>
            <p:cNvSpPr/>
            <p:nvPr/>
          </p:nvSpPr>
          <p:spPr>
            <a:xfrm>
              <a:off x="2096869" y="2073550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AF084E61-CAEF-1D5D-91DC-D7A24D0901BF}"/>
                </a:ext>
              </a:extLst>
            </p:cNvPr>
            <p:cNvSpPr/>
            <p:nvPr/>
          </p:nvSpPr>
          <p:spPr>
            <a:xfrm>
              <a:off x="2072560" y="2123844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B76BF502-8E4A-C046-9FEA-B50096B983F9}"/>
                </a:ext>
              </a:extLst>
            </p:cNvPr>
            <p:cNvSpPr/>
            <p:nvPr/>
          </p:nvSpPr>
          <p:spPr>
            <a:xfrm>
              <a:off x="2162251" y="2123565"/>
              <a:ext cx="44706" cy="8382"/>
            </a:xfrm>
            <a:custGeom>
              <a:avLst/>
              <a:gdLst>
                <a:gd name="connsiteX0" fmla="*/ 44007 w 44705"/>
                <a:gd name="connsiteY0" fmla="*/ 8522 h 8382"/>
                <a:gd name="connsiteX1" fmla="*/ 2934 w 44705"/>
                <a:gd name="connsiteY1" fmla="*/ 8522 h 8382"/>
                <a:gd name="connsiteX2" fmla="*/ 2096 w 44705"/>
                <a:gd name="connsiteY2" fmla="*/ 7684 h 8382"/>
                <a:gd name="connsiteX3" fmla="*/ 2096 w 44705"/>
                <a:gd name="connsiteY3" fmla="*/ 2934 h 8382"/>
                <a:gd name="connsiteX4" fmla="*/ 2934 w 44705"/>
                <a:gd name="connsiteY4" fmla="*/ 2096 h 8382"/>
                <a:gd name="connsiteX5" fmla="*/ 44007 w 44705"/>
                <a:gd name="connsiteY5" fmla="*/ 2096 h 8382"/>
                <a:gd name="connsiteX6" fmla="*/ 44846 w 44705"/>
                <a:gd name="connsiteY6" fmla="*/ 2934 h 8382"/>
                <a:gd name="connsiteX7" fmla="*/ 44846 w 44705"/>
                <a:gd name="connsiteY7" fmla="*/ 7684 h 8382"/>
                <a:gd name="connsiteX8" fmla="*/ 44007 w 44705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4007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4007" y="2096"/>
                  </a:lnTo>
                  <a:cubicBezTo>
                    <a:pt x="44566" y="2096"/>
                    <a:pt x="44846" y="2375"/>
                    <a:pt x="44846" y="2934"/>
                  </a:cubicBezTo>
                  <a:lnTo>
                    <a:pt x="44846" y="7684"/>
                  </a:lnTo>
                  <a:cubicBezTo>
                    <a:pt x="44846" y="8243"/>
                    <a:pt x="44566" y="8522"/>
                    <a:pt x="44007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4" name="Forma libre 73">
              <a:extLst>
                <a:ext uri="{FF2B5EF4-FFF2-40B4-BE49-F238E27FC236}">
                  <a16:creationId xmlns:a16="http://schemas.microsoft.com/office/drawing/2014/main" id="{235A669F-1B34-82C3-2162-51808FDA0220}"/>
                </a:ext>
              </a:extLst>
            </p:cNvPr>
            <p:cNvSpPr/>
            <p:nvPr/>
          </p:nvSpPr>
          <p:spPr>
            <a:xfrm>
              <a:off x="2096869" y="2123844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A2A90A0A-23CD-38C5-F874-FD1BDD8698B2}"/>
                </a:ext>
              </a:extLst>
            </p:cNvPr>
            <p:cNvSpPr/>
            <p:nvPr/>
          </p:nvSpPr>
          <p:spPr>
            <a:xfrm>
              <a:off x="2141295" y="2123844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252FF1A5-5A30-25EC-0D00-56EF0BCA153B}"/>
                </a:ext>
              </a:extLst>
            </p:cNvPr>
            <p:cNvSpPr/>
            <p:nvPr/>
          </p:nvSpPr>
          <p:spPr>
            <a:xfrm>
              <a:off x="2072560" y="2136697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56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A6D8B297-36CF-31B0-E67D-EEA2D9F045D3}"/>
                </a:ext>
              </a:extLst>
            </p:cNvPr>
            <p:cNvSpPr/>
            <p:nvPr/>
          </p:nvSpPr>
          <p:spPr>
            <a:xfrm>
              <a:off x="2096869" y="2136697"/>
              <a:ext cx="27941" cy="8382"/>
            </a:xfrm>
            <a:custGeom>
              <a:avLst/>
              <a:gdLst>
                <a:gd name="connsiteX0" fmla="*/ 24169 w 27941"/>
                <a:gd name="connsiteY0" fmla="*/ 8243 h 8382"/>
                <a:gd name="connsiteX1" fmla="*/ 3772 w 27941"/>
                <a:gd name="connsiteY1" fmla="*/ 8243 h 8382"/>
                <a:gd name="connsiteX2" fmla="*/ 2096 w 27941"/>
                <a:gd name="connsiteY2" fmla="*/ 5169 h 8382"/>
                <a:gd name="connsiteX3" fmla="*/ 2096 w 27941"/>
                <a:gd name="connsiteY3" fmla="*/ 5169 h 8382"/>
                <a:gd name="connsiteX4" fmla="*/ 3772 w 27941"/>
                <a:gd name="connsiteY4" fmla="*/ 2096 h 8382"/>
                <a:gd name="connsiteX5" fmla="*/ 24169 w 27941"/>
                <a:gd name="connsiteY5" fmla="*/ 2096 h 8382"/>
                <a:gd name="connsiteX6" fmla="*/ 25846 w 27941"/>
                <a:gd name="connsiteY6" fmla="*/ 5169 h 8382"/>
                <a:gd name="connsiteX7" fmla="*/ 25846 w 27941"/>
                <a:gd name="connsiteY7" fmla="*/ 5169 h 8382"/>
                <a:gd name="connsiteX8" fmla="*/ 24169 w 279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41" h="8382">
                  <a:moveTo>
                    <a:pt x="24169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4169" y="2096"/>
                  </a:lnTo>
                  <a:cubicBezTo>
                    <a:pt x="25007" y="2096"/>
                    <a:pt x="25846" y="3493"/>
                    <a:pt x="25846" y="5169"/>
                  </a:cubicBezTo>
                  <a:lnTo>
                    <a:pt x="25846" y="5169"/>
                  </a:lnTo>
                  <a:cubicBezTo>
                    <a:pt x="25846" y="6566"/>
                    <a:pt x="25007" y="8243"/>
                    <a:pt x="24169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C090F262-63B8-61AA-16D8-7E5C203B4B91}"/>
                </a:ext>
              </a:extLst>
            </p:cNvPr>
            <p:cNvSpPr/>
            <p:nvPr/>
          </p:nvSpPr>
          <p:spPr>
            <a:xfrm>
              <a:off x="2072560" y="2086682"/>
              <a:ext cx="22353" cy="8382"/>
            </a:xfrm>
            <a:custGeom>
              <a:avLst/>
              <a:gdLst>
                <a:gd name="connsiteX0" fmla="*/ 3772 w 22352"/>
                <a:gd name="connsiteY0" fmla="*/ 8243 h 8382"/>
                <a:gd name="connsiteX1" fmla="*/ 2096 w 22352"/>
                <a:gd name="connsiteY1" fmla="*/ 5169 h 8382"/>
                <a:gd name="connsiteX2" fmla="*/ 2096 w 22352"/>
                <a:gd name="connsiteY2" fmla="*/ 5169 h 8382"/>
                <a:gd name="connsiteX3" fmla="*/ 3772 w 22352"/>
                <a:gd name="connsiteY3" fmla="*/ 2096 h 8382"/>
                <a:gd name="connsiteX4" fmla="*/ 20257 w 22352"/>
                <a:gd name="connsiteY4" fmla="*/ 2096 h 8382"/>
                <a:gd name="connsiteX5" fmla="*/ 21934 w 22352"/>
                <a:gd name="connsiteY5" fmla="*/ 5169 h 8382"/>
                <a:gd name="connsiteX6" fmla="*/ 21934 w 22352"/>
                <a:gd name="connsiteY6" fmla="*/ 5169 h 8382"/>
                <a:gd name="connsiteX7" fmla="*/ 20257 w 22352"/>
                <a:gd name="connsiteY7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52" h="8382">
                  <a:moveTo>
                    <a:pt x="3772" y="8243"/>
                  </a:move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0C55B161-DFCA-F7D5-D5D6-1190ED6D3123}"/>
                </a:ext>
              </a:extLst>
            </p:cNvPr>
            <p:cNvSpPr/>
            <p:nvPr/>
          </p:nvSpPr>
          <p:spPr>
            <a:xfrm>
              <a:off x="2162530" y="2086403"/>
              <a:ext cx="50294" cy="8382"/>
            </a:xfrm>
            <a:custGeom>
              <a:avLst/>
              <a:gdLst>
                <a:gd name="connsiteX0" fmla="*/ 49316 w 50294"/>
                <a:gd name="connsiteY0" fmla="*/ 8522 h 8382"/>
                <a:gd name="connsiteX1" fmla="*/ 2934 w 50294"/>
                <a:gd name="connsiteY1" fmla="*/ 8522 h 8382"/>
                <a:gd name="connsiteX2" fmla="*/ 2096 w 50294"/>
                <a:gd name="connsiteY2" fmla="*/ 7684 h 8382"/>
                <a:gd name="connsiteX3" fmla="*/ 2096 w 50294"/>
                <a:gd name="connsiteY3" fmla="*/ 2934 h 8382"/>
                <a:gd name="connsiteX4" fmla="*/ 2934 w 50294"/>
                <a:gd name="connsiteY4" fmla="*/ 2096 h 8382"/>
                <a:gd name="connsiteX5" fmla="*/ 49316 w 50294"/>
                <a:gd name="connsiteY5" fmla="*/ 2096 h 8382"/>
                <a:gd name="connsiteX6" fmla="*/ 50154 w 50294"/>
                <a:gd name="connsiteY6" fmla="*/ 2934 h 8382"/>
                <a:gd name="connsiteX7" fmla="*/ 50154 w 50294"/>
                <a:gd name="connsiteY7" fmla="*/ 7684 h 8382"/>
                <a:gd name="connsiteX8" fmla="*/ 49316 w 50294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9316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9316" y="2096"/>
                  </a:lnTo>
                  <a:cubicBezTo>
                    <a:pt x="49875" y="2096"/>
                    <a:pt x="50154" y="2375"/>
                    <a:pt x="50154" y="2934"/>
                  </a:cubicBezTo>
                  <a:lnTo>
                    <a:pt x="50154" y="7684"/>
                  </a:lnTo>
                  <a:cubicBezTo>
                    <a:pt x="50154" y="7963"/>
                    <a:pt x="49595" y="8522"/>
                    <a:pt x="49316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612888E3-9032-31AA-555F-8F44A3DB8470}"/>
                </a:ext>
              </a:extLst>
            </p:cNvPr>
            <p:cNvSpPr/>
            <p:nvPr/>
          </p:nvSpPr>
          <p:spPr>
            <a:xfrm>
              <a:off x="2096869" y="2086682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1" name="Forma libre 80">
              <a:extLst>
                <a:ext uri="{FF2B5EF4-FFF2-40B4-BE49-F238E27FC236}">
                  <a16:creationId xmlns:a16="http://schemas.microsoft.com/office/drawing/2014/main" id="{C61CA2C6-4317-BB10-0B8A-83066479E76C}"/>
                </a:ext>
              </a:extLst>
            </p:cNvPr>
            <p:cNvSpPr/>
            <p:nvPr/>
          </p:nvSpPr>
          <p:spPr>
            <a:xfrm>
              <a:off x="2141295" y="2086682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E24A3266-7306-9043-D03D-C801F432E099}"/>
                </a:ext>
              </a:extLst>
            </p:cNvPr>
            <p:cNvSpPr/>
            <p:nvPr/>
          </p:nvSpPr>
          <p:spPr>
            <a:xfrm>
              <a:off x="2096869" y="2150109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E4095232-C48F-30B5-554B-B3C438210C66}"/>
                </a:ext>
              </a:extLst>
            </p:cNvPr>
            <p:cNvSpPr/>
            <p:nvPr/>
          </p:nvSpPr>
          <p:spPr>
            <a:xfrm>
              <a:off x="2096869" y="2163241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69FF0B11-9E20-DD52-6892-BECF7230DED6}"/>
                </a:ext>
              </a:extLst>
            </p:cNvPr>
            <p:cNvSpPr/>
            <p:nvPr/>
          </p:nvSpPr>
          <p:spPr>
            <a:xfrm>
              <a:off x="2133192" y="2163241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C7456D3A-7F28-46B2-E5B5-6E2884BA3BBE}"/>
                </a:ext>
              </a:extLst>
            </p:cNvPr>
            <p:cNvSpPr/>
            <p:nvPr/>
          </p:nvSpPr>
          <p:spPr>
            <a:xfrm>
              <a:off x="2096869" y="2227506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56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0758B060-920D-4369-3DE3-E9E4CDAB127C}"/>
                </a:ext>
              </a:extLst>
            </p:cNvPr>
            <p:cNvSpPr/>
            <p:nvPr/>
          </p:nvSpPr>
          <p:spPr>
            <a:xfrm>
              <a:off x="2072560" y="2240638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16F7C6EA-783A-4F0E-9228-B3125842D80E}"/>
                </a:ext>
              </a:extLst>
            </p:cNvPr>
            <p:cNvSpPr/>
            <p:nvPr/>
          </p:nvSpPr>
          <p:spPr>
            <a:xfrm>
              <a:off x="2096869" y="2240638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28FF12BE-BAB6-B400-531F-553ADA63634D}"/>
                </a:ext>
              </a:extLst>
            </p:cNvPr>
            <p:cNvSpPr/>
            <p:nvPr/>
          </p:nvSpPr>
          <p:spPr>
            <a:xfrm>
              <a:off x="2133192" y="2240638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9235A324-61E2-5708-CA8E-AAEDD27BCD2D}"/>
                </a:ext>
              </a:extLst>
            </p:cNvPr>
            <p:cNvSpPr/>
            <p:nvPr/>
          </p:nvSpPr>
          <p:spPr>
            <a:xfrm>
              <a:off x="2072560" y="217637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AA6F4E62-AE77-2228-3EF5-C2C43EFA3393}"/>
                </a:ext>
              </a:extLst>
            </p:cNvPr>
            <p:cNvSpPr/>
            <p:nvPr/>
          </p:nvSpPr>
          <p:spPr>
            <a:xfrm>
              <a:off x="2096869" y="2176094"/>
              <a:ext cx="89412" cy="8382"/>
            </a:xfrm>
            <a:custGeom>
              <a:avLst/>
              <a:gdLst>
                <a:gd name="connsiteX0" fmla="*/ 88992 w 89411"/>
                <a:gd name="connsiteY0" fmla="*/ 8522 h 8382"/>
                <a:gd name="connsiteX1" fmla="*/ 2934 w 89411"/>
                <a:gd name="connsiteY1" fmla="*/ 8522 h 8382"/>
                <a:gd name="connsiteX2" fmla="*/ 2096 w 89411"/>
                <a:gd name="connsiteY2" fmla="*/ 7684 h 8382"/>
                <a:gd name="connsiteX3" fmla="*/ 2096 w 89411"/>
                <a:gd name="connsiteY3" fmla="*/ 2934 h 8382"/>
                <a:gd name="connsiteX4" fmla="*/ 2934 w 89411"/>
                <a:gd name="connsiteY4" fmla="*/ 2096 h 8382"/>
                <a:gd name="connsiteX5" fmla="*/ 88992 w 89411"/>
                <a:gd name="connsiteY5" fmla="*/ 2096 h 8382"/>
                <a:gd name="connsiteX6" fmla="*/ 89831 w 89411"/>
                <a:gd name="connsiteY6" fmla="*/ 2934 h 8382"/>
                <a:gd name="connsiteX7" fmla="*/ 89831 w 89411"/>
                <a:gd name="connsiteY7" fmla="*/ 7684 h 8382"/>
                <a:gd name="connsiteX8" fmla="*/ 88992 w 89411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411" h="8382">
                  <a:moveTo>
                    <a:pt x="88992" y="8522"/>
                  </a:moveTo>
                  <a:lnTo>
                    <a:pt x="2934" y="8522"/>
                  </a:lnTo>
                  <a:cubicBezTo>
                    <a:pt x="2654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654"/>
                    <a:pt x="2375" y="2096"/>
                    <a:pt x="2934" y="2096"/>
                  </a:cubicBezTo>
                  <a:lnTo>
                    <a:pt x="88992" y="2096"/>
                  </a:lnTo>
                  <a:cubicBezTo>
                    <a:pt x="89272" y="2096"/>
                    <a:pt x="89831" y="2375"/>
                    <a:pt x="89831" y="2934"/>
                  </a:cubicBezTo>
                  <a:lnTo>
                    <a:pt x="89831" y="7684"/>
                  </a:lnTo>
                  <a:cubicBezTo>
                    <a:pt x="89831" y="8243"/>
                    <a:pt x="89551" y="8522"/>
                    <a:pt x="88992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74FF49D1-8374-007C-ECCF-06E881F57EB5}"/>
                </a:ext>
              </a:extLst>
            </p:cNvPr>
            <p:cNvSpPr/>
            <p:nvPr/>
          </p:nvSpPr>
          <p:spPr>
            <a:xfrm>
              <a:off x="2072560" y="2189506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5D31847E-F47E-8791-2A03-87DA15F87CC9}"/>
                </a:ext>
              </a:extLst>
            </p:cNvPr>
            <p:cNvSpPr/>
            <p:nvPr/>
          </p:nvSpPr>
          <p:spPr>
            <a:xfrm>
              <a:off x="2096869" y="2189506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3" name="Forma libre 92">
              <a:extLst>
                <a:ext uri="{FF2B5EF4-FFF2-40B4-BE49-F238E27FC236}">
                  <a16:creationId xmlns:a16="http://schemas.microsoft.com/office/drawing/2014/main" id="{5B32124F-626D-4C72-68C3-A40334B4B0FC}"/>
                </a:ext>
              </a:extLst>
            </p:cNvPr>
            <p:cNvSpPr/>
            <p:nvPr/>
          </p:nvSpPr>
          <p:spPr>
            <a:xfrm>
              <a:off x="2141295" y="2189506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4" name="Forma libre 93">
              <a:extLst>
                <a:ext uri="{FF2B5EF4-FFF2-40B4-BE49-F238E27FC236}">
                  <a16:creationId xmlns:a16="http://schemas.microsoft.com/office/drawing/2014/main" id="{5CE91EEE-5233-1A7E-7340-5B38F441517F}"/>
                </a:ext>
              </a:extLst>
            </p:cNvPr>
            <p:cNvSpPr/>
            <p:nvPr/>
          </p:nvSpPr>
          <p:spPr>
            <a:xfrm>
              <a:off x="2072560" y="2202359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03CF5D40-0483-7541-4040-97A9DDA3083D}"/>
                </a:ext>
              </a:extLst>
            </p:cNvPr>
            <p:cNvSpPr/>
            <p:nvPr/>
          </p:nvSpPr>
          <p:spPr>
            <a:xfrm>
              <a:off x="2096869" y="2202079"/>
              <a:ext cx="114559" cy="8382"/>
            </a:xfrm>
            <a:custGeom>
              <a:avLst/>
              <a:gdLst>
                <a:gd name="connsiteX0" fmla="*/ 111625 w 114558"/>
                <a:gd name="connsiteY0" fmla="*/ 8522 h 8382"/>
                <a:gd name="connsiteX1" fmla="*/ 2934 w 114558"/>
                <a:gd name="connsiteY1" fmla="*/ 8522 h 8382"/>
                <a:gd name="connsiteX2" fmla="*/ 2096 w 114558"/>
                <a:gd name="connsiteY2" fmla="*/ 7684 h 8382"/>
                <a:gd name="connsiteX3" fmla="*/ 2096 w 114558"/>
                <a:gd name="connsiteY3" fmla="*/ 2934 h 8382"/>
                <a:gd name="connsiteX4" fmla="*/ 2934 w 114558"/>
                <a:gd name="connsiteY4" fmla="*/ 2096 h 8382"/>
                <a:gd name="connsiteX5" fmla="*/ 111625 w 114558"/>
                <a:gd name="connsiteY5" fmla="*/ 2096 h 8382"/>
                <a:gd name="connsiteX6" fmla="*/ 112463 w 114558"/>
                <a:gd name="connsiteY6" fmla="*/ 2934 h 8382"/>
                <a:gd name="connsiteX7" fmla="*/ 112463 w 114558"/>
                <a:gd name="connsiteY7" fmla="*/ 7684 h 8382"/>
                <a:gd name="connsiteX8" fmla="*/ 111625 w 11455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8382">
                  <a:moveTo>
                    <a:pt x="111625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111625" y="2096"/>
                  </a:lnTo>
                  <a:cubicBezTo>
                    <a:pt x="112184" y="2096"/>
                    <a:pt x="112463" y="2375"/>
                    <a:pt x="112463" y="2934"/>
                  </a:cubicBezTo>
                  <a:lnTo>
                    <a:pt x="112463" y="7684"/>
                  </a:lnTo>
                  <a:cubicBezTo>
                    <a:pt x="112463" y="8243"/>
                    <a:pt x="112184" y="8522"/>
                    <a:pt x="111625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6A4F11DC-9118-E8CF-9D45-54C43C476953}"/>
                </a:ext>
              </a:extLst>
            </p:cNvPr>
            <p:cNvSpPr/>
            <p:nvPr/>
          </p:nvSpPr>
          <p:spPr>
            <a:xfrm>
              <a:off x="2072560" y="225265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8C4F7726-551A-6BAC-A477-B7F2BB3FB1A7}"/>
                </a:ext>
              </a:extLst>
            </p:cNvPr>
            <p:cNvSpPr/>
            <p:nvPr/>
          </p:nvSpPr>
          <p:spPr>
            <a:xfrm>
              <a:off x="2162530" y="2252653"/>
              <a:ext cx="58676" cy="8382"/>
            </a:xfrm>
            <a:custGeom>
              <a:avLst/>
              <a:gdLst>
                <a:gd name="connsiteX0" fmla="*/ 55743 w 58676"/>
                <a:gd name="connsiteY0" fmla="*/ 8243 h 8382"/>
                <a:gd name="connsiteX1" fmla="*/ 3772 w 58676"/>
                <a:gd name="connsiteY1" fmla="*/ 8243 h 8382"/>
                <a:gd name="connsiteX2" fmla="*/ 2096 w 58676"/>
                <a:gd name="connsiteY2" fmla="*/ 5169 h 8382"/>
                <a:gd name="connsiteX3" fmla="*/ 2096 w 58676"/>
                <a:gd name="connsiteY3" fmla="*/ 5169 h 8382"/>
                <a:gd name="connsiteX4" fmla="*/ 3772 w 58676"/>
                <a:gd name="connsiteY4" fmla="*/ 2096 h 8382"/>
                <a:gd name="connsiteX5" fmla="*/ 55743 w 58676"/>
                <a:gd name="connsiteY5" fmla="*/ 2096 h 8382"/>
                <a:gd name="connsiteX6" fmla="*/ 57419 w 58676"/>
                <a:gd name="connsiteY6" fmla="*/ 5169 h 8382"/>
                <a:gd name="connsiteX7" fmla="*/ 57419 w 58676"/>
                <a:gd name="connsiteY7" fmla="*/ 5169 h 8382"/>
                <a:gd name="connsiteX8" fmla="*/ 55743 w 58676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76" h="8382">
                  <a:moveTo>
                    <a:pt x="55743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55743" y="2096"/>
                  </a:lnTo>
                  <a:cubicBezTo>
                    <a:pt x="56581" y="2096"/>
                    <a:pt x="57419" y="3493"/>
                    <a:pt x="57419" y="5169"/>
                  </a:cubicBezTo>
                  <a:lnTo>
                    <a:pt x="57419" y="5169"/>
                  </a:lnTo>
                  <a:cubicBezTo>
                    <a:pt x="57140" y="6846"/>
                    <a:pt x="56581" y="8243"/>
                    <a:pt x="55743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8" name="Forma libre 97">
              <a:extLst>
                <a:ext uri="{FF2B5EF4-FFF2-40B4-BE49-F238E27FC236}">
                  <a16:creationId xmlns:a16="http://schemas.microsoft.com/office/drawing/2014/main" id="{60FF29A1-8D77-515C-A260-769B5CD1DD73}"/>
                </a:ext>
              </a:extLst>
            </p:cNvPr>
            <p:cNvSpPr/>
            <p:nvPr/>
          </p:nvSpPr>
          <p:spPr>
            <a:xfrm>
              <a:off x="2096869" y="2252653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9" name="Forma libre 98">
              <a:extLst>
                <a:ext uri="{FF2B5EF4-FFF2-40B4-BE49-F238E27FC236}">
                  <a16:creationId xmlns:a16="http://schemas.microsoft.com/office/drawing/2014/main" id="{CD976CBB-63C7-F0F0-5B49-99F9189A788F}"/>
                </a:ext>
              </a:extLst>
            </p:cNvPr>
            <p:cNvSpPr/>
            <p:nvPr/>
          </p:nvSpPr>
          <p:spPr>
            <a:xfrm>
              <a:off x="2141295" y="2252653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0" name="Forma libre 99">
              <a:extLst>
                <a:ext uri="{FF2B5EF4-FFF2-40B4-BE49-F238E27FC236}">
                  <a16:creationId xmlns:a16="http://schemas.microsoft.com/office/drawing/2014/main" id="{4C7CF0D1-AB01-A9D9-FE6E-C488605BA6E0}"/>
                </a:ext>
              </a:extLst>
            </p:cNvPr>
            <p:cNvSpPr/>
            <p:nvPr/>
          </p:nvSpPr>
          <p:spPr>
            <a:xfrm>
              <a:off x="2097148" y="2265506"/>
              <a:ext cx="75441" cy="8382"/>
            </a:xfrm>
            <a:custGeom>
              <a:avLst/>
              <a:gdLst>
                <a:gd name="connsiteX0" fmla="*/ 74184 w 75441"/>
                <a:gd name="connsiteY0" fmla="*/ 8243 h 8382"/>
                <a:gd name="connsiteX1" fmla="*/ 2654 w 75441"/>
                <a:gd name="connsiteY1" fmla="*/ 8243 h 8382"/>
                <a:gd name="connsiteX2" fmla="*/ 2096 w 75441"/>
                <a:gd name="connsiteY2" fmla="*/ 7684 h 8382"/>
                <a:gd name="connsiteX3" fmla="*/ 2096 w 75441"/>
                <a:gd name="connsiteY3" fmla="*/ 2654 h 8382"/>
                <a:gd name="connsiteX4" fmla="*/ 2654 w 75441"/>
                <a:gd name="connsiteY4" fmla="*/ 2096 h 8382"/>
                <a:gd name="connsiteX5" fmla="*/ 74184 w 75441"/>
                <a:gd name="connsiteY5" fmla="*/ 2096 h 8382"/>
                <a:gd name="connsiteX6" fmla="*/ 74742 w 75441"/>
                <a:gd name="connsiteY6" fmla="*/ 2654 h 8382"/>
                <a:gd name="connsiteX7" fmla="*/ 74742 w 75441"/>
                <a:gd name="connsiteY7" fmla="*/ 7684 h 8382"/>
                <a:gd name="connsiteX8" fmla="*/ 74184 w 754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441" h="8382">
                  <a:moveTo>
                    <a:pt x="74184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74184" y="2096"/>
                  </a:lnTo>
                  <a:cubicBezTo>
                    <a:pt x="74463" y="2096"/>
                    <a:pt x="74742" y="2375"/>
                    <a:pt x="74742" y="2654"/>
                  </a:cubicBezTo>
                  <a:lnTo>
                    <a:pt x="74742" y="7684"/>
                  </a:lnTo>
                  <a:cubicBezTo>
                    <a:pt x="74742" y="7963"/>
                    <a:pt x="74463" y="8243"/>
                    <a:pt x="74184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1" name="Forma libre 100">
              <a:extLst>
                <a:ext uri="{FF2B5EF4-FFF2-40B4-BE49-F238E27FC236}">
                  <a16:creationId xmlns:a16="http://schemas.microsoft.com/office/drawing/2014/main" id="{3F29DE18-B38A-26C0-2534-F84B6D8FD118}"/>
                </a:ext>
              </a:extLst>
            </p:cNvPr>
            <p:cNvSpPr/>
            <p:nvPr/>
          </p:nvSpPr>
          <p:spPr>
            <a:xfrm>
              <a:off x="2162530" y="2215212"/>
              <a:ext cx="53088" cy="8382"/>
            </a:xfrm>
            <a:custGeom>
              <a:avLst/>
              <a:gdLst>
                <a:gd name="connsiteX0" fmla="*/ 52110 w 53088"/>
                <a:gd name="connsiteY0" fmla="*/ 8522 h 8382"/>
                <a:gd name="connsiteX1" fmla="*/ 2934 w 53088"/>
                <a:gd name="connsiteY1" fmla="*/ 8522 h 8382"/>
                <a:gd name="connsiteX2" fmla="*/ 2096 w 53088"/>
                <a:gd name="connsiteY2" fmla="*/ 7684 h 8382"/>
                <a:gd name="connsiteX3" fmla="*/ 2096 w 53088"/>
                <a:gd name="connsiteY3" fmla="*/ 2934 h 8382"/>
                <a:gd name="connsiteX4" fmla="*/ 2934 w 53088"/>
                <a:gd name="connsiteY4" fmla="*/ 2096 h 8382"/>
                <a:gd name="connsiteX5" fmla="*/ 52110 w 53088"/>
                <a:gd name="connsiteY5" fmla="*/ 2096 h 8382"/>
                <a:gd name="connsiteX6" fmla="*/ 52948 w 53088"/>
                <a:gd name="connsiteY6" fmla="*/ 2934 h 8382"/>
                <a:gd name="connsiteX7" fmla="*/ 52948 w 53088"/>
                <a:gd name="connsiteY7" fmla="*/ 7684 h 8382"/>
                <a:gd name="connsiteX8" fmla="*/ 52110 w 5308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088" h="8382">
                  <a:moveTo>
                    <a:pt x="52110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52110" y="2096"/>
                  </a:lnTo>
                  <a:cubicBezTo>
                    <a:pt x="52669" y="2096"/>
                    <a:pt x="52948" y="2375"/>
                    <a:pt x="52948" y="2934"/>
                  </a:cubicBezTo>
                  <a:lnTo>
                    <a:pt x="52948" y="7684"/>
                  </a:lnTo>
                  <a:cubicBezTo>
                    <a:pt x="52948" y="8243"/>
                    <a:pt x="52390" y="8522"/>
                    <a:pt x="52110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2FD91B2D-209C-4C2B-5750-21FD9B54B514}"/>
                </a:ext>
              </a:extLst>
            </p:cNvPr>
            <p:cNvSpPr/>
            <p:nvPr/>
          </p:nvSpPr>
          <p:spPr>
            <a:xfrm>
              <a:off x="2096869" y="2215491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77AFE35E-7D61-DE5D-D533-E65BBF104DA6}"/>
                </a:ext>
              </a:extLst>
            </p:cNvPr>
            <p:cNvSpPr/>
            <p:nvPr/>
          </p:nvSpPr>
          <p:spPr>
            <a:xfrm>
              <a:off x="2141295" y="2215491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4" name="Forma libre 103">
              <a:extLst>
                <a:ext uri="{FF2B5EF4-FFF2-40B4-BE49-F238E27FC236}">
                  <a16:creationId xmlns:a16="http://schemas.microsoft.com/office/drawing/2014/main" id="{6C0B4996-607B-DB4F-99E1-AFCF3756DA33}"/>
                </a:ext>
              </a:extLst>
            </p:cNvPr>
            <p:cNvSpPr/>
            <p:nvPr/>
          </p:nvSpPr>
          <p:spPr>
            <a:xfrm>
              <a:off x="2210869" y="1939153"/>
              <a:ext cx="106176" cy="106176"/>
            </a:xfrm>
            <a:custGeom>
              <a:avLst/>
              <a:gdLst>
                <a:gd name="connsiteX0" fmla="*/ 106037 w 106176"/>
                <a:gd name="connsiteY0" fmla="*/ 54066 h 106176"/>
                <a:gd name="connsiteX1" fmla="*/ 54066 w 106176"/>
                <a:gd name="connsiteY1" fmla="*/ 106037 h 106176"/>
                <a:gd name="connsiteX2" fmla="*/ 2096 w 106176"/>
                <a:gd name="connsiteY2" fmla="*/ 54066 h 106176"/>
                <a:gd name="connsiteX3" fmla="*/ 54066 w 106176"/>
                <a:gd name="connsiteY3" fmla="*/ 2096 h 106176"/>
                <a:gd name="connsiteX4" fmla="*/ 106037 w 106176"/>
                <a:gd name="connsiteY4" fmla="*/ 54066 h 1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76" h="106176">
                  <a:moveTo>
                    <a:pt x="106037" y="54066"/>
                  </a:moveTo>
                  <a:cubicBezTo>
                    <a:pt x="106037" y="82769"/>
                    <a:pt x="82769" y="106037"/>
                    <a:pt x="54066" y="106037"/>
                  </a:cubicBezTo>
                  <a:cubicBezTo>
                    <a:pt x="25364" y="106037"/>
                    <a:pt x="2096" y="82769"/>
                    <a:pt x="2096" y="54066"/>
                  </a:cubicBezTo>
                  <a:cubicBezTo>
                    <a:pt x="2096" y="25364"/>
                    <a:pt x="25364" y="2096"/>
                    <a:pt x="54066" y="2096"/>
                  </a:cubicBezTo>
                  <a:cubicBezTo>
                    <a:pt x="82769" y="2096"/>
                    <a:pt x="106037" y="25364"/>
                    <a:pt x="106037" y="54066"/>
                  </a:cubicBezTo>
                  <a:close/>
                </a:path>
              </a:pathLst>
            </a:custGeom>
            <a:solidFill>
              <a:srgbClr val="CB6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259B717A-5257-3A90-6135-46C478161E68}"/>
                </a:ext>
              </a:extLst>
            </p:cNvPr>
            <p:cNvSpPr/>
            <p:nvPr/>
          </p:nvSpPr>
          <p:spPr>
            <a:xfrm>
              <a:off x="2229589" y="1978550"/>
              <a:ext cx="33529" cy="33529"/>
            </a:xfrm>
            <a:custGeom>
              <a:avLst/>
              <a:gdLst>
                <a:gd name="connsiteX0" fmla="*/ 31713 w 33529"/>
                <a:gd name="connsiteY0" fmla="*/ 9640 h 33529"/>
                <a:gd name="connsiteX1" fmla="*/ 11037 w 33529"/>
                <a:gd name="connsiteY1" fmla="*/ 17184 h 33529"/>
                <a:gd name="connsiteX2" fmla="*/ 31713 w 33529"/>
                <a:gd name="connsiteY2" fmla="*/ 24728 h 33529"/>
                <a:gd name="connsiteX3" fmla="*/ 31713 w 33529"/>
                <a:gd name="connsiteY3" fmla="*/ 32551 h 33529"/>
                <a:gd name="connsiteX4" fmla="*/ 2096 w 33529"/>
                <a:gd name="connsiteY4" fmla="*/ 21375 h 33529"/>
                <a:gd name="connsiteX5" fmla="*/ 2096 w 33529"/>
                <a:gd name="connsiteY5" fmla="*/ 13272 h 33529"/>
                <a:gd name="connsiteX6" fmla="*/ 31713 w 33529"/>
                <a:gd name="connsiteY6" fmla="*/ 2096 h 33529"/>
                <a:gd name="connsiteX7" fmla="*/ 31713 w 33529"/>
                <a:gd name="connsiteY7" fmla="*/ 96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31713" y="9640"/>
                  </a:moveTo>
                  <a:lnTo>
                    <a:pt x="11037" y="17184"/>
                  </a:lnTo>
                  <a:lnTo>
                    <a:pt x="31713" y="24728"/>
                  </a:lnTo>
                  <a:lnTo>
                    <a:pt x="31713" y="32551"/>
                  </a:lnTo>
                  <a:lnTo>
                    <a:pt x="2096" y="21375"/>
                  </a:lnTo>
                  <a:lnTo>
                    <a:pt x="2096" y="13272"/>
                  </a:lnTo>
                  <a:lnTo>
                    <a:pt x="31713" y="2096"/>
                  </a:lnTo>
                  <a:lnTo>
                    <a:pt x="31713" y="9640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37D6A9B3-91F6-903E-FBC5-516A9885F199}"/>
                </a:ext>
              </a:extLst>
            </p:cNvPr>
            <p:cNvSpPr/>
            <p:nvPr/>
          </p:nvSpPr>
          <p:spPr>
            <a:xfrm>
              <a:off x="2265913" y="1978550"/>
              <a:ext cx="33529" cy="33529"/>
            </a:xfrm>
            <a:custGeom>
              <a:avLst/>
              <a:gdLst>
                <a:gd name="connsiteX0" fmla="*/ 2096 w 33529"/>
                <a:gd name="connsiteY0" fmla="*/ 2096 h 33529"/>
                <a:gd name="connsiteX1" fmla="*/ 31713 w 33529"/>
                <a:gd name="connsiteY1" fmla="*/ 13272 h 33529"/>
                <a:gd name="connsiteX2" fmla="*/ 31713 w 33529"/>
                <a:gd name="connsiteY2" fmla="*/ 21375 h 33529"/>
                <a:gd name="connsiteX3" fmla="*/ 2096 w 33529"/>
                <a:gd name="connsiteY3" fmla="*/ 32551 h 33529"/>
                <a:gd name="connsiteX4" fmla="*/ 2096 w 33529"/>
                <a:gd name="connsiteY4" fmla="*/ 24728 h 33529"/>
                <a:gd name="connsiteX5" fmla="*/ 22772 w 33529"/>
                <a:gd name="connsiteY5" fmla="*/ 17184 h 33529"/>
                <a:gd name="connsiteX6" fmla="*/ 2096 w 33529"/>
                <a:gd name="connsiteY6" fmla="*/ 9640 h 33529"/>
                <a:gd name="connsiteX7" fmla="*/ 2096 w 33529"/>
                <a:gd name="connsiteY7" fmla="*/ 2096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2096" y="2096"/>
                  </a:moveTo>
                  <a:lnTo>
                    <a:pt x="31713" y="13272"/>
                  </a:lnTo>
                  <a:lnTo>
                    <a:pt x="31713" y="21375"/>
                  </a:lnTo>
                  <a:lnTo>
                    <a:pt x="2096" y="32551"/>
                  </a:lnTo>
                  <a:lnTo>
                    <a:pt x="2096" y="24728"/>
                  </a:lnTo>
                  <a:lnTo>
                    <a:pt x="22772" y="17184"/>
                  </a:lnTo>
                  <a:lnTo>
                    <a:pt x="2096" y="9640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7B3410A9-4799-1DA0-9064-6922D215A367}"/>
                </a:ext>
              </a:extLst>
            </p:cNvPr>
            <p:cNvSpPr/>
            <p:nvPr/>
          </p:nvSpPr>
          <p:spPr>
            <a:xfrm>
              <a:off x="1808378" y="2689115"/>
              <a:ext cx="234705" cy="234705"/>
            </a:xfrm>
            <a:custGeom>
              <a:avLst/>
              <a:gdLst>
                <a:gd name="connsiteX0" fmla="*/ 187466 w 234705"/>
                <a:gd name="connsiteY0" fmla="*/ 71820 h 234705"/>
                <a:gd name="connsiteX1" fmla="*/ 165293 w 234705"/>
                <a:gd name="connsiteY1" fmla="*/ 187466 h 234705"/>
                <a:gd name="connsiteX2" fmla="*/ 49647 w 234705"/>
                <a:gd name="connsiteY2" fmla="*/ 165293 h 234705"/>
                <a:gd name="connsiteX3" fmla="*/ 71820 w 234705"/>
                <a:gd name="connsiteY3" fmla="*/ 49647 h 234705"/>
                <a:gd name="connsiteX4" fmla="*/ 187466 w 234705"/>
                <a:gd name="connsiteY4" fmla="*/ 71820 h 23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05" h="234705">
                  <a:moveTo>
                    <a:pt x="187466" y="71820"/>
                  </a:moveTo>
                  <a:cubicBezTo>
                    <a:pt x="213278" y="109878"/>
                    <a:pt x="203351" y="161655"/>
                    <a:pt x="165293" y="187466"/>
                  </a:cubicBezTo>
                  <a:cubicBezTo>
                    <a:pt x="127235" y="213278"/>
                    <a:pt x="75459" y="203351"/>
                    <a:pt x="49647" y="165293"/>
                  </a:cubicBezTo>
                  <a:cubicBezTo>
                    <a:pt x="23835" y="127235"/>
                    <a:pt x="33763" y="75459"/>
                    <a:pt x="71820" y="49647"/>
                  </a:cubicBezTo>
                  <a:cubicBezTo>
                    <a:pt x="109878" y="23835"/>
                    <a:pt x="161655" y="33763"/>
                    <a:pt x="187466" y="71820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8" name="Forma libre 107">
              <a:extLst>
                <a:ext uri="{FF2B5EF4-FFF2-40B4-BE49-F238E27FC236}">
                  <a16:creationId xmlns:a16="http://schemas.microsoft.com/office/drawing/2014/main" id="{ADB592F7-EAC6-7236-F54A-7AEE591AC96C}"/>
                </a:ext>
              </a:extLst>
            </p:cNvPr>
            <p:cNvSpPr/>
            <p:nvPr/>
          </p:nvSpPr>
          <p:spPr>
            <a:xfrm>
              <a:off x="1880884" y="2761460"/>
              <a:ext cx="92206" cy="92206"/>
            </a:xfrm>
            <a:custGeom>
              <a:avLst/>
              <a:gdLst>
                <a:gd name="connsiteX0" fmla="*/ 90110 w 92205"/>
                <a:gd name="connsiteY0" fmla="*/ 41213 h 92205"/>
                <a:gd name="connsiteX1" fmla="*/ 87595 w 92205"/>
                <a:gd name="connsiteY1" fmla="*/ 55463 h 92205"/>
                <a:gd name="connsiteX2" fmla="*/ 80610 w 92205"/>
                <a:gd name="connsiteY2" fmla="*/ 65522 h 92205"/>
                <a:gd name="connsiteX3" fmla="*/ 69992 w 92205"/>
                <a:gd name="connsiteY3" fmla="*/ 69154 h 92205"/>
                <a:gd name="connsiteX4" fmla="*/ 63007 w 92205"/>
                <a:gd name="connsiteY4" fmla="*/ 67198 h 92205"/>
                <a:gd name="connsiteX5" fmla="*/ 58537 w 92205"/>
                <a:gd name="connsiteY5" fmla="*/ 62169 h 92205"/>
                <a:gd name="connsiteX6" fmla="*/ 57698 w 92205"/>
                <a:gd name="connsiteY6" fmla="*/ 62169 h 92205"/>
                <a:gd name="connsiteX7" fmla="*/ 42890 w 92205"/>
                <a:gd name="connsiteY7" fmla="*/ 69154 h 92205"/>
                <a:gd name="connsiteX8" fmla="*/ 27801 w 92205"/>
                <a:gd name="connsiteY8" fmla="*/ 63287 h 92205"/>
                <a:gd name="connsiteX9" fmla="*/ 22213 w 92205"/>
                <a:gd name="connsiteY9" fmla="*/ 47640 h 92205"/>
                <a:gd name="connsiteX10" fmla="*/ 29478 w 92205"/>
                <a:gd name="connsiteY10" fmla="*/ 29478 h 92205"/>
                <a:gd name="connsiteX11" fmla="*/ 48198 w 92205"/>
                <a:gd name="connsiteY11" fmla="*/ 22493 h 92205"/>
                <a:gd name="connsiteX12" fmla="*/ 58257 w 92205"/>
                <a:gd name="connsiteY12" fmla="*/ 23331 h 92205"/>
                <a:gd name="connsiteX13" fmla="*/ 67478 w 92205"/>
                <a:gd name="connsiteY13" fmla="*/ 25566 h 92205"/>
                <a:gd name="connsiteX14" fmla="*/ 66360 w 92205"/>
                <a:gd name="connsiteY14" fmla="*/ 51831 h 92205"/>
                <a:gd name="connsiteX15" fmla="*/ 70551 w 92205"/>
                <a:gd name="connsiteY15" fmla="*/ 59375 h 92205"/>
                <a:gd name="connsiteX16" fmla="*/ 76140 w 92205"/>
                <a:gd name="connsiteY16" fmla="*/ 54345 h 92205"/>
                <a:gd name="connsiteX17" fmla="*/ 78095 w 92205"/>
                <a:gd name="connsiteY17" fmla="*/ 41213 h 92205"/>
                <a:gd name="connsiteX18" fmla="*/ 74463 w 92205"/>
                <a:gd name="connsiteY18" fmla="*/ 25846 h 92205"/>
                <a:gd name="connsiteX19" fmla="*/ 64404 w 92205"/>
                <a:gd name="connsiteY19" fmla="*/ 15787 h 92205"/>
                <a:gd name="connsiteX20" fmla="*/ 49595 w 92205"/>
                <a:gd name="connsiteY20" fmla="*/ 12154 h 92205"/>
                <a:gd name="connsiteX21" fmla="*/ 30595 w 92205"/>
                <a:gd name="connsiteY21" fmla="*/ 16625 h 92205"/>
                <a:gd name="connsiteX22" fmla="*/ 18301 w 92205"/>
                <a:gd name="connsiteY22" fmla="*/ 29478 h 92205"/>
                <a:gd name="connsiteX23" fmla="*/ 14110 w 92205"/>
                <a:gd name="connsiteY23" fmla="*/ 49037 h 92205"/>
                <a:gd name="connsiteX24" fmla="*/ 21934 w 92205"/>
                <a:gd name="connsiteY24" fmla="*/ 71948 h 92205"/>
                <a:gd name="connsiteX25" fmla="*/ 44845 w 92205"/>
                <a:gd name="connsiteY25" fmla="*/ 79772 h 92205"/>
                <a:gd name="connsiteX26" fmla="*/ 57419 w 92205"/>
                <a:gd name="connsiteY26" fmla="*/ 78375 h 92205"/>
                <a:gd name="connsiteX27" fmla="*/ 70831 w 92205"/>
                <a:gd name="connsiteY27" fmla="*/ 74742 h 92205"/>
                <a:gd name="connsiteX28" fmla="*/ 70831 w 92205"/>
                <a:gd name="connsiteY28" fmla="*/ 85081 h 92205"/>
                <a:gd name="connsiteX29" fmla="*/ 45404 w 92205"/>
                <a:gd name="connsiteY29" fmla="*/ 90110 h 92205"/>
                <a:gd name="connsiteX30" fmla="*/ 13551 w 92205"/>
                <a:gd name="connsiteY30" fmla="*/ 79213 h 92205"/>
                <a:gd name="connsiteX31" fmla="*/ 2096 w 92205"/>
                <a:gd name="connsiteY31" fmla="*/ 49316 h 92205"/>
                <a:gd name="connsiteX32" fmla="*/ 7963 w 92205"/>
                <a:gd name="connsiteY32" fmla="*/ 25287 h 92205"/>
                <a:gd name="connsiteX33" fmla="*/ 24728 w 92205"/>
                <a:gd name="connsiteY33" fmla="*/ 8243 h 92205"/>
                <a:gd name="connsiteX34" fmla="*/ 49595 w 92205"/>
                <a:gd name="connsiteY34" fmla="*/ 2096 h 92205"/>
                <a:gd name="connsiteX35" fmla="*/ 70831 w 92205"/>
                <a:gd name="connsiteY35" fmla="*/ 6846 h 92205"/>
                <a:gd name="connsiteX36" fmla="*/ 85081 w 92205"/>
                <a:gd name="connsiteY36" fmla="*/ 20537 h 92205"/>
                <a:gd name="connsiteX37" fmla="*/ 90110 w 92205"/>
                <a:gd name="connsiteY37" fmla="*/ 41213 h 92205"/>
                <a:gd name="connsiteX38" fmla="*/ 34787 w 92205"/>
                <a:gd name="connsiteY38" fmla="*/ 48198 h 92205"/>
                <a:gd name="connsiteX39" fmla="*/ 44007 w 92205"/>
                <a:gd name="connsiteY39" fmla="*/ 59654 h 92205"/>
                <a:gd name="connsiteX40" fmla="*/ 51272 w 92205"/>
                <a:gd name="connsiteY40" fmla="*/ 56301 h 92205"/>
                <a:gd name="connsiteX41" fmla="*/ 54345 w 92205"/>
                <a:gd name="connsiteY41" fmla="*/ 45125 h 92205"/>
                <a:gd name="connsiteX42" fmla="*/ 55184 w 92205"/>
                <a:gd name="connsiteY42" fmla="*/ 33110 h 92205"/>
                <a:gd name="connsiteX43" fmla="*/ 49037 w 92205"/>
                <a:gd name="connsiteY43" fmla="*/ 32551 h 92205"/>
                <a:gd name="connsiteX44" fmla="*/ 38698 w 92205"/>
                <a:gd name="connsiteY44" fmla="*/ 36743 h 92205"/>
                <a:gd name="connsiteX45" fmla="*/ 34787 w 92205"/>
                <a:gd name="connsiteY45" fmla="*/ 48198 h 9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2205" h="92205">
                  <a:moveTo>
                    <a:pt x="90110" y="41213"/>
                  </a:moveTo>
                  <a:cubicBezTo>
                    <a:pt x="90110" y="46243"/>
                    <a:pt x="89272" y="50993"/>
                    <a:pt x="87595" y="55463"/>
                  </a:cubicBezTo>
                  <a:cubicBezTo>
                    <a:pt x="85919" y="59654"/>
                    <a:pt x="83684" y="63007"/>
                    <a:pt x="80610" y="65522"/>
                  </a:cubicBezTo>
                  <a:cubicBezTo>
                    <a:pt x="77537" y="68037"/>
                    <a:pt x="74184" y="69154"/>
                    <a:pt x="69992" y="69154"/>
                  </a:cubicBezTo>
                  <a:cubicBezTo>
                    <a:pt x="67198" y="69154"/>
                    <a:pt x="64963" y="68595"/>
                    <a:pt x="63007" y="67198"/>
                  </a:cubicBezTo>
                  <a:cubicBezTo>
                    <a:pt x="61051" y="65801"/>
                    <a:pt x="59375" y="64125"/>
                    <a:pt x="58537" y="62169"/>
                  </a:cubicBezTo>
                  <a:lnTo>
                    <a:pt x="57698" y="62169"/>
                  </a:lnTo>
                  <a:cubicBezTo>
                    <a:pt x="53787" y="66919"/>
                    <a:pt x="48757" y="69154"/>
                    <a:pt x="42890" y="69154"/>
                  </a:cubicBezTo>
                  <a:cubicBezTo>
                    <a:pt x="36463" y="69154"/>
                    <a:pt x="31434" y="67198"/>
                    <a:pt x="27801" y="63287"/>
                  </a:cubicBezTo>
                  <a:cubicBezTo>
                    <a:pt x="24169" y="59375"/>
                    <a:pt x="22213" y="54345"/>
                    <a:pt x="22213" y="47640"/>
                  </a:cubicBezTo>
                  <a:cubicBezTo>
                    <a:pt x="22213" y="40095"/>
                    <a:pt x="24728" y="33948"/>
                    <a:pt x="29478" y="29478"/>
                  </a:cubicBezTo>
                  <a:cubicBezTo>
                    <a:pt x="34228" y="24728"/>
                    <a:pt x="40654" y="22493"/>
                    <a:pt x="48198" y="22493"/>
                  </a:cubicBezTo>
                  <a:cubicBezTo>
                    <a:pt x="51272" y="22493"/>
                    <a:pt x="54625" y="22772"/>
                    <a:pt x="58257" y="23331"/>
                  </a:cubicBezTo>
                  <a:cubicBezTo>
                    <a:pt x="61890" y="23890"/>
                    <a:pt x="64963" y="24728"/>
                    <a:pt x="67478" y="25566"/>
                  </a:cubicBezTo>
                  <a:lnTo>
                    <a:pt x="66360" y="51831"/>
                  </a:lnTo>
                  <a:cubicBezTo>
                    <a:pt x="66360" y="56860"/>
                    <a:pt x="67757" y="59375"/>
                    <a:pt x="70551" y="59375"/>
                  </a:cubicBezTo>
                  <a:cubicBezTo>
                    <a:pt x="72787" y="59375"/>
                    <a:pt x="74742" y="57698"/>
                    <a:pt x="76140" y="54345"/>
                  </a:cubicBezTo>
                  <a:cubicBezTo>
                    <a:pt x="77537" y="50993"/>
                    <a:pt x="78095" y="46522"/>
                    <a:pt x="78095" y="41213"/>
                  </a:cubicBezTo>
                  <a:cubicBezTo>
                    <a:pt x="78095" y="35345"/>
                    <a:pt x="76978" y="30316"/>
                    <a:pt x="74463" y="25846"/>
                  </a:cubicBezTo>
                  <a:cubicBezTo>
                    <a:pt x="71948" y="21375"/>
                    <a:pt x="68595" y="18022"/>
                    <a:pt x="64404" y="15787"/>
                  </a:cubicBezTo>
                  <a:cubicBezTo>
                    <a:pt x="59934" y="13551"/>
                    <a:pt x="55184" y="12154"/>
                    <a:pt x="49595" y="12154"/>
                  </a:cubicBezTo>
                  <a:cubicBezTo>
                    <a:pt x="42331" y="12154"/>
                    <a:pt x="36184" y="13551"/>
                    <a:pt x="30595" y="16625"/>
                  </a:cubicBezTo>
                  <a:cubicBezTo>
                    <a:pt x="25287" y="19698"/>
                    <a:pt x="21096" y="23890"/>
                    <a:pt x="18301" y="29478"/>
                  </a:cubicBezTo>
                  <a:cubicBezTo>
                    <a:pt x="15507" y="35066"/>
                    <a:pt x="14110" y="41492"/>
                    <a:pt x="14110" y="49037"/>
                  </a:cubicBezTo>
                  <a:cubicBezTo>
                    <a:pt x="14110" y="58816"/>
                    <a:pt x="16625" y="66639"/>
                    <a:pt x="21934" y="71948"/>
                  </a:cubicBezTo>
                  <a:cubicBezTo>
                    <a:pt x="27243" y="77257"/>
                    <a:pt x="34787" y="79772"/>
                    <a:pt x="44845" y="79772"/>
                  </a:cubicBezTo>
                  <a:cubicBezTo>
                    <a:pt x="48757" y="79772"/>
                    <a:pt x="52948" y="79213"/>
                    <a:pt x="57419" y="78375"/>
                  </a:cubicBezTo>
                  <a:cubicBezTo>
                    <a:pt x="61890" y="77537"/>
                    <a:pt x="66360" y="76419"/>
                    <a:pt x="70831" y="74742"/>
                  </a:cubicBezTo>
                  <a:lnTo>
                    <a:pt x="70831" y="85081"/>
                  </a:lnTo>
                  <a:cubicBezTo>
                    <a:pt x="63287" y="88434"/>
                    <a:pt x="54625" y="90110"/>
                    <a:pt x="45404" y="90110"/>
                  </a:cubicBezTo>
                  <a:cubicBezTo>
                    <a:pt x="31713" y="90110"/>
                    <a:pt x="21096" y="86478"/>
                    <a:pt x="13551" y="79213"/>
                  </a:cubicBezTo>
                  <a:cubicBezTo>
                    <a:pt x="6007" y="71948"/>
                    <a:pt x="2096" y="62169"/>
                    <a:pt x="2096" y="49316"/>
                  </a:cubicBezTo>
                  <a:cubicBezTo>
                    <a:pt x="2096" y="40375"/>
                    <a:pt x="4051" y="32551"/>
                    <a:pt x="7963" y="25287"/>
                  </a:cubicBezTo>
                  <a:cubicBezTo>
                    <a:pt x="11875" y="18022"/>
                    <a:pt x="17463" y="12434"/>
                    <a:pt x="24728" y="8243"/>
                  </a:cubicBezTo>
                  <a:cubicBezTo>
                    <a:pt x="31993" y="4051"/>
                    <a:pt x="40096" y="2096"/>
                    <a:pt x="49595" y="2096"/>
                  </a:cubicBezTo>
                  <a:cubicBezTo>
                    <a:pt x="57419" y="2096"/>
                    <a:pt x="64404" y="3772"/>
                    <a:pt x="70831" y="6846"/>
                  </a:cubicBezTo>
                  <a:cubicBezTo>
                    <a:pt x="76978" y="10198"/>
                    <a:pt x="81728" y="14669"/>
                    <a:pt x="85081" y="20537"/>
                  </a:cubicBezTo>
                  <a:cubicBezTo>
                    <a:pt x="88434" y="26684"/>
                    <a:pt x="90110" y="33669"/>
                    <a:pt x="90110" y="41213"/>
                  </a:cubicBezTo>
                  <a:close/>
                  <a:moveTo>
                    <a:pt x="34787" y="48198"/>
                  </a:moveTo>
                  <a:cubicBezTo>
                    <a:pt x="34787" y="55742"/>
                    <a:pt x="37860" y="59654"/>
                    <a:pt x="44007" y="59654"/>
                  </a:cubicBezTo>
                  <a:cubicBezTo>
                    <a:pt x="47360" y="59654"/>
                    <a:pt x="49595" y="58537"/>
                    <a:pt x="51272" y="56301"/>
                  </a:cubicBezTo>
                  <a:cubicBezTo>
                    <a:pt x="52948" y="54066"/>
                    <a:pt x="54066" y="50434"/>
                    <a:pt x="54345" y="45125"/>
                  </a:cubicBezTo>
                  <a:lnTo>
                    <a:pt x="55184" y="33110"/>
                  </a:lnTo>
                  <a:cubicBezTo>
                    <a:pt x="53228" y="32831"/>
                    <a:pt x="51272" y="32551"/>
                    <a:pt x="49037" y="32551"/>
                  </a:cubicBezTo>
                  <a:cubicBezTo>
                    <a:pt x="44566" y="32551"/>
                    <a:pt x="40934" y="33948"/>
                    <a:pt x="38698" y="36743"/>
                  </a:cubicBezTo>
                  <a:cubicBezTo>
                    <a:pt x="36184" y="39537"/>
                    <a:pt x="34787" y="43169"/>
                    <a:pt x="34787" y="4819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500E0DB9-6B2A-28F7-F8DF-D4907F360A63}"/>
                </a:ext>
              </a:extLst>
            </p:cNvPr>
            <p:cNvSpPr/>
            <p:nvPr/>
          </p:nvSpPr>
          <p:spPr>
            <a:xfrm>
              <a:off x="1228738" y="1891933"/>
              <a:ext cx="461028" cy="131323"/>
            </a:xfrm>
            <a:custGeom>
              <a:avLst/>
              <a:gdLst>
                <a:gd name="connsiteX0" fmla="*/ 408080 w 461028"/>
                <a:gd name="connsiteY0" fmla="*/ 2096 h 131323"/>
                <a:gd name="connsiteX1" fmla="*/ 54066 w 461028"/>
                <a:gd name="connsiteY1" fmla="*/ 2096 h 131323"/>
                <a:gd name="connsiteX2" fmla="*/ 2096 w 461028"/>
                <a:gd name="connsiteY2" fmla="*/ 54066 h 131323"/>
                <a:gd name="connsiteX3" fmla="*/ 54066 w 461028"/>
                <a:gd name="connsiteY3" fmla="*/ 106037 h 131323"/>
                <a:gd name="connsiteX4" fmla="*/ 80051 w 461028"/>
                <a:gd name="connsiteY4" fmla="*/ 106037 h 131323"/>
                <a:gd name="connsiteX5" fmla="*/ 105198 w 461028"/>
                <a:gd name="connsiteY5" fmla="*/ 131184 h 131323"/>
                <a:gd name="connsiteX6" fmla="*/ 130345 w 461028"/>
                <a:gd name="connsiteY6" fmla="*/ 106037 h 131323"/>
                <a:gd name="connsiteX7" fmla="*/ 408080 w 461028"/>
                <a:gd name="connsiteY7" fmla="*/ 106037 h 131323"/>
                <a:gd name="connsiteX8" fmla="*/ 460050 w 461028"/>
                <a:gd name="connsiteY8" fmla="*/ 54066 h 131323"/>
                <a:gd name="connsiteX9" fmla="*/ 408080 w 461028"/>
                <a:gd name="connsiteY9" fmla="*/ 2096 h 13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028" h="131323">
                  <a:moveTo>
                    <a:pt x="408080" y="2096"/>
                  </a:moveTo>
                  <a:lnTo>
                    <a:pt x="54066" y="2096"/>
                  </a:lnTo>
                  <a:cubicBezTo>
                    <a:pt x="25287" y="2096"/>
                    <a:pt x="2096" y="25287"/>
                    <a:pt x="2096" y="54066"/>
                  </a:cubicBezTo>
                  <a:cubicBezTo>
                    <a:pt x="2096" y="82845"/>
                    <a:pt x="25287" y="106037"/>
                    <a:pt x="54066" y="106037"/>
                  </a:cubicBezTo>
                  <a:lnTo>
                    <a:pt x="80051" y="106037"/>
                  </a:lnTo>
                  <a:lnTo>
                    <a:pt x="105198" y="131184"/>
                  </a:lnTo>
                  <a:lnTo>
                    <a:pt x="130345" y="106037"/>
                  </a:lnTo>
                  <a:lnTo>
                    <a:pt x="408080" y="106037"/>
                  </a:lnTo>
                  <a:cubicBezTo>
                    <a:pt x="436859" y="106037"/>
                    <a:pt x="460050" y="82845"/>
                    <a:pt x="460050" y="54066"/>
                  </a:cubicBezTo>
                  <a:cubicBezTo>
                    <a:pt x="460330" y="25566"/>
                    <a:pt x="436859" y="2096"/>
                    <a:pt x="408080" y="20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D8683149-1AF6-36B8-624C-9802B455A49B}"/>
                </a:ext>
              </a:extLst>
            </p:cNvPr>
            <p:cNvSpPr/>
            <p:nvPr/>
          </p:nvSpPr>
          <p:spPr>
            <a:xfrm>
              <a:off x="1294679" y="1948933"/>
              <a:ext cx="248676" cy="13971"/>
            </a:xfrm>
            <a:custGeom>
              <a:avLst/>
              <a:gdLst>
                <a:gd name="connsiteX0" fmla="*/ 240992 w 248675"/>
                <a:gd name="connsiteY0" fmla="*/ 13831 h 13970"/>
                <a:gd name="connsiteX1" fmla="*/ 7963 w 248675"/>
                <a:gd name="connsiteY1" fmla="*/ 13831 h 13970"/>
                <a:gd name="connsiteX2" fmla="*/ 2096 w 248675"/>
                <a:gd name="connsiteY2" fmla="*/ 7963 h 13970"/>
                <a:gd name="connsiteX3" fmla="*/ 2096 w 248675"/>
                <a:gd name="connsiteY3" fmla="*/ 7963 h 13970"/>
                <a:gd name="connsiteX4" fmla="*/ 7963 w 248675"/>
                <a:gd name="connsiteY4" fmla="*/ 2096 h 13970"/>
                <a:gd name="connsiteX5" fmla="*/ 240992 w 248675"/>
                <a:gd name="connsiteY5" fmla="*/ 2096 h 13970"/>
                <a:gd name="connsiteX6" fmla="*/ 246860 w 248675"/>
                <a:gd name="connsiteY6" fmla="*/ 7963 h 13970"/>
                <a:gd name="connsiteX7" fmla="*/ 246860 w 248675"/>
                <a:gd name="connsiteY7" fmla="*/ 7963 h 13970"/>
                <a:gd name="connsiteX8" fmla="*/ 240992 w 248675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675" h="13970">
                  <a:moveTo>
                    <a:pt x="240992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240992" y="2096"/>
                  </a:lnTo>
                  <a:cubicBezTo>
                    <a:pt x="244345" y="2096"/>
                    <a:pt x="246860" y="4610"/>
                    <a:pt x="246860" y="7963"/>
                  </a:cubicBezTo>
                  <a:lnTo>
                    <a:pt x="246860" y="7963"/>
                  </a:lnTo>
                  <a:cubicBezTo>
                    <a:pt x="246580" y="11316"/>
                    <a:pt x="244066" y="13831"/>
                    <a:pt x="240992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1" name="Forma libre 110">
              <a:extLst>
                <a:ext uri="{FF2B5EF4-FFF2-40B4-BE49-F238E27FC236}">
                  <a16:creationId xmlns:a16="http://schemas.microsoft.com/office/drawing/2014/main" id="{23DE623F-3A3F-B7ED-D3FB-7E7A9C2B62D0}"/>
                </a:ext>
              </a:extLst>
            </p:cNvPr>
            <p:cNvSpPr/>
            <p:nvPr/>
          </p:nvSpPr>
          <p:spPr>
            <a:xfrm>
              <a:off x="1294400" y="1916800"/>
              <a:ext cx="176029" cy="13971"/>
            </a:xfrm>
            <a:custGeom>
              <a:avLst/>
              <a:gdLst>
                <a:gd name="connsiteX0" fmla="*/ 168345 w 176029"/>
                <a:gd name="connsiteY0" fmla="*/ 13831 h 13970"/>
                <a:gd name="connsiteX1" fmla="*/ 7963 w 176029"/>
                <a:gd name="connsiteY1" fmla="*/ 13831 h 13970"/>
                <a:gd name="connsiteX2" fmla="*/ 2096 w 176029"/>
                <a:gd name="connsiteY2" fmla="*/ 7963 h 13970"/>
                <a:gd name="connsiteX3" fmla="*/ 2096 w 176029"/>
                <a:gd name="connsiteY3" fmla="*/ 7963 h 13970"/>
                <a:gd name="connsiteX4" fmla="*/ 7963 w 176029"/>
                <a:gd name="connsiteY4" fmla="*/ 2096 h 13970"/>
                <a:gd name="connsiteX5" fmla="*/ 168345 w 176029"/>
                <a:gd name="connsiteY5" fmla="*/ 2096 h 13970"/>
                <a:gd name="connsiteX6" fmla="*/ 174213 w 176029"/>
                <a:gd name="connsiteY6" fmla="*/ 7963 h 13970"/>
                <a:gd name="connsiteX7" fmla="*/ 174213 w 176029"/>
                <a:gd name="connsiteY7" fmla="*/ 7963 h 13970"/>
                <a:gd name="connsiteX8" fmla="*/ 168345 w 176029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029" h="13970">
                  <a:moveTo>
                    <a:pt x="168345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168345" y="2096"/>
                  </a:lnTo>
                  <a:cubicBezTo>
                    <a:pt x="171698" y="2096"/>
                    <a:pt x="174213" y="4610"/>
                    <a:pt x="174213" y="7963"/>
                  </a:cubicBezTo>
                  <a:lnTo>
                    <a:pt x="174213" y="7963"/>
                  </a:lnTo>
                  <a:cubicBezTo>
                    <a:pt x="174213" y="11316"/>
                    <a:pt x="171419" y="13831"/>
                    <a:pt x="168345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2CA41631-61DA-52A7-8078-1B1BC9C62A90}"/>
                </a:ext>
              </a:extLst>
            </p:cNvPr>
            <p:cNvSpPr/>
            <p:nvPr/>
          </p:nvSpPr>
          <p:spPr>
            <a:xfrm>
              <a:off x="2156942" y="2332005"/>
              <a:ext cx="117353" cy="117353"/>
            </a:xfrm>
            <a:custGeom>
              <a:avLst/>
              <a:gdLst>
                <a:gd name="connsiteX0" fmla="*/ 58816 w 117352"/>
                <a:gd name="connsiteY0" fmla="*/ 2096 h 117352"/>
                <a:gd name="connsiteX1" fmla="*/ 2096 w 117352"/>
                <a:gd name="connsiteY1" fmla="*/ 58816 h 117352"/>
                <a:gd name="connsiteX2" fmla="*/ 58816 w 117352"/>
                <a:gd name="connsiteY2" fmla="*/ 115537 h 117352"/>
                <a:gd name="connsiteX3" fmla="*/ 115537 w 117352"/>
                <a:gd name="connsiteY3" fmla="*/ 58816 h 117352"/>
                <a:gd name="connsiteX4" fmla="*/ 58816 w 117352"/>
                <a:gd name="connsiteY4" fmla="*/ 2096 h 117352"/>
                <a:gd name="connsiteX5" fmla="*/ 30037 w 117352"/>
                <a:gd name="connsiteY5" fmla="*/ 54345 h 117352"/>
                <a:gd name="connsiteX6" fmla="*/ 37022 w 117352"/>
                <a:gd name="connsiteY6" fmla="*/ 47360 h 117352"/>
                <a:gd name="connsiteX7" fmla="*/ 44007 w 117352"/>
                <a:gd name="connsiteY7" fmla="*/ 54345 h 117352"/>
                <a:gd name="connsiteX8" fmla="*/ 37022 w 117352"/>
                <a:gd name="connsiteY8" fmla="*/ 61331 h 117352"/>
                <a:gd name="connsiteX9" fmla="*/ 30037 w 117352"/>
                <a:gd name="connsiteY9" fmla="*/ 54345 h 117352"/>
                <a:gd name="connsiteX10" fmla="*/ 58816 w 117352"/>
                <a:gd name="connsiteY10" fmla="*/ 89831 h 117352"/>
                <a:gd name="connsiteX11" fmla="*/ 40934 w 117352"/>
                <a:gd name="connsiteY11" fmla="*/ 74184 h 117352"/>
                <a:gd name="connsiteX12" fmla="*/ 76698 w 117352"/>
                <a:gd name="connsiteY12" fmla="*/ 74184 h 117352"/>
                <a:gd name="connsiteX13" fmla="*/ 58816 w 117352"/>
                <a:gd name="connsiteY13" fmla="*/ 89831 h 117352"/>
                <a:gd name="connsiteX14" fmla="*/ 80610 w 117352"/>
                <a:gd name="connsiteY14" fmla="*/ 61331 h 117352"/>
                <a:gd name="connsiteX15" fmla="*/ 73625 w 117352"/>
                <a:gd name="connsiteY15" fmla="*/ 54345 h 117352"/>
                <a:gd name="connsiteX16" fmla="*/ 80610 w 117352"/>
                <a:gd name="connsiteY16" fmla="*/ 47360 h 117352"/>
                <a:gd name="connsiteX17" fmla="*/ 87595 w 117352"/>
                <a:gd name="connsiteY17" fmla="*/ 54345 h 117352"/>
                <a:gd name="connsiteX18" fmla="*/ 80610 w 117352"/>
                <a:gd name="connsiteY18" fmla="*/ 61331 h 11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2" h="117352">
                  <a:moveTo>
                    <a:pt x="58816" y="2096"/>
                  </a:moveTo>
                  <a:cubicBezTo>
                    <a:pt x="27522" y="2096"/>
                    <a:pt x="2096" y="27522"/>
                    <a:pt x="2096" y="58816"/>
                  </a:cubicBezTo>
                  <a:cubicBezTo>
                    <a:pt x="2096" y="90110"/>
                    <a:pt x="27522" y="115537"/>
                    <a:pt x="58816" y="115537"/>
                  </a:cubicBezTo>
                  <a:cubicBezTo>
                    <a:pt x="90110" y="115537"/>
                    <a:pt x="115537" y="90110"/>
                    <a:pt x="115537" y="58816"/>
                  </a:cubicBezTo>
                  <a:cubicBezTo>
                    <a:pt x="115537" y="27522"/>
                    <a:pt x="90110" y="2096"/>
                    <a:pt x="58816" y="2096"/>
                  </a:cubicBezTo>
                  <a:close/>
                  <a:moveTo>
                    <a:pt x="30037" y="54345"/>
                  </a:moveTo>
                  <a:cubicBezTo>
                    <a:pt x="30037" y="50434"/>
                    <a:pt x="33110" y="47360"/>
                    <a:pt x="37022" y="47360"/>
                  </a:cubicBezTo>
                  <a:cubicBezTo>
                    <a:pt x="40934" y="47360"/>
                    <a:pt x="44007" y="50434"/>
                    <a:pt x="44007" y="54345"/>
                  </a:cubicBezTo>
                  <a:cubicBezTo>
                    <a:pt x="44007" y="58257"/>
                    <a:pt x="40934" y="61331"/>
                    <a:pt x="37022" y="61331"/>
                  </a:cubicBezTo>
                  <a:cubicBezTo>
                    <a:pt x="33110" y="61331"/>
                    <a:pt x="30037" y="58257"/>
                    <a:pt x="30037" y="54345"/>
                  </a:cubicBezTo>
                  <a:close/>
                  <a:moveTo>
                    <a:pt x="58816" y="89831"/>
                  </a:moveTo>
                  <a:cubicBezTo>
                    <a:pt x="49595" y="89831"/>
                    <a:pt x="42051" y="83125"/>
                    <a:pt x="40934" y="74184"/>
                  </a:cubicBezTo>
                  <a:lnTo>
                    <a:pt x="76698" y="74184"/>
                  </a:lnTo>
                  <a:cubicBezTo>
                    <a:pt x="75581" y="83125"/>
                    <a:pt x="68037" y="89831"/>
                    <a:pt x="58816" y="89831"/>
                  </a:cubicBezTo>
                  <a:close/>
                  <a:moveTo>
                    <a:pt x="80610" y="61331"/>
                  </a:moveTo>
                  <a:cubicBezTo>
                    <a:pt x="76698" y="61331"/>
                    <a:pt x="73625" y="58257"/>
                    <a:pt x="73625" y="54345"/>
                  </a:cubicBezTo>
                  <a:cubicBezTo>
                    <a:pt x="73625" y="50434"/>
                    <a:pt x="76698" y="47360"/>
                    <a:pt x="80610" y="47360"/>
                  </a:cubicBezTo>
                  <a:cubicBezTo>
                    <a:pt x="84522" y="47360"/>
                    <a:pt x="87595" y="50434"/>
                    <a:pt x="87595" y="54345"/>
                  </a:cubicBezTo>
                  <a:cubicBezTo>
                    <a:pt x="87595" y="58257"/>
                    <a:pt x="84522" y="61331"/>
                    <a:pt x="80610" y="61331"/>
                  </a:cubicBezTo>
                  <a:close/>
                </a:path>
              </a:pathLst>
            </a:custGeom>
            <a:solidFill>
              <a:srgbClr val="FEC7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3F2BBFCF-5026-8A27-C7E7-6D9FB9E81D5B}"/>
                </a:ext>
              </a:extLst>
            </p:cNvPr>
            <p:cNvSpPr/>
            <p:nvPr/>
          </p:nvSpPr>
          <p:spPr>
            <a:xfrm>
              <a:off x="1366488" y="2648578"/>
              <a:ext cx="653822" cy="148088"/>
            </a:xfrm>
            <a:custGeom>
              <a:avLst/>
              <a:gdLst>
                <a:gd name="connsiteX0" fmla="*/ 5449 w 653822"/>
                <a:gd name="connsiteY0" fmla="*/ 146272 h 148087"/>
                <a:gd name="connsiteX1" fmla="*/ 2096 w 653822"/>
                <a:gd name="connsiteY1" fmla="*/ 139566 h 148087"/>
                <a:gd name="connsiteX2" fmla="*/ 92066 w 653822"/>
                <a:gd name="connsiteY2" fmla="*/ 94581 h 148087"/>
                <a:gd name="connsiteX3" fmla="*/ 205786 w 653822"/>
                <a:gd name="connsiteY3" fmla="*/ 96537 h 148087"/>
                <a:gd name="connsiteX4" fmla="*/ 329007 w 653822"/>
                <a:gd name="connsiteY4" fmla="*/ 50154 h 148087"/>
                <a:gd name="connsiteX5" fmla="*/ 423448 w 653822"/>
                <a:gd name="connsiteY5" fmla="*/ 50154 h 148087"/>
                <a:gd name="connsiteX6" fmla="*/ 524036 w 653822"/>
                <a:gd name="connsiteY6" fmla="*/ 16625 h 148087"/>
                <a:gd name="connsiteX7" fmla="*/ 524874 w 653822"/>
                <a:gd name="connsiteY7" fmla="*/ 16625 h 148087"/>
                <a:gd name="connsiteX8" fmla="*/ 605344 w 653822"/>
                <a:gd name="connsiteY8" fmla="*/ 25846 h 148087"/>
                <a:gd name="connsiteX9" fmla="*/ 650888 w 653822"/>
                <a:gd name="connsiteY9" fmla="*/ 2096 h 148087"/>
                <a:gd name="connsiteX10" fmla="*/ 654241 w 653822"/>
                <a:gd name="connsiteY10" fmla="*/ 8802 h 148087"/>
                <a:gd name="connsiteX11" fmla="*/ 606741 w 653822"/>
                <a:gd name="connsiteY11" fmla="*/ 33390 h 148087"/>
                <a:gd name="connsiteX12" fmla="*/ 605624 w 653822"/>
                <a:gd name="connsiteY12" fmla="*/ 33390 h 148087"/>
                <a:gd name="connsiteX13" fmla="*/ 524594 w 653822"/>
                <a:gd name="connsiteY13" fmla="*/ 24169 h 148087"/>
                <a:gd name="connsiteX14" fmla="*/ 424006 w 653822"/>
                <a:gd name="connsiteY14" fmla="*/ 57419 h 148087"/>
                <a:gd name="connsiteX15" fmla="*/ 329845 w 653822"/>
                <a:gd name="connsiteY15" fmla="*/ 57419 h 148087"/>
                <a:gd name="connsiteX16" fmla="*/ 207183 w 653822"/>
                <a:gd name="connsiteY16" fmla="*/ 104081 h 148087"/>
                <a:gd name="connsiteX17" fmla="*/ 206345 w 653822"/>
                <a:gd name="connsiteY17" fmla="*/ 104081 h 148087"/>
                <a:gd name="connsiteX18" fmla="*/ 93742 w 653822"/>
                <a:gd name="connsiteY18" fmla="*/ 102125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3822" h="148087">
                  <a:moveTo>
                    <a:pt x="5449" y="146272"/>
                  </a:moveTo>
                  <a:lnTo>
                    <a:pt x="2096" y="139566"/>
                  </a:lnTo>
                  <a:lnTo>
                    <a:pt x="92066" y="94581"/>
                  </a:lnTo>
                  <a:lnTo>
                    <a:pt x="205786" y="96537"/>
                  </a:lnTo>
                  <a:lnTo>
                    <a:pt x="329007" y="50154"/>
                  </a:lnTo>
                  <a:lnTo>
                    <a:pt x="423448" y="50154"/>
                  </a:lnTo>
                  <a:lnTo>
                    <a:pt x="524036" y="16625"/>
                  </a:lnTo>
                  <a:lnTo>
                    <a:pt x="524874" y="16625"/>
                  </a:lnTo>
                  <a:lnTo>
                    <a:pt x="605344" y="25846"/>
                  </a:lnTo>
                  <a:lnTo>
                    <a:pt x="650888" y="2096"/>
                  </a:lnTo>
                  <a:lnTo>
                    <a:pt x="654241" y="8802"/>
                  </a:lnTo>
                  <a:lnTo>
                    <a:pt x="606741" y="33390"/>
                  </a:lnTo>
                  <a:lnTo>
                    <a:pt x="605624" y="33390"/>
                  </a:lnTo>
                  <a:lnTo>
                    <a:pt x="524594" y="24169"/>
                  </a:lnTo>
                  <a:lnTo>
                    <a:pt x="424006" y="57419"/>
                  </a:lnTo>
                  <a:lnTo>
                    <a:pt x="329845" y="57419"/>
                  </a:lnTo>
                  <a:lnTo>
                    <a:pt x="207183" y="104081"/>
                  </a:lnTo>
                  <a:lnTo>
                    <a:pt x="206345" y="104081"/>
                  </a:lnTo>
                  <a:lnTo>
                    <a:pt x="93742" y="102125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F6A38161-EF47-AAF1-7B23-F5391FA59DDE}"/>
                </a:ext>
              </a:extLst>
            </p:cNvPr>
            <p:cNvSpPr/>
            <p:nvPr/>
          </p:nvSpPr>
          <p:spPr>
            <a:xfrm>
              <a:off x="1201879" y="2731806"/>
              <a:ext cx="145294" cy="142500"/>
            </a:xfrm>
            <a:custGeom>
              <a:avLst/>
              <a:gdLst>
                <a:gd name="connsiteX0" fmla="*/ 90147 w 145293"/>
                <a:gd name="connsiteY0" fmla="*/ 3250 h 142499"/>
                <a:gd name="connsiteX1" fmla="*/ 26441 w 145293"/>
                <a:gd name="connsiteY1" fmla="*/ 20853 h 142499"/>
                <a:gd name="connsiteX2" fmla="*/ 3250 w 145293"/>
                <a:gd name="connsiteY2" fmla="*/ 61367 h 142499"/>
                <a:gd name="connsiteX3" fmla="*/ 15264 w 145293"/>
                <a:gd name="connsiteY3" fmla="*/ 105235 h 142499"/>
                <a:gd name="connsiteX4" fmla="*/ 55779 w 145293"/>
                <a:gd name="connsiteY4" fmla="*/ 128426 h 142499"/>
                <a:gd name="connsiteX5" fmla="*/ 74779 w 145293"/>
                <a:gd name="connsiteY5" fmla="*/ 123117 h 142499"/>
                <a:gd name="connsiteX6" fmla="*/ 93499 w 145293"/>
                <a:gd name="connsiteY6" fmla="*/ 141838 h 142499"/>
                <a:gd name="connsiteX7" fmla="*/ 100205 w 145293"/>
                <a:gd name="connsiteY7" fmla="*/ 116132 h 142499"/>
                <a:gd name="connsiteX8" fmla="*/ 119205 w 145293"/>
                <a:gd name="connsiteY8" fmla="*/ 110823 h 142499"/>
                <a:gd name="connsiteX9" fmla="*/ 142396 w 145293"/>
                <a:gd name="connsiteY9" fmla="*/ 70308 h 142499"/>
                <a:gd name="connsiteX10" fmla="*/ 130382 w 145293"/>
                <a:gd name="connsiteY10" fmla="*/ 26441 h 142499"/>
                <a:gd name="connsiteX11" fmla="*/ 90147 w 145293"/>
                <a:gd name="connsiteY11" fmla="*/ 3250 h 14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293" h="142499">
                  <a:moveTo>
                    <a:pt x="90147" y="3250"/>
                  </a:moveTo>
                  <a:lnTo>
                    <a:pt x="26441" y="20853"/>
                  </a:lnTo>
                  <a:cubicBezTo>
                    <a:pt x="8838" y="25603"/>
                    <a:pt x="-1500" y="44044"/>
                    <a:pt x="3250" y="61367"/>
                  </a:cubicBezTo>
                  <a:lnTo>
                    <a:pt x="15264" y="105235"/>
                  </a:lnTo>
                  <a:cubicBezTo>
                    <a:pt x="20014" y="122838"/>
                    <a:pt x="38455" y="133176"/>
                    <a:pt x="55779" y="128426"/>
                  </a:cubicBezTo>
                  <a:lnTo>
                    <a:pt x="74779" y="123117"/>
                  </a:lnTo>
                  <a:lnTo>
                    <a:pt x="93499" y="141838"/>
                  </a:lnTo>
                  <a:lnTo>
                    <a:pt x="100205" y="116132"/>
                  </a:lnTo>
                  <a:lnTo>
                    <a:pt x="119205" y="110823"/>
                  </a:lnTo>
                  <a:cubicBezTo>
                    <a:pt x="136808" y="106073"/>
                    <a:pt x="147146" y="87632"/>
                    <a:pt x="142396" y="70308"/>
                  </a:cubicBezTo>
                  <a:lnTo>
                    <a:pt x="130382" y="26441"/>
                  </a:lnTo>
                  <a:cubicBezTo>
                    <a:pt x="125911" y="8838"/>
                    <a:pt x="107470" y="-1500"/>
                    <a:pt x="90147" y="3250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5" name="Forma libre 114">
              <a:extLst>
                <a:ext uri="{FF2B5EF4-FFF2-40B4-BE49-F238E27FC236}">
                  <a16:creationId xmlns:a16="http://schemas.microsoft.com/office/drawing/2014/main" id="{C3EAACE3-8351-2851-209A-4EDB9FFEAF0F}"/>
                </a:ext>
              </a:extLst>
            </p:cNvPr>
            <p:cNvSpPr/>
            <p:nvPr/>
          </p:nvSpPr>
          <p:spPr>
            <a:xfrm>
              <a:off x="1233480" y="2799731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36849E5A-C950-28AD-A480-AEEB923A2F06}"/>
                </a:ext>
              </a:extLst>
            </p:cNvPr>
            <p:cNvSpPr/>
            <p:nvPr/>
          </p:nvSpPr>
          <p:spPr>
            <a:xfrm>
              <a:off x="1265612" y="2790790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2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324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CA52FEAF-7094-6A41-36D5-52CF92988CBE}"/>
                </a:ext>
              </a:extLst>
            </p:cNvPr>
            <p:cNvSpPr/>
            <p:nvPr/>
          </p:nvSpPr>
          <p:spPr>
            <a:xfrm>
              <a:off x="1297745" y="2782128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8" name="Forma libre 117">
              <a:extLst>
                <a:ext uri="{FF2B5EF4-FFF2-40B4-BE49-F238E27FC236}">
                  <a16:creationId xmlns:a16="http://schemas.microsoft.com/office/drawing/2014/main" id="{17C96AF8-7918-428F-9693-1BB7CBB5D4DC}"/>
                </a:ext>
              </a:extLst>
            </p:cNvPr>
            <p:cNvSpPr/>
            <p:nvPr/>
          </p:nvSpPr>
          <p:spPr>
            <a:xfrm>
              <a:off x="1445003" y="2731284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6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6" y="20312"/>
                    <a:pt x="2096" y="13831"/>
                  </a:cubicBezTo>
                  <a:cubicBezTo>
                    <a:pt x="2096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5F6968FD-5C2C-4B6E-0CBA-EADB3B58503E}"/>
                </a:ext>
              </a:extLst>
            </p:cNvPr>
            <p:cNvSpPr/>
            <p:nvPr/>
          </p:nvSpPr>
          <p:spPr>
            <a:xfrm>
              <a:off x="1877531" y="2655563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5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5" y="20312"/>
                    <a:pt x="2095" y="13831"/>
                  </a:cubicBezTo>
                  <a:cubicBezTo>
                    <a:pt x="2095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EA50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0" name="Forma libre 119">
              <a:extLst>
                <a:ext uri="{FF2B5EF4-FFF2-40B4-BE49-F238E27FC236}">
                  <a16:creationId xmlns:a16="http://schemas.microsoft.com/office/drawing/2014/main" id="{F3DAC39A-080C-521B-D963-B495F0AE9FDE}"/>
                </a:ext>
              </a:extLst>
            </p:cNvPr>
            <p:cNvSpPr/>
            <p:nvPr/>
          </p:nvSpPr>
          <p:spPr>
            <a:xfrm>
              <a:off x="1785605" y="3077195"/>
              <a:ext cx="284999" cy="25147"/>
            </a:xfrm>
            <a:custGeom>
              <a:avLst/>
              <a:gdLst>
                <a:gd name="connsiteX0" fmla="*/ 2096 w 284999"/>
                <a:gd name="connsiteY0" fmla="*/ 12993 h 25147"/>
                <a:gd name="connsiteX1" fmla="*/ 143757 w 284999"/>
                <a:gd name="connsiteY1" fmla="*/ 23890 h 25147"/>
                <a:gd name="connsiteX2" fmla="*/ 285418 w 284999"/>
                <a:gd name="connsiteY2" fmla="*/ 12993 h 25147"/>
                <a:gd name="connsiteX3" fmla="*/ 143757 w 284999"/>
                <a:gd name="connsiteY3" fmla="*/ 2096 h 25147"/>
                <a:gd name="connsiteX4" fmla="*/ 2096 w 284999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999" h="25147">
                  <a:moveTo>
                    <a:pt x="2096" y="12993"/>
                  </a:moveTo>
                  <a:cubicBezTo>
                    <a:pt x="2096" y="18860"/>
                    <a:pt x="65522" y="23890"/>
                    <a:pt x="143757" y="23890"/>
                  </a:cubicBezTo>
                  <a:cubicBezTo>
                    <a:pt x="221992" y="23890"/>
                    <a:pt x="285418" y="19140"/>
                    <a:pt x="285418" y="12993"/>
                  </a:cubicBezTo>
                  <a:cubicBezTo>
                    <a:pt x="285418" y="7125"/>
                    <a:pt x="221992" y="2096"/>
                    <a:pt x="143757" y="2096"/>
                  </a:cubicBezTo>
                  <a:cubicBezTo>
                    <a:pt x="65522" y="2375"/>
                    <a:pt x="2096" y="7125"/>
                    <a:pt x="2096" y="12993"/>
                  </a:cubicBezTo>
                  <a:close/>
                </a:path>
              </a:pathLst>
            </a:custGeom>
            <a:solidFill>
              <a:srgbClr val="D8D8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1" name="Forma libre 120">
              <a:extLst>
                <a:ext uri="{FF2B5EF4-FFF2-40B4-BE49-F238E27FC236}">
                  <a16:creationId xmlns:a16="http://schemas.microsoft.com/office/drawing/2014/main" id="{47DD4A5A-0138-64A1-A90A-672E07C466E3}"/>
                </a:ext>
              </a:extLst>
            </p:cNvPr>
            <p:cNvSpPr/>
            <p:nvPr/>
          </p:nvSpPr>
          <p:spPr>
            <a:xfrm>
              <a:off x="1887081" y="2395694"/>
              <a:ext cx="53088" cy="145294"/>
            </a:xfrm>
            <a:custGeom>
              <a:avLst/>
              <a:gdLst>
                <a:gd name="connsiteX0" fmla="*/ 26355 w 53088"/>
                <a:gd name="connsiteY0" fmla="*/ 140422 h 145293"/>
                <a:gd name="connsiteX1" fmla="*/ 45913 w 53088"/>
                <a:gd name="connsiteY1" fmla="*/ 67216 h 145293"/>
                <a:gd name="connsiteX2" fmla="*/ 51502 w 53088"/>
                <a:gd name="connsiteY2" fmla="*/ 18598 h 145293"/>
                <a:gd name="connsiteX3" fmla="*/ 33061 w 53088"/>
                <a:gd name="connsiteY3" fmla="*/ 3789 h 145293"/>
                <a:gd name="connsiteX4" fmla="*/ 12664 w 53088"/>
                <a:gd name="connsiteY4" fmla="*/ 35084 h 145293"/>
                <a:gd name="connsiteX5" fmla="*/ 2605 w 53088"/>
                <a:gd name="connsiteY5" fmla="*/ 126451 h 145293"/>
                <a:gd name="connsiteX6" fmla="*/ 26355 w 53088"/>
                <a:gd name="connsiteY6" fmla="*/ 140422 h 14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088" h="145293">
                  <a:moveTo>
                    <a:pt x="26355" y="140422"/>
                  </a:moveTo>
                  <a:cubicBezTo>
                    <a:pt x="30546" y="132319"/>
                    <a:pt x="38090" y="113598"/>
                    <a:pt x="45913" y="67216"/>
                  </a:cubicBezTo>
                  <a:cubicBezTo>
                    <a:pt x="50664" y="38995"/>
                    <a:pt x="50943" y="27260"/>
                    <a:pt x="51502" y="18598"/>
                  </a:cubicBezTo>
                  <a:cubicBezTo>
                    <a:pt x="52340" y="3510"/>
                    <a:pt x="40046" y="-681"/>
                    <a:pt x="33061" y="3789"/>
                  </a:cubicBezTo>
                  <a:cubicBezTo>
                    <a:pt x="21884" y="11334"/>
                    <a:pt x="13502" y="26981"/>
                    <a:pt x="12664" y="35084"/>
                  </a:cubicBezTo>
                  <a:cubicBezTo>
                    <a:pt x="7914" y="80628"/>
                    <a:pt x="5678" y="114995"/>
                    <a:pt x="2605" y="126451"/>
                  </a:cubicBezTo>
                  <a:cubicBezTo>
                    <a:pt x="-1586" y="142936"/>
                    <a:pt x="21325" y="149922"/>
                    <a:pt x="26355" y="140422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2" name="Forma libre 121">
              <a:extLst>
                <a:ext uri="{FF2B5EF4-FFF2-40B4-BE49-F238E27FC236}">
                  <a16:creationId xmlns:a16="http://schemas.microsoft.com/office/drawing/2014/main" id="{8FB0B6AD-A9DB-567E-4D0F-8902F8207E5D}"/>
                </a:ext>
              </a:extLst>
            </p:cNvPr>
            <p:cNvSpPr/>
            <p:nvPr/>
          </p:nvSpPr>
          <p:spPr>
            <a:xfrm>
              <a:off x="1803271" y="2490230"/>
              <a:ext cx="111764" cy="53088"/>
            </a:xfrm>
            <a:custGeom>
              <a:avLst/>
              <a:gdLst>
                <a:gd name="connsiteX0" fmla="*/ 2871 w 111764"/>
                <a:gd name="connsiteY0" fmla="*/ 15150 h 53088"/>
                <a:gd name="connsiteX1" fmla="*/ 33606 w 111764"/>
                <a:gd name="connsiteY1" fmla="*/ 28562 h 53088"/>
                <a:gd name="connsiteX2" fmla="*/ 94238 w 111764"/>
                <a:gd name="connsiteY2" fmla="*/ 51474 h 53088"/>
                <a:gd name="connsiteX3" fmla="*/ 103459 w 111764"/>
                <a:gd name="connsiteY3" fmla="*/ 26885 h 53088"/>
                <a:gd name="connsiteX4" fmla="*/ 10136 w 111764"/>
                <a:gd name="connsiteY4" fmla="*/ 2577 h 53088"/>
                <a:gd name="connsiteX5" fmla="*/ 2871 w 111764"/>
                <a:gd name="connsiteY5" fmla="*/ 15150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764" h="53088">
                  <a:moveTo>
                    <a:pt x="2871" y="15150"/>
                  </a:moveTo>
                  <a:cubicBezTo>
                    <a:pt x="5945" y="21297"/>
                    <a:pt x="13768" y="18224"/>
                    <a:pt x="33606" y="28562"/>
                  </a:cubicBezTo>
                  <a:cubicBezTo>
                    <a:pt x="62106" y="43650"/>
                    <a:pt x="70768" y="45885"/>
                    <a:pt x="94238" y="51474"/>
                  </a:cubicBezTo>
                  <a:cubicBezTo>
                    <a:pt x="109606" y="55106"/>
                    <a:pt x="120782" y="34709"/>
                    <a:pt x="103459" y="26885"/>
                  </a:cubicBezTo>
                  <a:cubicBezTo>
                    <a:pt x="88650" y="20180"/>
                    <a:pt x="19077" y="6488"/>
                    <a:pt x="10136" y="2577"/>
                  </a:cubicBezTo>
                  <a:cubicBezTo>
                    <a:pt x="4268" y="-217"/>
                    <a:pt x="356" y="9841"/>
                    <a:pt x="2871" y="15150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3" name="Forma libre 122">
              <a:extLst>
                <a:ext uri="{FF2B5EF4-FFF2-40B4-BE49-F238E27FC236}">
                  <a16:creationId xmlns:a16="http://schemas.microsoft.com/office/drawing/2014/main" id="{0DDB8EE8-C114-3728-E1FE-A04084C040FC}"/>
                </a:ext>
              </a:extLst>
            </p:cNvPr>
            <p:cNvSpPr/>
            <p:nvPr/>
          </p:nvSpPr>
          <p:spPr>
            <a:xfrm>
              <a:off x="1993376" y="3048713"/>
              <a:ext cx="39118" cy="41912"/>
            </a:xfrm>
            <a:custGeom>
              <a:avLst/>
              <a:gdLst>
                <a:gd name="connsiteX0" fmla="*/ 13382 w 39117"/>
                <a:gd name="connsiteY0" fmla="*/ 8783 h 41911"/>
                <a:gd name="connsiteX1" fmla="*/ 11985 w 39117"/>
                <a:gd name="connsiteY1" fmla="*/ 19959 h 41911"/>
                <a:gd name="connsiteX2" fmla="*/ 4721 w 39117"/>
                <a:gd name="connsiteY2" fmla="*/ 30018 h 41911"/>
                <a:gd name="connsiteX3" fmla="*/ 14221 w 39117"/>
                <a:gd name="connsiteY3" fmla="*/ 41195 h 41911"/>
                <a:gd name="connsiteX4" fmla="*/ 39088 w 39117"/>
                <a:gd name="connsiteY4" fmla="*/ 30298 h 41911"/>
                <a:gd name="connsiteX5" fmla="*/ 35735 w 39117"/>
                <a:gd name="connsiteY5" fmla="*/ 12695 h 41911"/>
                <a:gd name="connsiteX6" fmla="*/ 33779 w 39117"/>
                <a:gd name="connsiteY6" fmla="*/ 4033 h 41911"/>
                <a:gd name="connsiteX7" fmla="*/ 13382 w 39117"/>
                <a:gd name="connsiteY7" fmla="*/ 8783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17" h="41911">
                  <a:moveTo>
                    <a:pt x="13382" y="8783"/>
                  </a:moveTo>
                  <a:cubicBezTo>
                    <a:pt x="11985" y="14371"/>
                    <a:pt x="12544" y="16327"/>
                    <a:pt x="11985" y="19959"/>
                  </a:cubicBezTo>
                  <a:cubicBezTo>
                    <a:pt x="11147" y="24430"/>
                    <a:pt x="6956" y="26106"/>
                    <a:pt x="4721" y="30018"/>
                  </a:cubicBezTo>
                  <a:cubicBezTo>
                    <a:pt x="1927" y="34209"/>
                    <a:pt x="-2265" y="40636"/>
                    <a:pt x="14221" y="41195"/>
                  </a:cubicBezTo>
                  <a:cubicBezTo>
                    <a:pt x="31824" y="41474"/>
                    <a:pt x="42162" y="40356"/>
                    <a:pt x="39088" y="30298"/>
                  </a:cubicBezTo>
                  <a:cubicBezTo>
                    <a:pt x="36015" y="20518"/>
                    <a:pt x="35456" y="16048"/>
                    <a:pt x="35735" y="12695"/>
                  </a:cubicBezTo>
                  <a:cubicBezTo>
                    <a:pt x="36015" y="9342"/>
                    <a:pt x="35735" y="5989"/>
                    <a:pt x="33779" y="4033"/>
                  </a:cubicBezTo>
                  <a:cubicBezTo>
                    <a:pt x="31544" y="2357"/>
                    <a:pt x="15897" y="-996"/>
                    <a:pt x="13382" y="8783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4" name="Forma libre 123">
              <a:extLst>
                <a:ext uri="{FF2B5EF4-FFF2-40B4-BE49-F238E27FC236}">
                  <a16:creationId xmlns:a16="http://schemas.microsoft.com/office/drawing/2014/main" id="{7DD9EBB8-BBB9-38AE-02A8-1FF68D71C34A}"/>
                </a:ext>
              </a:extLst>
            </p:cNvPr>
            <p:cNvSpPr/>
            <p:nvPr/>
          </p:nvSpPr>
          <p:spPr>
            <a:xfrm>
              <a:off x="1944564" y="2349608"/>
              <a:ext cx="33529" cy="72647"/>
            </a:xfrm>
            <a:custGeom>
              <a:avLst/>
              <a:gdLst>
                <a:gd name="connsiteX0" fmla="*/ 30062 w 33529"/>
                <a:gd name="connsiteY0" fmla="*/ 2096 h 72646"/>
                <a:gd name="connsiteX1" fmla="*/ 32577 w 33529"/>
                <a:gd name="connsiteY1" fmla="*/ 52390 h 72646"/>
                <a:gd name="connsiteX2" fmla="*/ 17768 w 33529"/>
                <a:gd name="connsiteY2" fmla="*/ 73066 h 72646"/>
                <a:gd name="connsiteX3" fmla="*/ 17489 w 33529"/>
                <a:gd name="connsiteY3" fmla="*/ 73066 h 72646"/>
                <a:gd name="connsiteX4" fmla="*/ 2121 w 33529"/>
                <a:gd name="connsiteY4" fmla="*/ 53507 h 72646"/>
                <a:gd name="connsiteX5" fmla="*/ 2401 w 33529"/>
                <a:gd name="connsiteY5" fmla="*/ 15787 h 72646"/>
                <a:gd name="connsiteX6" fmla="*/ 30062 w 33529"/>
                <a:gd name="connsiteY6" fmla="*/ 2096 h 7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29" h="72646">
                  <a:moveTo>
                    <a:pt x="30062" y="2096"/>
                  </a:moveTo>
                  <a:cubicBezTo>
                    <a:pt x="30342" y="3493"/>
                    <a:pt x="32298" y="31154"/>
                    <a:pt x="32577" y="52390"/>
                  </a:cubicBezTo>
                  <a:cubicBezTo>
                    <a:pt x="32857" y="62728"/>
                    <a:pt x="25312" y="72787"/>
                    <a:pt x="17768" y="73066"/>
                  </a:cubicBezTo>
                  <a:cubicBezTo>
                    <a:pt x="17768" y="73066"/>
                    <a:pt x="17489" y="73066"/>
                    <a:pt x="17489" y="73066"/>
                  </a:cubicBezTo>
                  <a:cubicBezTo>
                    <a:pt x="10224" y="73066"/>
                    <a:pt x="1563" y="63845"/>
                    <a:pt x="2121" y="53507"/>
                  </a:cubicBezTo>
                  <a:cubicBezTo>
                    <a:pt x="3239" y="35066"/>
                    <a:pt x="2401" y="16066"/>
                    <a:pt x="2401" y="15787"/>
                  </a:cubicBezTo>
                  <a:lnTo>
                    <a:pt x="30062" y="2096"/>
                  </a:ln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5" name="Forma libre 124">
              <a:extLst>
                <a:ext uri="{FF2B5EF4-FFF2-40B4-BE49-F238E27FC236}">
                  <a16:creationId xmlns:a16="http://schemas.microsoft.com/office/drawing/2014/main" id="{BDC8C27F-4163-2C2F-23CB-7D10E941ACB8}"/>
                </a:ext>
              </a:extLst>
            </p:cNvPr>
            <p:cNvSpPr/>
            <p:nvPr/>
          </p:nvSpPr>
          <p:spPr>
            <a:xfrm>
              <a:off x="1873340" y="2388497"/>
              <a:ext cx="139706" cy="243088"/>
            </a:xfrm>
            <a:custGeom>
              <a:avLst/>
              <a:gdLst>
                <a:gd name="connsiteX0" fmla="*/ 122801 w 139705"/>
                <a:gd name="connsiteY0" fmla="*/ 83074 h 243087"/>
                <a:gd name="connsiteX1" fmla="*/ 109389 w 139705"/>
                <a:gd name="connsiteY1" fmla="*/ 141471 h 243087"/>
                <a:gd name="connsiteX2" fmla="*/ 109669 w 139705"/>
                <a:gd name="connsiteY2" fmla="*/ 185339 h 243087"/>
                <a:gd name="connsiteX3" fmla="*/ 114698 w 139705"/>
                <a:gd name="connsiteY3" fmla="*/ 211324 h 243087"/>
                <a:gd name="connsiteX4" fmla="*/ 122242 w 139705"/>
                <a:gd name="connsiteY4" fmla="*/ 243736 h 243087"/>
                <a:gd name="connsiteX5" fmla="*/ 2096 w 139705"/>
                <a:gd name="connsiteY5" fmla="*/ 243736 h 243087"/>
                <a:gd name="connsiteX6" fmla="*/ 11875 w 139705"/>
                <a:gd name="connsiteY6" fmla="*/ 98442 h 243087"/>
                <a:gd name="connsiteX7" fmla="*/ 27243 w 139705"/>
                <a:gd name="connsiteY7" fmla="*/ 36692 h 243087"/>
                <a:gd name="connsiteX8" fmla="*/ 36743 w 139705"/>
                <a:gd name="connsiteY8" fmla="*/ 16574 h 243087"/>
                <a:gd name="connsiteX9" fmla="*/ 55184 w 139705"/>
                <a:gd name="connsiteY9" fmla="*/ 5398 h 243087"/>
                <a:gd name="connsiteX10" fmla="*/ 66360 w 139705"/>
                <a:gd name="connsiteY10" fmla="*/ 3722 h 243087"/>
                <a:gd name="connsiteX11" fmla="*/ 139007 w 139705"/>
                <a:gd name="connsiteY11" fmla="*/ 25236 h 243087"/>
                <a:gd name="connsiteX12" fmla="*/ 136492 w 139705"/>
                <a:gd name="connsiteY12" fmla="*/ 48707 h 243087"/>
                <a:gd name="connsiteX13" fmla="*/ 126434 w 139705"/>
                <a:gd name="connsiteY13" fmla="*/ 73295 h 243087"/>
                <a:gd name="connsiteX14" fmla="*/ 122801 w 139705"/>
                <a:gd name="connsiteY14" fmla="*/ 83074 h 24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705" h="243087">
                  <a:moveTo>
                    <a:pt x="122801" y="83074"/>
                  </a:moveTo>
                  <a:cubicBezTo>
                    <a:pt x="116375" y="102074"/>
                    <a:pt x="112742" y="121633"/>
                    <a:pt x="109389" y="141471"/>
                  </a:cubicBezTo>
                  <a:cubicBezTo>
                    <a:pt x="106875" y="156001"/>
                    <a:pt x="107713" y="170809"/>
                    <a:pt x="109669" y="185339"/>
                  </a:cubicBezTo>
                  <a:cubicBezTo>
                    <a:pt x="110787" y="194001"/>
                    <a:pt x="112463" y="202662"/>
                    <a:pt x="114698" y="211324"/>
                  </a:cubicBezTo>
                  <a:cubicBezTo>
                    <a:pt x="115537" y="214677"/>
                    <a:pt x="121963" y="240942"/>
                    <a:pt x="122242" y="243736"/>
                  </a:cubicBezTo>
                  <a:cubicBezTo>
                    <a:pt x="122242" y="243736"/>
                    <a:pt x="8801" y="243736"/>
                    <a:pt x="2096" y="243736"/>
                  </a:cubicBezTo>
                  <a:cubicBezTo>
                    <a:pt x="3213" y="220265"/>
                    <a:pt x="30037" y="146221"/>
                    <a:pt x="11875" y="98442"/>
                  </a:cubicBezTo>
                  <a:cubicBezTo>
                    <a:pt x="-699" y="65192"/>
                    <a:pt x="16066" y="64354"/>
                    <a:pt x="27243" y="36692"/>
                  </a:cubicBezTo>
                  <a:cubicBezTo>
                    <a:pt x="30037" y="29986"/>
                    <a:pt x="32272" y="22442"/>
                    <a:pt x="36743" y="16574"/>
                  </a:cubicBezTo>
                  <a:cubicBezTo>
                    <a:pt x="41213" y="10986"/>
                    <a:pt x="48198" y="7075"/>
                    <a:pt x="55184" y="5398"/>
                  </a:cubicBezTo>
                  <a:cubicBezTo>
                    <a:pt x="58816" y="4560"/>
                    <a:pt x="62728" y="4001"/>
                    <a:pt x="66360" y="3722"/>
                  </a:cubicBezTo>
                  <a:cubicBezTo>
                    <a:pt x="86757" y="2045"/>
                    <a:pt x="134536" y="-3822"/>
                    <a:pt x="139007" y="25236"/>
                  </a:cubicBezTo>
                  <a:cubicBezTo>
                    <a:pt x="140125" y="33060"/>
                    <a:pt x="139007" y="41163"/>
                    <a:pt x="136492" y="48707"/>
                  </a:cubicBezTo>
                  <a:cubicBezTo>
                    <a:pt x="133698" y="57089"/>
                    <a:pt x="129787" y="65192"/>
                    <a:pt x="126434" y="73295"/>
                  </a:cubicBezTo>
                  <a:cubicBezTo>
                    <a:pt x="125316" y="76369"/>
                    <a:pt x="123919" y="79721"/>
                    <a:pt x="122801" y="83074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62BBB320-2957-C8A9-59F9-AF623D16624F}"/>
                </a:ext>
              </a:extLst>
            </p:cNvPr>
            <p:cNvSpPr/>
            <p:nvPr/>
          </p:nvSpPr>
          <p:spPr>
            <a:xfrm>
              <a:off x="1868590" y="2630137"/>
              <a:ext cx="131323" cy="78235"/>
            </a:xfrm>
            <a:custGeom>
              <a:avLst/>
              <a:gdLst>
                <a:gd name="connsiteX0" fmla="*/ 126154 w 131323"/>
                <a:gd name="connsiteY0" fmla="*/ 78375 h 78235"/>
                <a:gd name="connsiteX1" fmla="*/ 126713 w 131323"/>
                <a:gd name="connsiteY1" fmla="*/ 2096 h 78235"/>
                <a:gd name="connsiteX2" fmla="*/ 6566 w 131323"/>
                <a:gd name="connsiteY2" fmla="*/ 2096 h 78235"/>
                <a:gd name="connsiteX3" fmla="*/ 2096 w 131323"/>
                <a:gd name="connsiteY3" fmla="*/ 78375 h 78235"/>
                <a:gd name="connsiteX4" fmla="*/ 126154 w 131323"/>
                <a:gd name="connsiteY4" fmla="*/ 78375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323" h="78235">
                  <a:moveTo>
                    <a:pt x="126154" y="78375"/>
                  </a:moveTo>
                  <a:cubicBezTo>
                    <a:pt x="126154" y="78375"/>
                    <a:pt x="136492" y="52110"/>
                    <a:pt x="126713" y="2096"/>
                  </a:cubicBezTo>
                  <a:lnTo>
                    <a:pt x="6566" y="2096"/>
                  </a:lnTo>
                  <a:cubicBezTo>
                    <a:pt x="6566" y="2096"/>
                    <a:pt x="2375" y="37860"/>
                    <a:pt x="2096" y="78375"/>
                  </a:cubicBezTo>
                  <a:lnTo>
                    <a:pt x="126154" y="78375"/>
                  </a:ln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0CFA7A36-42B2-C216-6790-0EB270045FD1}"/>
                </a:ext>
              </a:extLst>
            </p:cNvPr>
            <p:cNvSpPr/>
            <p:nvPr/>
          </p:nvSpPr>
          <p:spPr>
            <a:xfrm>
              <a:off x="1967732" y="2833293"/>
              <a:ext cx="64265" cy="226323"/>
            </a:xfrm>
            <a:custGeom>
              <a:avLst/>
              <a:gdLst>
                <a:gd name="connsiteX0" fmla="*/ 3541 w 64264"/>
                <a:gd name="connsiteY0" fmla="*/ 38395 h 226323"/>
                <a:gd name="connsiteX1" fmla="*/ 46571 w 64264"/>
                <a:gd name="connsiteY1" fmla="*/ 19954 h 226323"/>
                <a:gd name="connsiteX2" fmla="*/ 61938 w 64264"/>
                <a:gd name="connsiteY2" fmla="*/ 220851 h 226323"/>
                <a:gd name="connsiteX3" fmla="*/ 58026 w 64264"/>
                <a:gd name="connsiteY3" fmla="*/ 223086 h 226323"/>
                <a:gd name="connsiteX4" fmla="*/ 45453 w 64264"/>
                <a:gd name="connsiteY4" fmla="*/ 220571 h 226323"/>
                <a:gd name="connsiteX5" fmla="*/ 38747 w 64264"/>
                <a:gd name="connsiteY5" fmla="*/ 226160 h 226323"/>
                <a:gd name="connsiteX6" fmla="*/ 3541 w 64264"/>
                <a:gd name="connsiteY6" fmla="*/ 38395 h 22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226323">
                  <a:moveTo>
                    <a:pt x="3541" y="38395"/>
                  </a:moveTo>
                  <a:cubicBezTo>
                    <a:pt x="-5959" y="-2119"/>
                    <a:pt x="33997" y="-9384"/>
                    <a:pt x="46571" y="19954"/>
                  </a:cubicBezTo>
                  <a:cubicBezTo>
                    <a:pt x="64453" y="61586"/>
                    <a:pt x="63056" y="194307"/>
                    <a:pt x="61938" y="220851"/>
                  </a:cubicBezTo>
                  <a:cubicBezTo>
                    <a:pt x="61938" y="224204"/>
                    <a:pt x="59982" y="223645"/>
                    <a:pt x="58026" y="223086"/>
                  </a:cubicBezTo>
                  <a:cubicBezTo>
                    <a:pt x="52438" y="221130"/>
                    <a:pt x="47688" y="220292"/>
                    <a:pt x="45453" y="220571"/>
                  </a:cubicBezTo>
                  <a:cubicBezTo>
                    <a:pt x="40982" y="221410"/>
                    <a:pt x="38747" y="226160"/>
                    <a:pt x="38747" y="226160"/>
                  </a:cubicBezTo>
                  <a:cubicBezTo>
                    <a:pt x="34835" y="189836"/>
                    <a:pt x="12762" y="77792"/>
                    <a:pt x="3541" y="38395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8B94D2D1-F66F-37B6-46E9-916D81391471}"/>
                </a:ext>
              </a:extLst>
            </p:cNvPr>
            <p:cNvSpPr/>
            <p:nvPr/>
          </p:nvSpPr>
          <p:spPr>
            <a:xfrm>
              <a:off x="1932563" y="2635159"/>
              <a:ext cx="83823" cy="254264"/>
            </a:xfrm>
            <a:custGeom>
              <a:avLst/>
              <a:gdLst>
                <a:gd name="connsiteX0" fmla="*/ 2666 w 83823"/>
                <a:gd name="connsiteY0" fmla="*/ 78941 h 254264"/>
                <a:gd name="connsiteX1" fmla="*/ 47931 w 83823"/>
                <a:gd name="connsiteY1" fmla="*/ 6015 h 254264"/>
                <a:gd name="connsiteX2" fmla="*/ 66931 w 83823"/>
                <a:gd name="connsiteY2" fmla="*/ 40103 h 254264"/>
                <a:gd name="connsiteX3" fmla="*/ 81181 w 83823"/>
                <a:gd name="connsiteY3" fmla="*/ 215294 h 254264"/>
                <a:gd name="connsiteX4" fmla="*/ 41504 w 83823"/>
                <a:gd name="connsiteY4" fmla="*/ 240720 h 254264"/>
                <a:gd name="connsiteX5" fmla="*/ 2666 w 83823"/>
                <a:gd name="connsiteY5" fmla="*/ 78941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23" h="254264">
                  <a:moveTo>
                    <a:pt x="2666" y="78941"/>
                  </a:moveTo>
                  <a:cubicBezTo>
                    <a:pt x="-1525" y="28647"/>
                    <a:pt x="17754" y="-10750"/>
                    <a:pt x="47931" y="6015"/>
                  </a:cubicBezTo>
                  <a:cubicBezTo>
                    <a:pt x="60504" y="13000"/>
                    <a:pt x="65254" y="26971"/>
                    <a:pt x="66931" y="40103"/>
                  </a:cubicBezTo>
                  <a:cubicBezTo>
                    <a:pt x="68607" y="53235"/>
                    <a:pt x="77828" y="190426"/>
                    <a:pt x="81181" y="215294"/>
                  </a:cubicBezTo>
                  <a:cubicBezTo>
                    <a:pt x="88445" y="271176"/>
                    <a:pt x="45975" y="256088"/>
                    <a:pt x="41504" y="240720"/>
                  </a:cubicBezTo>
                  <a:cubicBezTo>
                    <a:pt x="29769" y="201603"/>
                    <a:pt x="4902" y="106323"/>
                    <a:pt x="2666" y="78941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665A9DC2-F884-B0CC-FD17-BA4389B633BE}"/>
                </a:ext>
              </a:extLst>
            </p:cNvPr>
            <p:cNvSpPr/>
            <p:nvPr/>
          </p:nvSpPr>
          <p:spPr>
            <a:xfrm>
              <a:off x="1862106" y="2838186"/>
              <a:ext cx="50294" cy="237499"/>
            </a:xfrm>
            <a:custGeom>
              <a:avLst/>
              <a:gdLst>
                <a:gd name="connsiteX0" fmla="*/ 2153 w 50294"/>
                <a:gd name="connsiteY0" fmla="*/ 30987 h 237499"/>
                <a:gd name="connsiteX1" fmla="*/ 44903 w 50294"/>
                <a:gd name="connsiteY1" fmla="*/ 24840 h 237499"/>
                <a:gd name="connsiteX2" fmla="*/ 33168 w 50294"/>
                <a:gd name="connsiteY2" fmla="*/ 236634 h 237499"/>
                <a:gd name="connsiteX3" fmla="*/ 18359 w 50294"/>
                <a:gd name="connsiteY3" fmla="*/ 224061 h 237499"/>
                <a:gd name="connsiteX4" fmla="*/ 11374 w 50294"/>
                <a:gd name="connsiteY4" fmla="*/ 227972 h 237499"/>
                <a:gd name="connsiteX5" fmla="*/ 2153 w 50294"/>
                <a:gd name="connsiteY5" fmla="*/ 30987 h 2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294" h="237499">
                  <a:moveTo>
                    <a:pt x="2153" y="30987"/>
                  </a:moveTo>
                  <a:cubicBezTo>
                    <a:pt x="477" y="-6733"/>
                    <a:pt x="35962" y="-6174"/>
                    <a:pt x="44903" y="24840"/>
                  </a:cubicBezTo>
                  <a:cubicBezTo>
                    <a:pt x="58874" y="73179"/>
                    <a:pt x="34565" y="177399"/>
                    <a:pt x="33168" y="236634"/>
                  </a:cubicBezTo>
                  <a:cubicBezTo>
                    <a:pt x="27021" y="226296"/>
                    <a:pt x="21153" y="223781"/>
                    <a:pt x="18359" y="224061"/>
                  </a:cubicBezTo>
                  <a:cubicBezTo>
                    <a:pt x="13888" y="224340"/>
                    <a:pt x="11374" y="227972"/>
                    <a:pt x="11374" y="227972"/>
                  </a:cubicBezTo>
                  <a:cubicBezTo>
                    <a:pt x="12491" y="149737"/>
                    <a:pt x="3830" y="71502"/>
                    <a:pt x="2153" y="30987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65C80C3F-147C-487D-A84F-D4EE628D6746}"/>
                </a:ext>
              </a:extLst>
            </p:cNvPr>
            <p:cNvSpPr/>
            <p:nvPr/>
          </p:nvSpPr>
          <p:spPr>
            <a:xfrm>
              <a:off x="1862139" y="2634667"/>
              <a:ext cx="75441" cy="254264"/>
            </a:xfrm>
            <a:custGeom>
              <a:avLst/>
              <a:gdLst>
                <a:gd name="connsiteX0" fmla="*/ 43473 w 75441"/>
                <a:gd name="connsiteY0" fmla="*/ 238418 h 254264"/>
                <a:gd name="connsiteX1" fmla="*/ 2399 w 75441"/>
                <a:gd name="connsiteY1" fmla="*/ 215506 h 254264"/>
                <a:gd name="connsiteX2" fmla="*/ 10223 w 75441"/>
                <a:gd name="connsiteY2" fmla="*/ 39477 h 254264"/>
                <a:gd name="connsiteX3" fmla="*/ 19723 w 75441"/>
                <a:gd name="connsiteY3" fmla="*/ 4272 h 254264"/>
                <a:gd name="connsiteX4" fmla="*/ 74487 w 75441"/>
                <a:gd name="connsiteY4" fmla="*/ 81668 h 254264"/>
                <a:gd name="connsiteX5" fmla="*/ 43473 w 75441"/>
                <a:gd name="connsiteY5" fmla="*/ 238418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41" h="254264">
                  <a:moveTo>
                    <a:pt x="43473" y="238418"/>
                  </a:moveTo>
                  <a:cubicBezTo>
                    <a:pt x="38723" y="253786"/>
                    <a:pt x="-1792" y="271668"/>
                    <a:pt x="2399" y="215506"/>
                  </a:cubicBezTo>
                  <a:cubicBezTo>
                    <a:pt x="4355" y="190639"/>
                    <a:pt x="9384" y="52889"/>
                    <a:pt x="10223" y="39477"/>
                  </a:cubicBezTo>
                  <a:cubicBezTo>
                    <a:pt x="11061" y="26066"/>
                    <a:pt x="13296" y="6786"/>
                    <a:pt x="19723" y="4272"/>
                  </a:cubicBezTo>
                  <a:cubicBezTo>
                    <a:pt x="51855" y="-7743"/>
                    <a:pt x="82870" y="31654"/>
                    <a:pt x="74487" y="81668"/>
                  </a:cubicBezTo>
                  <a:cubicBezTo>
                    <a:pt x="68899" y="115198"/>
                    <a:pt x="53252" y="206565"/>
                    <a:pt x="43473" y="238418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83976436-A42B-AB70-5D2A-3DE44BE263B2}"/>
                </a:ext>
              </a:extLst>
            </p:cNvPr>
            <p:cNvSpPr/>
            <p:nvPr/>
          </p:nvSpPr>
          <p:spPr>
            <a:xfrm>
              <a:off x="1899046" y="2501887"/>
              <a:ext cx="22353" cy="8382"/>
            </a:xfrm>
            <a:custGeom>
              <a:avLst/>
              <a:gdLst>
                <a:gd name="connsiteX0" fmla="*/ 4610 w 22352"/>
                <a:gd name="connsiteY0" fmla="*/ 6566 h 8382"/>
                <a:gd name="connsiteX1" fmla="*/ 21654 w 22352"/>
                <a:gd name="connsiteY1" fmla="*/ 6566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610" y="6566"/>
                  </a:moveTo>
                  <a:lnTo>
                    <a:pt x="21654" y="6566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BCF0710C-13A2-A686-15A9-DA0E52F99935}"/>
                </a:ext>
              </a:extLst>
            </p:cNvPr>
            <p:cNvSpPr/>
            <p:nvPr/>
          </p:nvSpPr>
          <p:spPr>
            <a:xfrm>
              <a:off x="1850708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BD721FBF-6F8B-0DEE-6F5E-58D85405A13C}"/>
                </a:ext>
              </a:extLst>
            </p:cNvPr>
            <p:cNvSpPr/>
            <p:nvPr/>
          </p:nvSpPr>
          <p:spPr>
            <a:xfrm>
              <a:off x="1872502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4" name="Forma libre 133">
              <a:extLst>
                <a:ext uri="{FF2B5EF4-FFF2-40B4-BE49-F238E27FC236}">
                  <a16:creationId xmlns:a16="http://schemas.microsoft.com/office/drawing/2014/main" id="{CD711993-1F44-E333-BE37-DA25CD61C8BF}"/>
                </a:ext>
              </a:extLst>
            </p:cNvPr>
            <p:cNvSpPr/>
            <p:nvPr/>
          </p:nvSpPr>
          <p:spPr>
            <a:xfrm>
              <a:off x="1836178" y="2511387"/>
              <a:ext cx="89412" cy="19559"/>
            </a:xfrm>
            <a:custGeom>
              <a:avLst/>
              <a:gdLst>
                <a:gd name="connsiteX0" fmla="*/ 10478 w 89411"/>
                <a:gd name="connsiteY0" fmla="*/ 17463 h 19558"/>
                <a:gd name="connsiteX1" fmla="*/ 89551 w 89411"/>
                <a:gd name="connsiteY1" fmla="*/ 17463 h 19558"/>
                <a:gd name="connsiteX2" fmla="*/ 81448 w 89411"/>
                <a:gd name="connsiteY2" fmla="*/ 2096 h 19558"/>
                <a:gd name="connsiteX3" fmla="*/ 2096 w 89411"/>
                <a:gd name="connsiteY3" fmla="*/ 2096 h 19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19558">
                  <a:moveTo>
                    <a:pt x="10478" y="17463"/>
                  </a:moveTo>
                  <a:lnTo>
                    <a:pt x="89551" y="17463"/>
                  </a:lnTo>
                  <a:lnTo>
                    <a:pt x="8144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5" name="Forma libre 134">
              <a:extLst>
                <a:ext uri="{FF2B5EF4-FFF2-40B4-BE49-F238E27FC236}">
                  <a16:creationId xmlns:a16="http://schemas.microsoft.com/office/drawing/2014/main" id="{9E195B8D-2D52-1E95-8852-DAD807138ADC}"/>
                </a:ext>
              </a:extLst>
            </p:cNvPr>
            <p:cNvSpPr/>
            <p:nvPr/>
          </p:nvSpPr>
          <p:spPr>
            <a:xfrm>
              <a:off x="1840649" y="2516417"/>
              <a:ext cx="22353" cy="13971"/>
            </a:xfrm>
            <a:custGeom>
              <a:avLst/>
              <a:gdLst>
                <a:gd name="connsiteX0" fmla="*/ 7684 w 22352"/>
                <a:gd name="connsiteY0" fmla="*/ 12993 h 13970"/>
                <a:gd name="connsiteX1" fmla="*/ 21375 w 22352"/>
                <a:gd name="connsiteY1" fmla="*/ 12993 h 13970"/>
                <a:gd name="connsiteX2" fmla="*/ 15507 w 22352"/>
                <a:gd name="connsiteY2" fmla="*/ 2096 h 13970"/>
                <a:gd name="connsiteX3" fmla="*/ 2096 w 22352"/>
                <a:gd name="connsiteY3" fmla="*/ 2096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13970">
                  <a:moveTo>
                    <a:pt x="7684" y="12993"/>
                  </a:moveTo>
                  <a:lnTo>
                    <a:pt x="21375" y="12993"/>
                  </a:lnTo>
                  <a:lnTo>
                    <a:pt x="15507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6" name="Forma libre 135">
              <a:extLst>
                <a:ext uri="{FF2B5EF4-FFF2-40B4-BE49-F238E27FC236}">
                  <a16:creationId xmlns:a16="http://schemas.microsoft.com/office/drawing/2014/main" id="{718A2AC5-EAE5-29C9-A09E-C421FF80B287}"/>
                </a:ext>
              </a:extLst>
            </p:cNvPr>
            <p:cNvSpPr/>
            <p:nvPr/>
          </p:nvSpPr>
          <p:spPr>
            <a:xfrm>
              <a:off x="1891222" y="2514181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551 w 33529"/>
                <a:gd name="connsiteY1" fmla="*/ 4331 h 5588"/>
                <a:gd name="connsiteX2" fmla="*/ 3143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551" y="4331"/>
                  </a:lnTo>
                  <a:lnTo>
                    <a:pt x="3143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7" name="Forma libre 136">
              <a:extLst>
                <a:ext uri="{FF2B5EF4-FFF2-40B4-BE49-F238E27FC236}">
                  <a16:creationId xmlns:a16="http://schemas.microsoft.com/office/drawing/2014/main" id="{1E4B4AF2-674A-2479-C0C9-79D96E92C7F6}"/>
                </a:ext>
              </a:extLst>
            </p:cNvPr>
            <p:cNvSpPr/>
            <p:nvPr/>
          </p:nvSpPr>
          <p:spPr>
            <a:xfrm>
              <a:off x="1883399" y="2520608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272 w 33529"/>
                <a:gd name="connsiteY1" fmla="*/ 4331 h 5588"/>
                <a:gd name="connsiteX2" fmla="*/ 3115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272" y="4331"/>
                  </a:lnTo>
                  <a:lnTo>
                    <a:pt x="31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8" name="Forma libre 137">
              <a:extLst>
                <a:ext uri="{FF2B5EF4-FFF2-40B4-BE49-F238E27FC236}">
                  <a16:creationId xmlns:a16="http://schemas.microsoft.com/office/drawing/2014/main" id="{DD69582B-A128-0C05-B756-5E91DA2DC4B0}"/>
                </a:ext>
              </a:extLst>
            </p:cNvPr>
            <p:cNvSpPr/>
            <p:nvPr/>
          </p:nvSpPr>
          <p:spPr>
            <a:xfrm>
              <a:off x="1894855" y="2524520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56F49E21-878E-74A4-94E0-98D15AE2784D}"/>
                </a:ext>
              </a:extLst>
            </p:cNvPr>
            <p:cNvSpPr/>
            <p:nvPr/>
          </p:nvSpPr>
          <p:spPr>
            <a:xfrm>
              <a:off x="1875296" y="2533181"/>
              <a:ext cx="64265" cy="22353"/>
            </a:xfrm>
            <a:custGeom>
              <a:avLst/>
              <a:gdLst>
                <a:gd name="connsiteX0" fmla="*/ 12434 w 64264"/>
                <a:gd name="connsiteY0" fmla="*/ 21096 h 22352"/>
                <a:gd name="connsiteX1" fmla="*/ 62728 w 64264"/>
                <a:gd name="connsiteY1" fmla="*/ 21096 h 22352"/>
                <a:gd name="connsiteX2" fmla="*/ 52669 w 64264"/>
                <a:gd name="connsiteY2" fmla="*/ 2096 h 22352"/>
                <a:gd name="connsiteX3" fmla="*/ 2096 w 64264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64" h="22352">
                  <a:moveTo>
                    <a:pt x="12434" y="21096"/>
                  </a:moveTo>
                  <a:lnTo>
                    <a:pt x="62728" y="21096"/>
                  </a:lnTo>
                  <a:lnTo>
                    <a:pt x="52669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25BFB8E4-3D65-00F7-7A9F-613FA8BDC8C7}"/>
                </a:ext>
              </a:extLst>
            </p:cNvPr>
            <p:cNvSpPr/>
            <p:nvPr/>
          </p:nvSpPr>
          <p:spPr>
            <a:xfrm>
              <a:off x="1894855" y="2535976"/>
              <a:ext cx="30735" cy="5588"/>
            </a:xfrm>
            <a:custGeom>
              <a:avLst/>
              <a:gdLst>
                <a:gd name="connsiteX0" fmla="*/ 3213 w 30735"/>
                <a:gd name="connsiteY0" fmla="*/ 4331 h 5588"/>
                <a:gd name="connsiteX1" fmla="*/ 29198 w 30735"/>
                <a:gd name="connsiteY1" fmla="*/ 4331 h 5588"/>
                <a:gd name="connsiteX2" fmla="*/ 28081 w 30735"/>
                <a:gd name="connsiteY2" fmla="*/ 2096 h 5588"/>
                <a:gd name="connsiteX3" fmla="*/ 2096 w 30735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5" h="5588">
                  <a:moveTo>
                    <a:pt x="3213" y="4331"/>
                  </a:moveTo>
                  <a:lnTo>
                    <a:pt x="29198" y="4331"/>
                  </a:lnTo>
                  <a:lnTo>
                    <a:pt x="28081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6CB33768-ACCD-C7CF-D2E3-BD974BFB8B71}"/>
                </a:ext>
              </a:extLst>
            </p:cNvPr>
            <p:cNvSpPr/>
            <p:nvPr/>
          </p:nvSpPr>
          <p:spPr>
            <a:xfrm>
              <a:off x="1903237" y="2539887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AF262F98-22C7-FE25-AF8F-97EAA47EE404}"/>
                </a:ext>
              </a:extLst>
            </p:cNvPr>
            <p:cNvSpPr/>
            <p:nvPr/>
          </p:nvSpPr>
          <p:spPr>
            <a:xfrm>
              <a:off x="1911619" y="2543520"/>
              <a:ext cx="16765" cy="5588"/>
            </a:xfrm>
            <a:custGeom>
              <a:avLst/>
              <a:gdLst>
                <a:gd name="connsiteX0" fmla="*/ 3213 w 16764"/>
                <a:gd name="connsiteY0" fmla="*/ 4051 h 5588"/>
                <a:gd name="connsiteX1" fmla="*/ 16346 w 16764"/>
                <a:gd name="connsiteY1" fmla="*/ 4051 h 5588"/>
                <a:gd name="connsiteX2" fmla="*/ 15228 w 16764"/>
                <a:gd name="connsiteY2" fmla="*/ 2096 h 5588"/>
                <a:gd name="connsiteX3" fmla="*/ 2096 w 16764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" h="5588">
                  <a:moveTo>
                    <a:pt x="3213" y="4051"/>
                  </a:moveTo>
                  <a:lnTo>
                    <a:pt x="16346" y="4051"/>
                  </a:lnTo>
                  <a:lnTo>
                    <a:pt x="152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33EF6B89-E21E-4FF2-3B12-0C0FF9693755}"/>
                </a:ext>
              </a:extLst>
            </p:cNvPr>
            <p:cNvSpPr/>
            <p:nvPr/>
          </p:nvSpPr>
          <p:spPr>
            <a:xfrm>
              <a:off x="1901840" y="2543520"/>
              <a:ext cx="11176" cy="5588"/>
            </a:xfrm>
            <a:custGeom>
              <a:avLst/>
              <a:gdLst>
                <a:gd name="connsiteX0" fmla="*/ 3213 w 11176"/>
                <a:gd name="connsiteY0" fmla="*/ 4051 h 5588"/>
                <a:gd name="connsiteX1" fmla="*/ 11316 w 11176"/>
                <a:gd name="connsiteY1" fmla="*/ 4051 h 5588"/>
                <a:gd name="connsiteX2" fmla="*/ 10198 w 11176"/>
                <a:gd name="connsiteY2" fmla="*/ 2096 h 5588"/>
                <a:gd name="connsiteX3" fmla="*/ 2096 w 11176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6" h="5588">
                  <a:moveTo>
                    <a:pt x="3213" y="4051"/>
                  </a:moveTo>
                  <a:lnTo>
                    <a:pt x="11316" y="4051"/>
                  </a:lnTo>
                  <a:lnTo>
                    <a:pt x="1019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4" name="Forma libre 143">
              <a:extLst>
                <a:ext uri="{FF2B5EF4-FFF2-40B4-BE49-F238E27FC236}">
                  <a16:creationId xmlns:a16="http://schemas.microsoft.com/office/drawing/2014/main" id="{6539E3D9-262E-6796-19C6-653B738EFB4B}"/>
                </a:ext>
              </a:extLst>
            </p:cNvPr>
            <p:cNvSpPr/>
            <p:nvPr/>
          </p:nvSpPr>
          <p:spPr>
            <a:xfrm>
              <a:off x="1908825" y="2547152"/>
              <a:ext cx="22353" cy="5588"/>
            </a:xfrm>
            <a:custGeom>
              <a:avLst/>
              <a:gdLst>
                <a:gd name="connsiteX0" fmla="*/ 3213 w 22352"/>
                <a:gd name="connsiteY0" fmla="*/ 4331 h 5588"/>
                <a:gd name="connsiteX1" fmla="*/ 21096 w 22352"/>
                <a:gd name="connsiteY1" fmla="*/ 4331 h 5588"/>
                <a:gd name="connsiteX2" fmla="*/ 19978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331"/>
                  </a:moveTo>
                  <a:lnTo>
                    <a:pt x="21096" y="4331"/>
                  </a:lnTo>
                  <a:lnTo>
                    <a:pt x="1997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D753DC5C-8146-D4F4-AE50-73AA8DEBBB9E}"/>
                </a:ext>
              </a:extLst>
            </p:cNvPr>
            <p:cNvSpPr/>
            <p:nvPr/>
          </p:nvSpPr>
          <p:spPr>
            <a:xfrm>
              <a:off x="1821928" y="2444887"/>
              <a:ext cx="89412" cy="53088"/>
            </a:xfrm>
            <a:custGeom>
              <a:avLst/>
              <a:gdLst>
                <a:gd name="connsiteX0" fmla="*/ 28360 w 89411"/>
                <a:gd name="connsiteY0" fmla="*/ 50993 h 53088"/>
                <a:gd name="connsiteX1" fmla="*/ 89272 w 89411"/>
                <a:gd name="connsiteY1" fmla="*/ 50993 h 53088"/>
                <a:gd name="connsiteX2" fmla="*/ 62728 w 89411"/>
                <a:gd name="connsiteY2" fmla="*/ 2096 h 53088"/>
                <a:gd name="connsiteX3" fmla="*/ 2096 w 89411"/>
                <a:gd name="connsiteY3" fmla="*/ 2096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53088">
                  <a:moveTo>
                    <a:pt x="28360" y="50993"/>
                  </a:moveTo>
                  <a:lnTo>
                    <a:pt x="89272" y="50993"/>
                  </a:lnTo>
                  <a:lnTo>
                    <a:pt x="627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54259323-836B-41E6-FC6B-1F74CD0020BE}"/>
                </a:ext>
              </a:extLst>
            </p:cNvPr>
            <p:cNvSpPr/>
            <p:nvPr/>
          </p:nvSpPr>
          <p:spPr>
            <a:xfrm>
              <a:off x="1846516" y="2533181"/>
              <a:ext cx="36323" cy="22353"/>
            </a:xfrm>
            <a:custGeom>
              <a:avLst/>
              <a:gdLst>
                <a:gd name="connsiteX0" fmla="*/ 12434 w 36323"/>
                <a:gd name="connsiteY0" fmla="*/ 21096 h 22352"/>
                <a:gd name="connsiteX1" fmla="*/ 36184 w 36323"/>
                <a:gd name="connsiteY1" fmla="*/ 21096 h 22352"/>
                <a:gd name="connsiteX2" fmla="*/ 25846 w 36323"/>
                <a:gd name="connsiteY2" fmla="*/ 2096 h 22352"/>
                <a:gd name="connsiteX3" fmla="*/ 2096 w 36323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22352">
                  <a:moveTo>
                    <a:pt x="12434" y="21096"/>
                  </a:moveTo>
                  <a:lnTo>
                    <a:pt x="36184" y="21096"/>
                  </a:lnTo>
                  <a:lnTo>
                    <a:pt x="25846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7" name="Forma libre 146">
              <a:extLst>
                <a:ext uri="{FF2B5EF4-FFF2-40B4-BE49-F238E27FC236}">
                  <a16:creationId xmlns:a16="http://schemas.microsoft.com/office/drawing/2014/main" id="{7F6C1C6B-A4CC-1E4F-2DCD-2E2EE05B028F}"/>
                </a:ext>
              </a:extLst>
            </p:cNvPr>
            <p:cNvSpPr/>
            <p:nvPr/>
          </p:nvSpPr>
          <p:spPr>
            <a:xfrm>
              <a:off x="1858761" y="2537093"/>
              <a:ext cx="11176" cy="8382"/>
            </a:xfrm>
            <a:custGeom>
              <a:avLst/>
              <a:gdLst>
                <a:gd name="connsiteX0" fmla="*/ 7454 w 11176"/>
                <a:gd name="connsiteY0" fmla="*/ 8522 h 8382"/>
                <a:gd name="connsiteX1" fmla="*/ 7454 w 11176"/>
                <a:gd name="connsiteY1" fmla="*/ 8522 h 8382"/>
                <a:gd name="connsiteX2" fmla="*/ 9130 w 11176"/>
                <a:gd name="connsiteY2" fmla="*/ 6007 h 8382"/>
                <a:gd name="connsiteX3" fmla="*/ 8292 w 11176"/>
                <a:gd name="connsiteY3" fmla="*/ 4610 h 8382"/>
                <a:gd name="connsiteX4" fmla="*/ 4101 w 11176"/>
                <a:gd name="connsiteY4" fmla="*/ 2096 h 8382"/>
                <a:gd name="connsiteX5" fmla="*/ 4101 w 11176"/>
                <a:gd name="connsiteY5" fmla="*/ 2096 h 8382"/>
                <a:gd name="connsiteX6" fmla="*/ 2424 w 11176"/>
                <a:gd name="connsiteY6" fmla="*/ 4610 h 8382"/>
                <a:gd name="connsiteX7" fmla="*/ 3263 w 11176"/>
                <a:gd name="connsiteY7" fmla="*/ 6007 h 8382"/>
                <a:gd name="connsiteX8" fmla="*/ 7454 w 11176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76" h="8382">
                  <a:moveTo>
                    <a:pt x="7454" y="8522"/>
                  </a:moveTo>
                  <a:lnTo>
                    <a:pt x="7454" y="8522"/>
                  </a:lnTo>
                  <a:cubicBezTo>
                    <a:pt x="9130" y="8522"/>
                    <a:pt x="9969" y="7404"/>
                    <a:pt x="9130" y="6007"/>
                  </a:cubicBezTo>
                  <a:lnTo>
                    <a:pt x="8292" y="4610"/>
                  </a:lnTo>
                  <a:cubicBezTo>
                    <a:pt x="7454" y="3213"/>
                    <a:pt x="5498" y="2096"/>
                    <a:pt x="4101" y="2096"/>
                  </a:cubicBezTo>
                  <a:lnTo>
                    <a:pt x="4101" y="2096"/>
                  </a:lnTo>
                  <a:cubicBezTo>
                    <a:pt x="2424" y="2096"/>
                    <a:pt x="1586" y="3213"/>
                    <a:pt x="2424" y="4610"/>
                  </a:cubicBezTo>
                  <a:lnTo>
                    <a:pt x="3263" y="6007"/>
                  </a:lnTo>
                  <a:cubicBezTo>
                    <a:pt x="3821" y="7404"/>
                    <a:pt x="5777" y="8522"/>
                    <a:pt x="7454" y="8522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20A4272A-A157-4816-62D3-5DC5CF08609A}"/>
                </a:ext>
              </a:extLst>
            </p:cNvPr>
            <p:cNvSpPr/>
            <p:nvPr/>
          </p:nvSpPr>
          <p:spPr>
            <a:xfrm>
              <a:off x="1858531" y="2542402"/>
              <a:ext cx="16765" cy="8382"/>
            </a:xfrm>
            <a:custGeom>
              <a:avLst/>
              <a:gdLst>
                <a:gd name="connsiteX0" fmla="*/ 6846 w 16764"/>
                <a:gd name="connsiteY0" fmla="*/ 2096 h 8382"/>
                <a:gd name="connsiteX1" fmla="*/ 14949 w 16764"/>
                <a:gd name="connsiteY1" fmla="*/ 5449 h 8382"/>
                <a:gd name="connsiteX2" fmla="*/ 14390 w 16764"/>
                <a:gd name="connsiteY2" fmla="*/ 7963 h 8382"/>
                <a:gd name="connsiteX3" fmla="*/ 5448 w 16764"/>
                <a:gd name="connsiteY3" fmla="*/ 7963 h 8382"/>
                <a:gd name="connsiteX4" fmla="*/ 2096 w 16764"/>
                <a:gd name="connsiteY4" fmla="*/ 5449 h 8382"/>
                <a:gd name="connsiteX5" fmla="*/ 6846 w 16764"/>
                <a:gd name="connsiteY5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64" h="8382">
                  <a:moveTo>
                    <a:pt x="6846" y="2096"/>
                  </a:moveTo>
                  <a:cubicBezTo>
                    <a:pt x="9640" y="2096"/>
                    <a:pt x="12993" y="3493"/>
                    <a:pt x="14949" y="5449"/>
                  </a:cubicBezTo>
                  <a:cubicBezTo>
                    <a:pt x="16346" y="6566"/>
                    <a:pt x="15787" y="7963"/>
                    <a:pt x="14390" y="7963"/>
                  </a:cubicBezTo>
                  <a:lnTo>
                    <a:pt x="5448" y="7963"/>
                  </a:lnTo>
                  <a:cubicBezTo>
                    <a:pt x="3772" y="7963"/>
                    <a:pt x="2096" y="6566"/>
                    <a:pt x="2096" y="5449"/>
                  </a:cubicBezTo>
                  <a:cubicBezTo>
                    <a:pt x="2375" y="3493"/>
                    <a:pt x="4051" y="2096"/>
                    <a:pt x="6846" y="2096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5CF6245F-D5B1-02A5-DFC7-9E180FFC7C35}"/>
                </a:ext>
              </a:extLst>
            </p:cNvPr>
            <p:cNvSpPr/>
            <p:nvPr/>
          </p:nvSpPr>
          <p:spPr>
            <a:xfrm>
              <a:off x="1808796" y="2452990"/>
              <a:ext cx="44706" cy="61470"/>
            </a:xfrm>
            <a:custGeom>
              <a:avLst/>
              <a:gdLst>
                <a:gd name="connsiteX0" fmla="*/ 12993 w 44705"/>
                <a:gd name="connsiteY0" fmla="*/ 2096 h 61470"/>
                <a:gd name="connsiteX1" fmla="*/ 2096 w 44705"/>
                <a:gd name="connsiteY1" fmla="*/ 2096 h 61470"/>
                <a:gd name="connsiteX2" fmla="*/ 33110 w 44705"/>
                <a:gd name="connsiteY2" fmla="*/ 59654 h 61470"/>
                <a:gd name="connsiteX3" fmla="*/ 44007 w 44705"/>
                <a:gd name="connsiteY3" fmla="*/ 59654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705" h="61470">
                  <a:moveTo>
                    <a:pt x="12993" y="2096"/>
                  </a:moveTo>
                  <a:lnTo>
                    <a:pt x="2096" y="2096"/>
                  </a:lnTo>
                  <a:lnTo>
                    <a:pt x="33110" y="59654"/>
                  </a:lnTo>
                  <a:lnTo>
                    <a:pt x="44007" y="59654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2C012B71-6FE5-C632-BEC6-7F1C2CCFF8F0}"/>
                </a:ext>
              </a:extLst>
            </p:cNvPr>
            <p:cNvSpPr/>
            <p:nvPr/>
          </p:nvSpPr>
          <p:spPr>
            <a:xfrm>
              <a:off x="1898766" y="2275844"/>
              <a:ext cx="53088" cy="108970"/>
            </a:xfrm>
            <a:custGeom>
              <a:avLst/>
              <a:gdLst>
                <a:gd name="connsiteX0" fmla="*/ 11316 w 53088"/>
                <a:gd name="connsiteY0" fmla="*/ 26963 h 108970"/>
                <a:gd name="connsiteX1" fmla="*/ 2096 w 53088"/>
                <a:gd name="connsiteY1" fmla="*/ 108551 h 108970"/>
                <a:gd name="connsiteX2" fmla="*/ 48757 w 53088"/>
                <a:gd name="connsiteY2" fmla="*/ 86757 h 108970"/>
                <a:gd name="connsiteX3" fmla="*/ 24728 w 53088"/>
                <a:gd name="connsiteY3" fmla="*/ 2096 h 10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8" h="108970">
                  <a:moveTo>
                    <a:pt x="11316" y="26963"/>
                  </a:moveTo>
                  <a:cubicBezTo>
                    <a:pt x="10198" y="55184"/>
                    <a:pt x="6007" y="100728"/>
                    <a:pt x="2096" y="108551"/>
                  </a:cubicBezTo>
                  <a:cubicBezTo>
                    <a:pt x="2096" y="108551"/>
                    <a:pt x="41213" y="106316"/>
                    <a:pt x="48757" y="86757"/>
                  </a:cubicBezTo>
                  <a:cubicBezTo>
                    <a:pt x="56581" y="67198"/>
                    <a:pt x="46522" y="4331"/>
                    <a:pt x="24728" y="2096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47A6F2F9-0470-9B36-ABEE-62B4D041FEAC}"/>
                </a:ext>
              </a:extLst>
            </p:cNvPr>
            <p:cNvSpPr/>
            <p:nvPr/>
          </p:nvSpPr>
          <p:spPr>
            <a:xfrm>
              <a:off x="1788399" y="2463329"/>
              <a:ext cx="139706" cy="97794"/>
            </a:xfrm>
            <a:custGeom>
              <a:avLst/>
              <a:gdLst>
                <a:gd name="connsiteX0" fmla="*/ 52948 w 139705"/>
                <a:gd name="connsiteY0" fmla="*/ 96537 h 97793"/>
                <a:gd name="connsiteX1" fmla="*/ 139007 w 139705"/>
                <a:gd name="connsiteY1" fmla="*/ 96537 h 97793"/>
                <a:gd name="connsiteX2" fmla="*/ 88154 w 139705"/>
                <a:gd name="connsiteY2" fmla="*/ 2096 h 97793"/>
                <a:gd name="connsiteX3" fmla="*/ 2096 w 139705"/>
                <a:gd name="connsiteY3" fmla="*/ 2096 h 97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705" h="97793">
                  <a:moveTo>
                    <a:pt x="52948" y="96537"/>
                  </a:moveTo>
                  <a:lnTo>
                    <a:pt x="139007" y="96537"/>
                  </a:lnTo>
                  <a:lnTo>
                    <a:pt x="88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2F25E47F-7710-B683-4658-87D8FEF74AC4}"/>
                </a:ext>
              </a:extLst>
            </p:cNvPr>
            <p:cNvSpPr/>
            <p:nvPr/>
          </p:nvSpPr>
          <p:spPr>
            <a:xfrm>
              <a:off x="1889585" y="2509959"/>
              <a:ext cx="25147" cy="13971"/>
            </a:xfrm>
            <a:custGeom>
              <a:avLst/>
              <a:gdLst>
                <a:gd name="connsiteX0" fmla="*/ 22174 w 25147"/>
                <a:gd name="connsiteY0" fmla="*/ 11348 h 13970"/>
                <a:gd name="connsiteX1" fmla="*/ 3733 w 25147"/>
                <a:gd name="connsiteY1" fmla="*/ 2127 h 13970"/>
                <a:gd name="connsiteX2" fmla="*/ 11556 w 25147"/>
                <a:gd name="connsiteY2" fmla="*/ 12186 h 13970"/>
                <a:gd name="connsiteX3" fmla="*/ 22174 w 25147"/>
                <a:gd name="connsiteY3" fmla="*/ 11348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7" h="13970">
                  <a:moveTo>
                    <a:pt x="22174" y="11348"/>
                  </a:moveTo>
                  <a:cubicBezTo>
                    <a:pt x="16586" y="6877"/>
                    <a:pt x="9042" y="2686"/>
                    <a:pt x="3733" y="2127"/>
                  </a:cubicBezTo>
                  <a:cubicBezTo>
                    <a:pt x="-1576" y="1568"/>
                    <a:pt x="7365" y="8554"/>
                    <a:pt x="11556" y="12186"/>
                  </a:cubicBezTo>
                  <a:cubicBezTo>
                    <a:pt x="15747" y="15539"/>
                    <a:pt x="27203" y="14980"/>
                    <a:pt x="22174" y="11348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3" name="Forma libre 152">
              <a:extLst>
                <a:ext uri="{FF2B5EF4-FFF2-40B4-BE49-F238E27FC236}">
                  <a16:creationId xmlns:a16="http://schemas.microsoft.com/office/drawing/2014/main" id="{057E8FFB-E7F6-AD43-00D4-D1170E03B5AC}"/>
                </a:ext>
              </a:extLst>
            </p:cNvPr>
            <p:cNvSpPr/>
            <p:nvPr/>
          </p:nvSpPr>
          <p:spPr>
            <a:xfrm>
              <a:off x="1870787" y="2515242"/>
              <a:ext cx="44706" cy="22353"/>
            </a:xfrm>
            <a:custGeom>
              <a:avLst/>
              <a:gdLst>
                <a:gd name="connsiteX0" fmla="*/ 33148 w 44705"/>
                <a:gd name="connsiteY0" fmla="*/ 6064 h 22352"/>
                <a:gd name="connsiteX1" fmla="*/ 4369 w 44705"/>
                <a:gd name="connsiteY1" fmla="*/ 2991 h 22352"/>
                <a:gd name="connsiteX2" fmla="*/ 12472 w 44705"/>
                <a:gd name="connsiteY2" fmla="*/ 16402 h 22352"/>
                <a:gd name="connsiteX3" fmla="*/ 40133 w 44705"/>
                <a:gd name="connsiteY3" fmla="*/ 20873 h 22352"/>
                <a:gd name="connsiteX4" fmla="*/ 33148 w 44705"/>
                <a:gd name="connsiteY4" fmla="*/ 6064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05" h="22352">
                  <a:moveTo>
                    <a:pt x="33148" y="6064"/>
                  </a:moveTo>
                  <a:cubicBezTo>
                    <a:pt x="18619" y="3829"/>
                    <a:pt x="11075" y="476"/>
                    <a:pt x="4369" y="2991"/>
                  </a:cubicBezTo>
                  <a:cubicBezTo>
                    <a:pt x="-2337" y="5505"/>
                    <a:pt x="7442" y="15005"/>
                    <a:pt x="12472" y="16402"/>
                  </a:cubicBezTo>
                  <a:cubicBezTo>
                    <a:pt x="17501" y="17799"/>
                    <a:pt x="35104" y="24505"/>
                    <a:pt x="40133" y="20873"/>
                  </a:cubicBezTo>
                  <a:cubicBezTo>
                    <a:pt x="45442" y="17520"/>
                    <a:pt x="44045" y="7461"/>
                    <a:pt x="33148" y="6064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A2F44C59-8C6B-D4A0-0674-A2AAD4E60BE3}"/>
                </a:ext>
              </a:extLst>
            </p:cNvPr>
            <p:cNvSpPr/>
            <p:nvPr/>
          </p:nvSpPr>
          <p:spPr>
            <a:xfrm>
              <a:off x="1976545" y="2397296"/>
              <a:ext cx="44706" cy="148088"/>
            </a:xfrm>
            <a:custGeom>
              <a:avLst/>
              <a:gdLst>
                <a:gd name="connsiteX0" fmla="*/ 42229 w 44705"/>
                <a:gd name="connsiteY0" fmla="*/ 139378 h 148087"/>
                <a:gd name="connsiteX1" fmla="*/ 42787 w 44705"/>
                <a:gd name="connsiteY1" fmla="*/ 63657 h 148087"/>
                <a:gd name="connsiteX2" fmla="*/ 35802 w 44705"/>
                <a:gd name="connsiteY2" fmla="*/ 15319 h 148087"/>
                <a:gd name="connsiteX3" fmla="*/ 14287 w 44705"/>
                <a:gd name="connsiteY3" fmla="*/ 5819 h 148087"/>
                <a:gd name="connsiteX4" fmla="*/ 2273 w 44705"/>
                <a:gd name="connsiteY4" fmla="*/ 41304 h 148087"/>
                <a:gd name="connsiteX5" fmla="*/ 15684 w 44705"/>
                <a:gd name="connsiteY5" fmla="*/ 132113 h 148087"/>
                <a:gd name="connsiteX6" fmla="*/ 42229 w 44705"/>
                <a:gd name="connsiteY6" fmla="*/ 139378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705" h="148087">
                  <a:moveTo>
                    <a:pt x="42229" y="139378"/>
                  </a:moveTo>
                  <a:cubicBezTo>
                    <a:pt x="44464" y="130437"/>
                    <a:pt x="46978" y="110319"/>
                    <a:pt x="42787" y="63657"/>
                  </a:cubicBezTo>
                  <a:cubicBezTo>
                    <a:pt x="40273" y="35157"/>
                    <a:pt x="37758" y="23702"/>
                    <a:pt x="35802" y="15319"/>
                  </a:cubicBezTo>
                  <a:cubicBezTo>
                    <a:pt x="32729" y="510"/>
                    <a:pt x="19596" y="-607"/>
                    <a:pt x="14287" y="5819"/>
                  </a:cubicBezTo>
                  <a:cubicBezTo>
                    <a:pt x="5346" y="15878"/>
                    <a:pt x="1155" y="33202"/>
                    <a:pt x="2273" y="41304"/>
                  </a:cubicBezTo>
                  <a:cubicBezTo>
                    <a:pt x="9258" y="86569"/>
                    <a:pt x="15405" y="120378"/>
                    <a:pt x="15684" y="132113"/>
                  </a:cubicBezTo>
                  <a:cubicBezTo>
                    <a:pt x="15964" y="148878"/>
                    <a:pt x="39714" y="149716"/>
                    <a:pt x="42229" y="139378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05B1FD0B-B3FB-F96F-54AC-F044E1002CAA}"/>
                </a:ext>
              </a:extLst>
            </p:cNvPr>
            <p:cNvSpPr/>
            <p:nvPr/>
          </p:nvSpPr>
          <p:spPr>
            <a:xfrm>
              <a:off x="1903140" y="2516871"/>
              <a:ext cx="117353" cy="30735"/>
            </a:xfrm>
            <a:custGeom>
              <a:avLst/>
              <a:gdLst>
                <a:gd name="connsiteX0" fmla="*/ 4149 w 117352"/>
                <a:gd name="connsiteY0" fmla="*/ 17009 h 30735"/>
                <a:gd name="connsiteX1" fmla="*/ 37399 w 117352"/>
                <a:gd name="connsiteY1" fmla="*/ 22318 h 30735"/>
                <a:gd name="connsiteX2" fmla="*/ 101663 w 117352"/>
                <a:gd name="connsiteY2" fmla="*/ 29303 h 30735"/>
                <a:gd name="connsiteX3" fmla="*/ 104457 w 117352"/>
                <a:gd name="connsiteY3" fmla="*/ 3039 h 30735"/>
                <a:gd name="connsiteX4" fmla="*/ 8060 w 117352"/>
                <a:gd name="connsiteY4" fmla="*/ 3039 h 30735"/>
                <a:gd name="connsiteX5" fmla="*/ 4149 w 117352"/>
                <a:gd name="connsiteY5" fmla="*/ 17009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52" h="30735">
                  <a:moveTo>
                    <a:pt x="4149" y="17009"/>
                  </a:moveTo>
                  <a:cubicBezTo>
                    <a:pt x="8899" y="22318"/>
                    <a:pt x="15325" y="17289"/>
                    <a:pt x="37399" y="22318"/>
                  </a:cubicBezTo>
                  <a:cubicBezTo>
                    <a:pt x="68693" y="29583"/>
                    <a:pt x="77634" y="29862"/>
                    <a:pt x="101663" y="29303"/>
                  </a:cubicBezTo>
                  <a:cubicBezTo>
                    <a:pt x="117310" y="29024"/>
                    <a:pt x="123178" y="6392"/>
                    <a:pt x="104457" y="3039"/>
                  </a:cubicBezTo>
                  <a:cubicBezTo>
                    <a:pt x="88531" y="244"/>
                    <a:pt x="17840" y="4715"/>
                    <a:pt x="8060" y="3039"/>
                  </a:cubicBezTo>
                  <a:cubicBezTo>
                    <a:pt x="1634" y="1921"/>
                    <a:pt x="516" y="12818"/>
                    <a:pt x="4149" y="17009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90CA9B2E-01A0-2678-8F62-7A8645F7A2C1}"/>
                </a:ext>
              </a:extLst>
            </p:cNvPr>
            <p:cNvSpPr/>
            <p:nvPr/>
          </p:nvSpPr>
          <p:spPr>
            <a:xfrm>
              <a:off x="1909378" y="2269697"/>
              <a:ext cx="81029" cy="114559"/>
            </a:xfrm>
            <a:custGeom>
              <a:avLst/>
              <a:gdLst>
                <a:gd name="connsiteX0" fmla="*/ 79778 w 81029"/>
                <a:gd name="connsiteY0" fmla="*/ 61890 h 114558"/>
                <a:gd name="connsiteX1" fmla="*/ 66366 w 81029"/>
                <a:gd name="connsiteY1" fmla="*/ 100448 h 114558"/>
                <a:gd name="connsiteX2" fmla="*/ 30043 w 81029"/>
                <a:gd name="connsiteY2" fmla="*/ 114698 h 114558"/>
                <a:gd name="connsiteX3" fmla="*/ 6293 w 81029"/>
                <a:gd name="connsiteY3" fmla="*/ 91787 h 114558"/>
                <a:gd name="connsiteX4" fmla="*/ 3499 w 81029"/>
                <a:gd name="connsiteY4" fmla="*/ 31154 h 114558"/>
                <a:gd name="connsiteX5" fmla="*/ 38146 w 81029"/>
                <a:gd name="connsiteY5" fmla="*/ 2096 h 114558"/>
                <a:gd name="connsiteX6" fmla="*/ 79778 w 81029"/>
                <a:gd name="connsiteY6" fmla="*/ 61890 h 11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029" h="114558">
                  <a:moveTo>
                    <a:pt x="79778" y="61890"/>
                  </a:moveTo>
                  <a:cubicBezTo>
                    <a:pt x="77543" y="85640"/>
                    <a:pt x="76705" y="90948"/>
                    <a:pt x="66366" y="100448"/>
                  </a:cubicBezTo>
                  <a:cubicBezTo>
                    <a:pt x="56028" y="110228"/>
                    <a:pt x="41219" y="114698"/>
                    <a:pt x="30043" y="114698"/>
                  </a:cubicBezTo>
                  <a:cubicBezTo>
                    <a:pt x="18028" y="114698"/>
                    <a:pt x="8808" y="101845"/>
                    <a:pt x="6293" y="91787"/>
                  </a:cubicBezTo>
                  <a:cubicBezTo>
                    <a:pt x="3499" y="81448"/>
                    <a:pt x="146" y="57140"/>
                    <a:pt x="3499" y="31154"/>
                  </a:cubicBezTo>
                  <a:cubicBezTo>
                    <a:pt x="5175" y="18022"/>
                    <a:pt x="21381" y="2096"/>
                    <a:pt x="38146" y="2096"/>
                  </a:cubicBezTo>
                  <a:cubicBezTo>
                    <a:pt x="54631" y="2096"/>
                    <a:pt x="85366" y="4051"/>
                    <a:pt x="79778" y="6189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60E713C6-06A7-1EB0-1C8E-B7BFDE01E2A8}"/>
                </a:ext>
              </a:extLst>
            </p:cNvPr>
            <p:cNvSpPr/>
            <p:nvPr/>
          </p:nvSpPr>
          <p:spPr>
            <a:xfrm>
              <a:off x="1795859" y="2479078"/>
              <a:ext cx="22353" cy="27941"/>
            </a:xfrm>
            <a:custGeom>
              <a:avLst/>
              <a:gdLst>
                <a:gd name="connsiteX0" fmla="*/ 18944 w 22352"/>
                <a:gd name="connsiteY0" fmla="*/ 15685 h 27941"/>
                <a:gd name="connsiteX1" fmla="*/ 12239 w 22352"/>
                <a:gd name="connsiteY1" fmla="*/ 3391 h 27941"/>
                <a:gd name="connsiteX2" fmla="*/ 2739 w 22352"/>
                <a:gd name="connsiteY2" fmla="*/ 5626 h 27941"/>
                <a:gd name="connsiteX3" fmla="*/ 5533 w 22352"/>
                <a:gd name="connsiteY3" fmla="*/ 21832 h 27941"/>
                <a:gd name="connsiteX4" fmla="*/ 18106 w 22352"/>
                <a:gd name="connsiteY4" fmla="*/ 26023 h 27941"/>
                <a:gd name="connsiteX5" fmla="*/ 18944 w 22352"/>
                <a:gd name="connsiteY5" fmla="*/ 15685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2" h="27941">
                  <a:moveTo>
                    <a:pt x="18944" y="15685"/>
                  </a:moveTo>
                  <a:cubicBezTo>
                    <a:pt x="16989" y="12052"/>
                    <a:pt x="13636" y="6464"/>
                    <a:pt x="12239" y="3391"/>
                  </a:cubicBezTo>
                  <a:cubicBezTo>
                    <a:pt x="10841" y="317"/>
                    <a:pt x="3577" y="3391"/>
                    <a:pt x="2739" y="5626"/>
                  </a:cubicBezTo>
                  <a:cubicBezTo>
                    <a:pt x="1621" y="8979"/>
                    <a:pt x="1621" y="18479"/>
                    <a:pt x="5533" y="21832"/>
                  </a:cubicBezTo>
                  <a:cubicBezTo>
                    <a:pt x="8886" y="24905"/>
                    <a:pt x="13915" y="26302"/>
                    <a:pt x="18106" y="26023"/>
                  </a:cubicBezTo>
                  <a:cubicBezTo>
                    <a:pt x="22018" y="25744"/>
                    <a:pt x="22018" y="21552"/>
                    <a:pt x="18944" y="15685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B63193CE-C0D2-25A0-9D90-ABCA42B30B49}"/>
                </a:ext>
              </a:extLst>
            </p:cNvPr>
            <p:cNvSpPr/>
            <p:nvPr/>
          </p:nvSpPr>
          <p:spPr>
            <a:xfrm>
              <a:off x="1832095" y="3059087"/>
              <a:ext cx="64265" cy="30735"/>
            </a:xfrm>
            <a:custGeom>
              <a:avLst/>
              <a:gdLst>
                <a:gd name="connsiteX0" fmla="*/ 39988 w 64264"/>
                <a:gd name="connsiteY0" fmla="*/ 6792 h 30735"/>
                <a:gd name="connsiteX1" fmla="*/ 22944 w 64264"/>
                <a:gd name="connsiteY1" fmla="*/ 19645 h 30735"/>
                <a:gd name="connsiteX2" fmla="*/ 5341 w 64264"/>
                <a:gd name="connsiteY2" fmla="*/ 29145 h 30735"/>
                <a:gd name="connsiteX3" fmla="*/ 34959 w 64264"/>
                <a:gd name="connsiteY3" fmla="*/ 29424 h 30735"/>
                <a:gd name="connsiteX4" fmla="*/ 54797 w 64264"/>
                <a:gd name="connsiteY4" fmla="*/ 28307 h 30735"/>
                <a:gd name="connsiteX5" fmla="*/ 63459 w 64264"/>
                <a:gd name="connsiteY5" fmla="*/ 16572 h 30735"/>
                <a:gd name="connsiteX6" fmla="*/ 39988 w 64264"/>
                <a:gd name="connsiteY6" fmla="*/ 6792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30735">
                  <a:moveTo>
                    <a:pt x="39988" y="6792"/>
                  </a:moveTo>
                  <a:cubicBezTo>
                    <a:pt x="38591" y="9586"/>
                    <a:pt x="32164" y="15733"/>
                    <a:pt x="22944" y="19645"/>
                  </a:cubicBezTo>
                  <a:cubicBezTo>
                    <a:pt x="13723" y="23836"/>
                    <a:pt x="-5556" y="25513"/>
                    <a:pt x="5341" y="29145"/>
                  </a:cubicBezTo>
                  <a:cubicBezTo>
                    <a:pt x="15959" y="32777"/>
                    <a:pt x="28532" y="30542"/>
                    <a:pt x="34959" y="29424"/>
                  </a:cubicBezTo>
                  <a:cubicBezTo>
                    <a:pt x="41385" y="28307"/>
                    <a:pt x="47532" y="28307"/>
                    <a:pt x="54797" y="28307"/>
                  </a:cubicBezTo>
                  <a:cubicBezTo>
                    <a:pt x="64576" y="28307"/>
                    <a:pt x="64576" y="27748"/>
                    <a:pt x="63459" y="16572"/>
                  </a:cubicBezTo>
                  <a:cubicBezTo>
                    <a:pt x="61503" y="1483"/>
                    <a:pt x="44459" y="-1870"/>
                    <a:pt x="39988" y="6792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9" name="Forma libre 158">
              <a:extLst>
                <a:ext uri="{FF2B5EF4-FFF2-40B4-BE49-F238E27FC236}">
                  <a16:creationId xmlns:a16="http://schemas.microsoft.com/office/drawing/2014/main" id="{441ECB1D-6315-5B3B-EF1E-E0167D3EA1E5}"/>
                </a:ext>
              </a:extLst>
            </p:cNvPr>
            <p:cNvSpPr/>
            <p:nvPr/>
          </p:nvSpPr>
          <p:spPr>
            <a:xfrm>
              <a:off x="1977727" y="2317725"/>
              <a:ext cx="22353" cy="33529"/>
            </a:xfrm>
            <a:custGeom>
              <a:avLst/>
              <a:gdLst>
                <a:gd name="connsiteX0" fmla="*/ 4165 w 22352"/>
                <a:gd name="connsiteY0" fmla="*/ 14140 h 33529"/>
                <a:gd name="connsiteX1" fmla="*/ 5841 w 22352"/>
                <a:gd name="connsiteY1" fmla="*/ 32023 h 33529"/>
                <a:gd name="connsiteX2" fmla="*/ 19812 w 22352"/>
                <a:gd name="connsiteY2" fmla="*/ 20287 h 33529"/>
                <a:gd name="connsiteX3" fmla="*/ 18135 w 22352"/>
                <a:gd name="connsiteY3" fmla="*/ 2405 h 33529"/>
                <a:gd name="connsiteX4" fmla="*/ 4165 w 22352"/>
                <a:gd name="connsiteY4" fmla="*/ 141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33529">
                  <a:moveTo>
                    <a:pt x="4165" y="14140"/>
                  </a:moveTo>
                  <a:cubicBezTo>
                    <a:pt x="812" y="22243"/>
                    <a:pt x="1650" y="30346"/>
                    <a:pt x="5841" y="32023"/>
                  </a:cubicBezTo>
                  <a:cubicBezTo>
                    <a:pt x="10032" y="33699"/>
                    <a:pt x="16459" y="28670"/>
                    <a:pt x="19812" y="20287"/>
                  </a:cubicBezTo>
                  <a:cubicBezTo>
                    <a:pt x="23164" y="12184"/>
                    <a:pt x="22326" y="4082"/>
                    <a:pt x="18135" y="2405"/>
                  </a:cubicBezTo>
                  <a:cubicBezTo>
                    <a:pt x="13944" y="729"/>
                    <a:pt x="7517" y="6037"/>
                    <a:pt x="4165" y="1414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3685F502-16C5-AF4F-EFB7-6247E0BEE179}"/>
                </a:ext>
              </a:extLst>
            </p:cNvPr>
            <p:cNvSpPr/>
            <p:nvPr/>
          </p:nvSpPr>
          <p:spPr>
            <a:xfrm>
              <a:off x="1913550" y="2264870"/>
              <a:ext cx="86617" cy="67059"/>
            </a:xfrm>
            <a:custGeom>
              <a:avLst/>
              <a:gdLst>
                <a:gd name="connsiteX0" fmla="*/ 2959 w 86617"/>
                <a:gd name="connsiteY0" fmla="*/ 23687 h 67058"/>
                <a:gd name="connsiteX1" fmla="*/ 76165 w 86617"/>
                <a:gd name="connsiteY1" fmla="*/ 66157 h 67058"/>
                <a:gd name="connsiteX2" fmla="*/ 76165 w 86617"/>
                <a:gd name="connsiteY2" fmla="*/ 20613 h 67058"/>
                <a:gd name="connsiteX3" fmla="*/ 2959 w 86617"/>
                <a:gd name="connsiteY3" fmla="*/ 23687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17" h="67058">
                  <a:moveTo>
                    <a:pt x="2959" y="23687"/>
                  </a:moveTo>
                  <a:cubicBezTo>
                    <a:pt x="-6262" y="39613"/>
                    <a:pt x="61076" y="68672"/>
                    <a:pt x="76165" y="66157"/>
                  </a:cubicBezTo>
                  <a:cubicBezTo>
                    <a:pt x="91253" y="63643"/>
                    <a:pt x="87621" y="35143"/>
                    <a:pt x="76165" y="20613"/>
                  </a:cubicBezTo>
                  <a:cubicBezTo>
                    <a:pt x="64709" y="5805"/>
                    <a:pt x="25032" y="-13754"/>
                    <a:pt x="2959" y="23687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E6F4209E-FDC7-0275-98C2-C1101550402C}"/>
                </a:ext>
              </a:extLst>
            </p:cNvPr>
            <p:cNvSpPr/>
            <p:nvPr/>
          </p:nvSpPr>
          <p:spPr>
            <a:xfrm>
              <a:off x="1907594" y="2268943"/>
              <a:ext cx="36323" cy="44706"/>
            </a:xfrm>
            <a:custGeom>
              <a:avLst/>
              <a:gdLst>
                <a:gd name="connsiteX0" fmla="*/ 34061 w 36323"/>
                <a:gd name="connsiteY0" fmla="*/ 15702 h 44705"/>
                <a:gd name="connsiteX1" fmla="*/ 4164 w 36323"/>
                <a:gd name="connsiteY1" fmla="*/ 43364 h 44705"/>
                <a:gd name="connsiteX2" fmla="*/ 6120 w 36323"/>
                <a:gd name="connsiteY2" fmla="*/ 18496 h 44705"/>
                <a:gd name="connsiteX3" fmla="*/ 34061 w 36323"/>
                <a:gd name="connsiteY3" fmla="*/ 15702 h 4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44705">
                  <a:moveTo>
                    <a:pt x="34061" y="15702"/>
                  </a:moveTo>
                  <a:cubicBezTo>
                    <a:pt x="31547" y="29114"/>
                    <a:pt x="8076" y="32187"/>
                    <a:pt x="4164" y="43364"/>
                  </a:cubicBezTo>
                  <a:cubicBezTo>
                    <a:pt x="1650" y="50349"/>
                    <a:pt x="532" y="28555"/>
                    <a:pt x="6120" y="18496"/>
                  </a:cubicBezTo>
                  <a:cubicBezTo>
                    <a:pt x="11429" y="8717"/>
                    <a:pt x="38811" y="-11401"/>
                    <a:pt x="34061" y="15702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2" name="Forma libre 161">
              <a:extLst>
                <a:ext uri="{FF2B5EF4-FFF2-40B4-BE49-F238E27FC236}">
                  <a16:creationId xmlns:a16="http://schemas.microsoft.com/office/drawing/2014/main" id="{76A8E6BF-2835-7CB8-6240-8CC091DE900D}"/>
                </a:ext>
              </a:extLst>
            </p:cNvPr>
            <p:cNvSpPr/>
            <p:nvPr/>
          </p:nvSpPr>
          <p:spPr>
            <a:xfrm>
              <a:off x="1945428" y="2264649"/>
              <a:ext cx="69853" cy="120147"/>
            </a:xfrm>
            <a:custGeom>
              <a:avLst/>
              <a:gdLst>
                <a:gd name="connsiteX0" fmla="*/ 25007 w 69852"/>
                <a:gd name="connsiteY0" fmla="*/ 51011 h 120146"/>
                <a:gd name="connsiteX1" fmla="*/ 18022 w 69852"/>
                <a:gd name="connsiteY1" fmla="*/ 119746 h 120146"/>
                <a:gd name="connsiteX2" fmla="*/ 64684 w 69852"/>
                <a:gd name="connsiteY2" fmla="*/ 97952 h 120146"/>
                <a:gd name="connsiteX3" fmla="*/ 2096 w 69852"/>
                <a:gd name="connsiteY3" fmla="*/ 2114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52" h="120146">
                  <a:moveTo>
                    <a:pt x="25007" y="51011"/>
                  </a:moveTo>
                  <a:cubicBezTo>
                    <a:pt x="25566" y="79232"/>
                    <a:pt x="21934" y="111923"/>
                    <a:pt x="18022" y="119746"/>
                  </a:cubicBezTo>
                  <a:cubicBezTo>
                    <a:pt x="18022" y="119746"/>
                    <a:pt x="57140" y="117511"/>
                    <a:pt x="64684" y="97952"/>
                  </a:cubicBezTo>
                  <a:cubicBezTo>
                    <a:pt x="72507" y="78393"/>
                    <a:pt x="77816" y="717"/>
                    <a:pt x="2096" y="2114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64" name="CuadroTexto 163">
            <a:extLst>
              <a:ext uri="{FF2B5EF4-FFF2-40B4-BE49-F238E27FC236}">
                <a16:creationId xmlns:a16="http://schemas.microsoft.com/office/drawing/2014/main" id="{1979C25B-6427-D501-9BAD-47D01BFBDEBD}"/>
              </a:ext>
            </a:extLst>
          </p:cNvPr>
          <p:cNvSpPr txBox="1"/>
          <p:nvPr/>
        </p:nvSpPr>
        <p:spPr>
          <a:xfrm>
            <a:off x="5901080" y="1454310"/>
            <a:ext cx="4723844" cy="2250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2400"/>
              </a:spcAft>
            </a:pPr>
            <a:r>
              <a:rPr lang="zh-CN" altLang="en-US" sz="2400" b="1" dirty="0">
                <a:solidFill>
                  <a:srgbClr val="140E30"/>
                </a:solidFill>
                <a:latin typeface="Montserrat" pitchFamily="2" charset="77"/>
              </a:rPr>
              <a:t>项目信息太多，主要依赖核心贡献者，数据很分散，不知道关注问题的侧重点，需要整理来分析未来趋势</a:t>
            </a:r>
            <a:endParaRPr lang="es-ES" sz="2400" b="1" dirty="0">
              <a:solidFill>
                <a:srgbClr val="140E30"/>
              </a:solidFill>
              <a:latin typeface="Montserrat" pitchFamily="2" charset="77"/>
            </a:endParaRPr>
          </a:p>
        </p:txBody>
      </p:sp>
      <p:sp>
        <p:nvSpPr>
          <p:cNvPr id="166" name="Título 165">
            <a:extLst>
              <a:ext uri="{FF2B5EF4-FFF2-40B4-BE49-F238E27FC236}">
                <a16:creationId xmlns:a16="http://schemas.microsoft.com/office/drawing/2014/main" id="{3323F9F7-318F-3CFB-132E-C48591FA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问题</a:t>
            </a:r>
            <a:endParaRPr lang="es-ES" dirty="0"/>
          </a:p>
        </p:txBody>
      </p:sp>
      <p:sp>
        <p:nvSpPr>
          <p:cNvPr id="167" name="Marcador de texto 166">
            <a:extLst>
              <a:ext uri="{FF2B5EF4-FFF2-40B4-BE49-F238E27FC236}">
                <a16:creationId xmlns:a16="http://schemas.microsoft.com/office/drawing/2014/main" id="{ABBF83EF-BA1D-48EF-FCA6-AD8A9743B5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7162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7AC65-78A1-53AD-2F45-375098BF7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ángulo 162">
            <a:extLst>
              <a:ext uri="{FF2B5EF4-FFF2-40B4-BE49-F238E27FC236}">
                <a16:creationId xmlns:a16="http://schemas.microsoft.com/office/drawing/2014/main" id="{53E3BDAB-9119-7553-7420-689162963EA6}"/>
              </a:ext>
            </a:extLst>
          </p:cNvPr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38E2B6A-E78A-528C-774B-373581384363}"/>
              </a:ext>
            </a:extLst>
          </p:cNvPr>
          <p:cNvSpPr/>
          <p:nvPr/>
        </p:nvSpPr>
        <p:spPr>
          <a:xfrm>
            <a:off x="79255" y="300027"/>
            <a:ext cx="3984745" cy="2735273"/>
          </a:xfrm>
          <a:custGeom>
            <a:avLst/>
            <a:gdLst>
              <a:gd name="connsiteX0" fmla="*/ 0 w 4470400"/>
              <a:gd name="connsiteY0" fmla="*/ 2235200 h 4470400"/>
              <a:gd name="connsiteX1" fmla="*/ 2235200 w 4470400"/>
              <a:gd name="connsiteY1" fmla="*/ 0 h 4470400"/>
              <a:gd name="connsiteX2" fmla="*/ 4470400 w 4470400"/>
              <a:gd name="connsiteY2" fmla="*/ 2235200 h 4470400"/>
              <a:gd name="connsiteX3" fmla="*/ 2235200 w 4470400"/>
              <a:gd name="connsiteY3" fmla="*/ 4470400 h 4470400"/>
              <a:gd name="connsiteX4" fmla="*/ 0 w 4470400"/>
              <a:gd name="connsiteY4" fmla="*/ 2235200 h 4470400"/>
              <a:gd name="connsiteX0" fmla="*/ 20592 w 4490992"/>
              <a:gd name="connsiteY0" fmla="*/ 1511300 h 3746500"/>
              <a:gd name="connsiteX1" fmla="*/ 1531892 w 4490992"/>
              <a:gd name="connsiteY1" fmla="*/ 0 h 3746500"/>
              <a:gd name="connsiteX2" fmla="*/ 4490992 w 4490992"/>
              <a:gd name="connsiteY2" fmla="*/ 1511300 h 3746500"/>
              <a:gd name="connsiteX3" fmla="*/ 2255792 w 4490992"/>
              <a:gd name="connsiteY3" fmla="*/ 3746500 h 3746500"/>
              <a:gd name="connsiteX4" fmla="*/ 20592 w 4490992"/>
              <a:gd name="connsiteY4" fmla="*/ 1511300 h 3746500"/>
              <a:gd name="connsiteX0" fmla="*/ 12039 w 4965039"/>
              <a:gd name="connsiteY0" fmla="*/ 1797845 h 4044607"/>
              <a:gd name="connsiteX1" fmla="*/ 1523339 w 4965039"/>
              <a:gd name="connsiteY1" fmla="*/ 286545 h 4044607"/>
              <a:gd name="connsiteX2" fmla="*/ 4965039 w 4965039"/>
              <a:gd name="connsiteY2" fmla="*/ 769145 h 4044607"/>
              <a:gd name="connsiteX3" fmla="*/ 2247239 w 4965039"/>
              <a:gd name="connsiteY3" fmla="*/ 4033045 h 4044607"/>
              <a:gd name="connsiteX4" fmla="*/ 12039 w 4965039"/>
              <a:gd name="connsiteY4" fmla="*/ 1797845 h 4044607"/>
              <a:gd name="connsiteX0" fmla="*/ 10236 w 4963236"/>
              <a:gd name="connsiteY0" fmla="*/ 1797845 h 3200509"/>
              <a:gd name="connsiteX1" fmla="*/ 1521536 w 4963236"/>
              <a:gd name="connsiteY1" fmla="*/ 286545 h 3200509"/>
              <a:gd name="connsiteX2" fmla="*/ 4963236 w 4963236"/>
              <a:gd name="connsiteY2" fmla="*/ 769145 h 3200509"/>
              <a:gd name="connsiteX3" fmla="*/ 2181936 w 4963236"/>
              <a:gd name="connsiteY3" fmla="*/ 3182145 h 3200509"/>
              <a:gd name="connsiteX4" fmla="*/ 10236 w 4963236"/>
              <a:gd name="connsiteY4" fmla="*/ 1797845 h 3200509"/>
              <a:gd name="connsiteX0" fmla="*/ 10586 w 4963586"/>
              <a:gd name="connsiteY0" fmla="*/ 1797845 h 4107795"/>
              <a:gd name="connsiteX1" fmla="*/ 1521886 w 4963586"/>
              <a:gd name="connsiteY1" fmla="*/ 286545 h 4107795"/>
              <a:gd name="connsiteX2" fmla="*/ 4963586 w 4963586"/>
              <a:gd name="connsiteY2" fmla="*/ 769145 h 4107795"/>
              <a:gd name="connsiteX3" fmla="*/ 2194986 w 4963586"/>
              <a:gd name="connsiteY3" fmla="*/ 4096545 h 4107795"/>
              <a:gd name="connsiteX4" fmla="*/ 10586 w 4963586"/>
              <a:gd name="connsiteY4" fmla="*/ 1797845 h 4107795"/>
              <a:gd name="connsiteX0" fmla="*/ 10586 w 4963586"/>
              <a:gd name="connsiteY0" fmla="*/ 1797845 h 4139511"/>
              <a:gd name="connsiteX1" fmla="*/ 1521886 w 4963586"/>
              <a:gd name="connsiteY1" fmla="*/ 286545 h 4139511"/>
              <a:gd name="connsiteX2" fmla="*/ 4963586 w 4963586"/>
              <a:gd name="connsiteY2" fmla="*/ 769145 h 4139511"/>
              <a:gd name="connsiteX3" fmla="*/ 2194986 w 4963586"/>
              <a:gd name="connsiteY3" fmla="*/ 4096545 h 4139511"/>
              <a:gd name="connsiteX4" fmla="*/ 10586 w 4963586"/>
              <a:gd name="connsiteY4" fmla="*/ 1797845 h 4139511"/>
              <a:gd name="connsiteX0" fmla="*/ 26370 w 4979370"/>
              <a:gd name="connsiteY0" fmla="*/ 1797845 h 3246403"/>
              <a:gd name="connsiteX1" fmla="*/ 1537670 w 4979370"/>
              <a:gd name="connsiteY1" fmla="*/ 286545 h 3246403"/>
              <a:gd name="connsiteX2" fmla="*/ 4979370 w 4979370"/>
              <a:gd name="connsiteY2" fmla="*/ 769145 h 3246403"/>
              <a:gd name="connsiteX3" fmla="*/ 2680670 w 4979370"/>
              <a:gd name="connsiteY3" fmla="*/ 3182145 h 3246403"/>
              <a:gd name="connsiteX4" fmla="*/ 26370 w 4979370"/>
              <a:gd name="connsiteY4" fmla="*/ 1797845 h 3246403"/>
              <a:gd name="connsiteX0" fmla="*/ 26370 w 4979370"/>
              <a:gd name="connsiteY0" fmla="*/ 1797845 h 3378043"/>
              <a:gd name="connsiteX1" fmla="*/ 1537670 w 4979370"/>
              <a:gd name="connsiteY1" fmla="*/ 286545 h 3378043"/>
              <a:gd name="connsiteX2" fmla="*/ 4979370 w 4979370"/>
              <a:gd name="connsiteY2" fmla="*/ 769145 h 3378043"/>
              <a:gd name="connsiteX3" fmla="*/ 2680670 w 4979370"/>
              <a:gd name="connsiteY3" fmla="*/ 3182145 h 3378043"/>
              <a:gd name="connsiteX4" fmla="*/ 26370 w 4979370"/>
              <a:gd name="connsiteY4" fmla="*/ 1797845 h 337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9370" h="3378043">
                <a:moveTo>
                  <a:pt x="26370" y="1797845"/>
                </a:moveTo>
                <a:cubicBezTo>
                  <a:pt x="-164130" y="1315245"/>
                  <a:pt x="712170" y="457995"/>
                  <a:pt x="1537670" y="286545"/>
                </a:cubicBezTo>
                <a:cubicBezTo>
                  <a:pt x="2363170" y="115095"/>
                  <a:pt x="4979370" y="-465322"/>
                  <a:pt x="4979370" y="769145"/>
                </a:cubicBezTo>
                <a:cubicBezTo>
                  <a:pt x="4979370" y="2003612"/>
                  <a:pt x="4928570" y="4013995"/>
                  <a:pt x="2680670" y="3182145"/>
                </a:cubicBezTo>
                <a:cubicBezTo>
                  <a:pt x="432770" y="2350295"/>
                  <a:pt x="216870" y="2280445"/>
                  <a:pt x="26370" y="1797845"/>
                </a:cubicBezTo>
                <a:close/>
              </a:path>
            </a:pathLst>
          </a:custGeom>
          <a:solidFill>
            <a:srgbClr val="CB62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áfico 20">
            <a:extLst>
              <a:ext uri="{FF2B5EF4-FFF2-40B4-BE49-F238E27FC236}">
                <a16:creationId xmlns:a16="http://schemas.microsoft.com/office/drawing/2014/main" id="{F0976DA8-C9B8-53BB-8B98-AE76080F954C}"/>
              </a:ext>
            </a:extLst>
          </p:cNvPr>
          <p:cNvGrpSpPr/>
          <p:nvPr/>
        </p:nvGrpSpPr>
        <p:grpSpPr>
          <a:xfrm>
            <a:off x="666023" y="2531529"/>
            <a:ext cx="4312864" cy="3724670"/>
            <a:chOff x="964136" y="1891933"/>
            <a:chExt cx="1401555" cy="1210409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90C2D29-DC1C-AE47-3399-43B0CD833DE4}"/>
                </a:ext>
              </a:extLst>
            </p:cNvPr>
            <p:cNvSpPr/>
            <p:nvPr/>
          </p:nvSpPr>
          <p:spPr>
            <a:xfrm>
              <a:off x="2077898" y="2477458"/>
              <a:ext cx="287793" cy="452646"/>
            </a:xfrm>
            <a:custGeom>
              <a:avLst/>
              <a:gdLst>
                <a:gd name="connsiteX0" fmla="*/ 63537 w 287793"/>
                <a:gd name="connsiteY0" fmla="*/ 289731 h 452646"/>
                <a:gd name="connsiteX1" fmla="*/ 102655 w 287793"/>
                <a:gd name="connsiteY1" fmla="*/ 127672 h 452646"/>
                <a:gd name="connsiteX2" fmla="*/ 74713 w 287793"/>
                <a:gd name="connsiteY2" fmla="*/ 96378 h 452646"/>
                <a:gd name="connsiteX3" fmla="*/ 123052 w 287793"/>
                <a:gd name="connsiteY3" fmla="*/ 39099 h 452646"/>
                <a:gd name="connsiteX4" fmla="*/ 148757 w 287793"/>
                <a:gd name="connsiteY4" fmla="*/ 15069 h 452646"/>
                <a:gd name="connsiteX5" fmla="*/ 159096 w 287793"/>
                <a:gd name="connsiteY5" fmla="*/ 24290 h 452646"/>
                <a:gd name="connsiteX6" fmla="*/ 188154 w 287793"/>
                <a:gd name="connsiteY6" fmla="*/ 6687 h 452646"/>
                <a:gd name="connsiteX7" fmla="*/ 231463 w 287793"/>
                <a:gd name="connsiteY7" fmla="*/ 17025 h 452646"/>
                <a:gd name="connsiteX8" fmla="*/ 260242 w 287793"/>
                <a:gd name="connsiteY8" fmla="*/ 63966 h 452646"/>
                <a:gd name="connsiteX9" fmla="*/ 249904 w 287793"/>
                <a:gd name="connsiteY9" fmla="*/ 107275 h 452646"/>
                <a:gd name="connsiteX10" fmla="*/ 220845 w 287793"/>
                <a:gd name="connsiteY10" fmla="*/ 124878 h 452646"/>
                <a:gd name="connsiteX11" fmla="*/ 230066 w 287793"/>
                <a:gd name="connsiteY11" fmla="*/ 191657 h 452646"/>
                <a:gd name="connsiteX12" fmla="*/ 262757 w 287793"/>
                <a:gd name="connsiteY12" fmla="*/ 200878 h 452646"/>
                <a:gd name="connsiteX13" fmla="*/ 284551 w 287793"/>
                <a:gd name="connsiteY13" fmla="*/ 239716 h 452646"/>
                <a:gd name="connsiteX14" fmla="*/ 269742 w 287793"/>
                <a:gd name="connsiteY14" fmla="*/ 292804 h 452646"/>
                <a:gd name="connsiteX15" fmla="*/ 230904 w 287793"/>
                <a:gd name="connsiteY15" fmla="*/ 314598 h 452646"/>
                <a:gd name="connsiteX16" fmla="*/ 198213 w 287793"/>
                <a:gd name="connsiteY16" fmla="*/ 305378 h 452646"/>
                <a:gd name="connsiteX17" fmla="*/ 167199 w 287793"/>
                <a:gd name="connsiteY17" fmla="*/ 346451 h 452646"/>
                <a:gd name="connsiteX18" fmla="*/ 184801 w 287793"/>
                <a:gd name="connsiteY18" fmla="*/ 375510 h 452646"/>
                <a:gd name="connsiteX19" fmla="*/ 174463 w 287793"/>
                <a:gd name="connsiteY19" fmla="*/ 418819 h 452646"/>
                <a:gd name="connsiteX20" fmla="*/ 127522 w 287793"/>
                <a:gd name="connsiteY20" fmla="*/ 447598 h 452646"/>
                <a:gd name="connsiteX21" fmla="*/ 84213 w 287793"/>
                <a:gd name="connsiteY21" fmla="*/ 437260 h 452646"/>
                <a:gd name="connsiteX22" fmla="*/ 66611 w 287793"/>
                <a:gd name="connsiteY22" fmla="*/ 408201 h 452646"/>
                <a:gd name="connsiteX23" fmla="*/ 15199 w 287793"/>
                <a:gd name="connsiteY23" fmla="*/ 417142 h 452646"/>
                <a:gd name="connsiteX24" fmla="*/ 2346 w 287793"/>
                <a:gd name="connsiteY24" fmla="*/ 307613 h 452646"/>
                <a:gd name="connsiteX25" fmla="*/ 63537 w 287793"/>
                <a:gd name="connsiteY25" fmla="*/ 289731 h 4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7793" h="452646">
                  <a:moveTo>
                    <a:pt x="63537" y="289731"/>
                  </a:moveTo>
                  <a:cubicBezTo>
                    <a:pt x="119140" y="255922"/>
                    <a:pt x="136463" y="183275"/>
                    <a:pt x="102655" y="127672"/>
                  </a:cubicBezTo>
                  <a:cubicBezTo>
                    <a:pt x="95110" y="115378"/>
                    <a:pt x="85610" y="105040"/>
                    <a:pt x="74713" y="96378"/>
                  </a:cubicBezTo>
                  <a:cubicBezTo>
                    <a:pt x="88684" y="76540"/>
                    <a:pt x="104890" y="57260"/>
                    <a:pt x="123052" y="39099"/>
                  </a:cubicBezTo>
                  <a:cubicBezTo>
                    <a:pt x="131434" y="30716"/>
                    <a:pt x="140096" y="22613"/>
                    <a:pt x="148757" y="15069"/>
                  </a:cubicBezTo>
                  <a:cubicBezTo>
                    <a:pt x="152110" y="18143"/>
                    <a:pt x="155743" y="20937"/>
                    <a:pt x="159096" y="24290"/>
                  </a:cubicBezTo>
                  <a:lnTo>
                    <a:pt x="188154" y="6687"/>
                  </a:lnTo>
                  <a:cubicBezTo>
                    <a:pt x="202963" y="-2254"/>
                    <a:pt x="222243" y="2217"/>
                    <a:pt x="231463" y="17025"/>
                  </a:cubicBezTo>
                  <a:lnTo>
                    <a:pt x="260242" y="63966"/>
                  </a:lnTo>
                  <a:cubicBezTo>
                    <a:pt x="269184" y="78775"/>
                    <a:pt x="264713" y="98054"/>
                    <a:pt x="249904" y="107275"/>
                  </a:cubicBezTo>
                  <a:lnTo>
                    <a:pt x="220845" y="124878"/>
                  </a:lnTo>
                  <a:cubicBezTo>
                    <a:pt x="227272" y="146951"/>
                    <a:pt x="230345" y="169304"/>
                    <a:pt x="230066" y="191657"/>
                  </a:cubicBezTo>
                  <a:lnTo>
                    <a:pt x="262757" y="200878"/>
                  </a:lnTo>
                  <a:cubicBezTo>
                    <a:pt x="279522" y="205628"/>
                    <a:pt x="289301" y="222951"/>
                    <a:pt x="284551" y="239716"/>
                  </a:cubicBezTo>
                  <a:lnTo>
                    <a:pt x="269742" y="292804"/>
                  </a:lnTo>
                  <a:cubicBezTo>
                    <a:pt x="264992" y="309569"/>
                    <a:pt x="247669" y="319348"/>
                    <a:pt x="230904" y="314598"/>
                  </a:cubicBezTo>
                  <a:lnTo>
                    <a:pt x="198213" y="305378"/>
                  </a:lnTo>
                  <a:cubicBezTo>
                    <a:pt x="189551" y="320186"/>
                    <a:pt x="179213" y="333877"/>
                    <a:pt x="167199" y="346451"/>
                  </a:cubicBezTo>
                  <a:lnTo>
                    <a:pt x="184801" y="375510"/>
                  </a:lnTo>
                  <a:cubicBezTo>
                    <a:pt x="193743" y="390319"/>
                    <a:pt x="189272" y="409598"/>
                    <a:pt x="174463" y="418819"/>
                  </a:cubicBezTo>
                  <a:lnTo>
                    <a:pt x="127522" y="447598"/>
                  </a:lnTo>
                  <a:cubicBezTo>
                    <a:pt x="112713" y="456539"/>
                    <a:pt x="93434" y="452068"/>
                    <a:pt x="84213" y="437260"/>
                  </a:cubicBezTo>
                  <a:lnTo>
                    <a:pt x="66611" y="408201"/>
                  </a:lnTo>
                  <a:cubicBezTo>
                    <a:pt x="49566" y="413230"/>
                    <a:pt x="32522" y="416024"/>
                    <a:pt x="15199" y="417142"/>
                  </a:cubicBezTo>
                  <a:cubicBezTo>
                    <a:pt x="5419" y="381936"/>
                    <a:pt x="949" y="344775"/>
                    <a:pt x="2346" y="307613"/>
                  </a:cubicBezTo>
                  <a:cubicBezTo>
                    <a:pt x="23022" y="306775"/>
                    <a:pt x="44258" y="301466"/>
                    <a:pt x="63537" y="289731"/>
                  </a:cubicBezTo>
                  <a:close/>
                </a:path>
              </a:pathLst>
            </a:custGeom>
            <a:solidFill>
              <a:srgbClr val="5E91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F6BEC694-3951-BB27-3AA4-BB7B17FB83B3}"/>
                </a:ext>
              </a:extLst>
            </p:cNvPr>
            <p:cNvSpPr/>
            <p:nvPr/>
          </p:nvSpPr>
          <p:spPr>
            <a:xfrm>
              <a:off x="996268" y="2112668"/>
              <a:ext cx="1112056" cy="790734"/>
            </a:xfrm>
            <a:custGeom>
              <a:avLst/>
              <a:gdLst>
                <a:gd name="connsiteX0" fmla="*/ 1093476 w 1112056"/>
                <a:gd name="connsiteY0" fmla="*/ 791153 h 790733"/>
                <a:gd name="connsiteX1" fmla="*/ 21375 w 1112056"/>
                <a:gd name="connsiteY1" fmla="*/ 791153 h 790733"/>
                <a:gd name="connsiteX2" fmla="*/ 2096 w 1112056"/>
                <a:gd name="connsiteY2" fmla="*/ 771873 h 790733"/>
                <a:gd name="connsiteX3" fmla="*/ 2096 w 1112056"/>
                <a:gd name="connsiteY3" fmla="*/ 21375 h 790733"/>
                <a:gd name="connsiteX4" fmla="*/ 21375 w 1112056"/>
                <a:gd name="connsiteY4" fmla="*/ 2096 h 790733"/>
                <a:gd name="connsiteX5" fmla="*/ 1093196 w 1112056"/>
                <a:gd name="connsiteY5" fmla="*/ 2096 h 790733"/>
                <a:gd name="connsiteX6" fmla="*/ 1112475 w 1112056"/>
                <a:gd name="connsiteY6" fmla="*/ 21375 h 790733"/>
                <a:gd name="connsiteX7" fmla="*/ 1112475 w 1112056"/>
                <a:gd name="connsiteY7" fmla="*/ 771873 h 790733"/>
                <a:gd name="connsiteX8" fmla="*/ 1093476 w 1112056"/>
                <a:gd name="connsiteY8" fmla="*/ 791153 h 79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056" h="790733">
                  <a:moveTo>
                    <a:pt x="1093476" y="791153"/>
                  </a:moveTo>
                  <a:lnTo>
                    <a:pt x="21375" y="791153"/>
                  </a:lnTo>
                  <a:cubicBezTo>
                    <a:pt x="10757" y="791153"/>
                    <a:pt x="2096" y="782491"/>
                    <a:pt x="2096" y="771873"/>
                  </a:cubicBezTo>
                  <a:lnTo>
                    <a:pt x="2096" y="21375"/>
                  </a:lnTo>
                  <a:cubicBezTo>
                    <a:pt x="2096" y="10757"/>
                    <a:pt x="10757" y="2096"/>
                    <a:pt x="21375" y="2096"/>
                  </a:cubicBezTo>
                  <a:lnTo>
                    <a:pt x="1093196" y="2096"/>
                  </a:lnTo>
                  <a:cubicBezTo>
                    <a:pt x="1103814" y="2096"/>
                    <a:pt x="1112475" y="10757"/>
                    <a:pt x="1112475" y="21375"/>
                  </a:cubicBezTo>
                  <a:lnTo>
                    <a:pt x="1112475" y="771873"/>
                  </a:lnTo>
                  <a:cubicBezTo>
                    <a:pt x="1112755" y="782491"/>
                    <a:pt x="1104093" y="791153"/>
                    <a:pt x="1093476" y="79115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2466B5F3-4DF2-FC22-D628-7537FB520459}"/>
                </a:ext>
              </a:extLst>
            </p:cNvPr>
            <p:cNvSpPr/>
            <p:nvPr/>
          </p:nvSpPr>
          <p:spPr>
            <a:xfrm>
              <a:off x="1011077" y="2123006"/>
              <a:ext cx="1084115" cy="771175"/>
            </a:xfrm>
            <a:custGeom>
              <a:avLst/>
              <a:gdLst>
                <a:gd name="connsiteX0" fmla="*/ 1068049 w 1084115"/>
                <a:gd name="connsiteY0" fmla="*/ 770476 h 771174"/>
                <a:gd name="connsiteX1" fmla="*/ 17463 w 1084115"/>
                <a:gd name="connsiteY1" fmla="*/ 770476 h 771174"/>
                <a:gd name="connsiteX2" fmla="*/ 2096 w 1084115"/>
                <a:gd name="connsiteY2" fmla="*/ 755109 h 771174"/>
                <a:gd name="connsiteX3" fmla="*/ 2096 w 1084115"/>
                <a:gd name="connsiteY3" fmla="*/ 17463 h 771174"/>
                <a:gd name="connsiteX4" fmla="*/ 17463 w 1084115"/>
                <a:gd name="connsiteY4" fmla="*/ 2096 h 771174"/>
                <a:gd name="connsiteX5" fmla="*/ 1068049 w 1084115"/>
                <a:gd name="connsiteY5" fmla="*/ 2096 h 771174"/>
                <a:gd name="connsiteX6" fmla="*/ 1083417 w 1084115"/>
                <a:gd name="connsiteY6" fmla="*/ 17463 h 771174"/>
                <a:gd name="connsiteX7" fmla="*/ 1083417 w 1084115"/>
                <a:gd name="connsiteY7" fmla="*/ 755109 h 771174"/>
                <a:gd name="connsiteX8" fmla="*/ 1068049 w 1084115"/>
                <a:gd name="connsiteY8" fmla="*/ 770476 h 77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4115" h="771174">
                  <a:moveTo>
                    <a:pt x="1068049" y="770476"/>
                  </a:moveTo>
                  <a:lnTo>
                    <a:pt x="17463" y="770476"/>
                  </a:lnTo>
                  <a:cubicBezTo>
                    <a:pt x="9081" y="770476"/>
                    <a:pt x="2096" y="763491"/>
                    <a:pt x="2096" y="755109"/>
                  </a:cubicBezTo>
                  <a:lnTo>
                    <a:pt x="2096" y="17463"/>
                  </a:lnTo>
                  <a:cubicBezTo>
                    <a:pt x="2096" y="9081"/>
                    <a:pt x="9081" y="2096"/>
                    <a:pt x="17463" y="2096"/>
                  </a:cubicBezTo>
                  <a:lnTo>
                    <a:pt x="1068049" y="2096"/>
                  </a:lnTo>
                  <a:cubicBezTo>
                    <a:pt x="1076431" y="2096"/>
                    <a:pt x="1083417" y="9081"/>
                    <a:pt x="1083417" y="17463"/>
                  </a:cubicBezTo>
                  <a:lnTo>
                    <a:pt x="1083417" y="755109"/>
                  </a:lnTo>
                  <a:cubicBezTo>
                    <a:pt x="1083417" y="763491"/>
                    <a:pt x="1076431" y="770476"/>
                    <a:pt x="1068049" y="77047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A971F372-C48E-1AAB-4DCC-DB10F4A81759}"/>
                </a:ext>
              </a:extLst>
            </p:cNvPr>
            <p:cNvSpPr/>
            <p:nvPr/>
          </p:nvSpPr>
          <p:spPr>
            <a:xfrm>
              <a:off x="1057739" y="2159050"/>
              <a:ext cx="991910" cy="667793"/>
            </a:xfrm>
            <a:custGeom>
              <a:avLst/>
              <a:gdLst>
                <a:gd name="connsiteX0" fmla="*/ 980314 w 991909"/>
                <a:gd name="connsiteY0" fmla="*/ 666535 h 667792"/>
                <a:gd name="connsiteX1" fmla="*/ 11596 w 991909"/>
                <a:gd name="connsiteY1" fmla="*/ 666535 h 667792"/>
                <a:gd name="connsiteX2" fmla="*/ 2096 w 991909"/>
                <a:gd name="connsiteY2" fmla="*/ 657035 h 667792"/>
                <a:gd name="connsiteX3" fmla="*/ 2096 w 991909"/>
                <a:gd name="connsiteY3" fmla="*/ 11596 h 667792"/>
                <a:gd name="connsiteX4" fmla="*/ 11596 w 991909"/>
                <a:gd name="connsiteY4" fmla="*/ 2096 h 667792"/>
                <a:gd name="connsiteX5" fmla="*/ 980593 w 991909"/>
                <a:gd name="connsiteY5" fmla="*/ 2096 h 667792"/>
                <a:gd name="connsiteX6" fmla="*/ 990093 w 991909"/>
                <a:gd name="connsiteY6" fmla="*/ 11596 h 667792"/>
                <a:gd name="connsiteX7" fmla="*/ 990093 w 991909"/>
                <a:gd name="connsiteY7" fmla="*/ 657035 h 667792"/>
                <a:gd name="connsiteX8" fmla="*/ 980314 w 991909"/>
                <a:gd name="connsiteY8" fmla="*/ 666535 h 6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1909" h="667792">
                  <a:moveTo>
                    <a:pt x="980314" y="666535"/>
                  </a:moveTo>
                  <a:lnTo>
                    <a:pt x="11596" y="666535"/>
                  </a:lnTo>
                  <a:cubicBezTo>
                    <a:pt x="6287" y="666535"/>
                    <a:pt x="2096" y="662344"/>
                    <a:pt x="2096" y="657035"/>
                  </a:cubicBezTo>
                  <a:lnTo>
                    <a:pt x="2096" y="11596"/>
                  </a:lnTo>
                  <a:cubicBezTo>
                    <a:pt x="2096" y="6287"/>
                    <a:pt x="6287" y="2096"/>
                    <a:pt x="11596" y="2096"/>
                  </a:cubicBezTo>
                  <a:lnTo>
                    <a:pt x="980593" y="2096"/>
                  </a:lnTo>
                  <a:cubicBezTo>
                    <a:pt x="985902" y="2096"/>
                    <a:pt x="990093" y="6287"/>
                    <a:pt x="990093" y="11596"/>
                  </a:cubicBezTo>
                  <a:lnTo>
                    <a:pt x="990093" y="657035"/>
                  </a:lnTo>
                  <a:cubicBezTo>
                    <a:pt x="989814" y="662344"/>
                    <a:pt x="985623" y="666535"/>
                    <a:pt x="980314" y="666535"/>
                  </a:cubicBezTo>
                  <a:close/>
                </a:path>
              </a:pathLst>
            </a:custGeom>
            <a:solidFill>
              <a:srgbClr val="3F65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2F93FB5E-5A5B-5CE9-ACB3-97FB41B46281}"/>
                </a:ext>
              </a:extLst>
            </p:cNvPr>
            <p:cNvSpPr/>
            <p:nvPr/>
          </p:nvSpPr>
          <p:spPr>
            <a:xfrm>
              <a:off x="964136" y="2860931"/>
              <a:ext cx="1179115" cy="64265"/>
            </a:xfrm>
            <a:custGeom>
              <a:avLst/>
              <a:gdLst>
                <a:gd name="connsiteX0" fmla="*/ 7404 w 1179114"/>
                <a:gd name="connsiteY0" fmla="*/ 2096 h 64264"/>
                <a:gd name="connsiteX1" fmla="*/ 2096 w 1179114"/>
                <a:gd name="connsiteY1" fmla="*/ 21934 h 64264"/>
                <a:gd name="connsiteX2" fmla="*/ 43728 w 1179114"/>
                <a:gd name="connsiteY2" fmla="*/ 63566 h 64264"/>
                <a:gd name="connsiteX3" fmla="*/ 1135387 w 1179114"/>
                <a:gd name="connsiteY3" fmla="*/ 63566 h 64264"/>
                <a:gd name="connsiteX4" fmla="*/ 1177019 w 1179114"/>
                <a:gd name="connsiteY4" fmla="*/ 21934 h 64264"/>
                <a:gd name="connsiteX5" fmla="*/ 1171711 w 1179114"/>
                <a:gd name="connsiteY5" fmla="*/ 2096 h 64264"/>
                <a:gd name="connsiteX6" fmla="*/ 7404 w 1179114"/>
                <a:gd name="connsiteY6" fmla="*/ 2096 h 6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9114" h="64264">
                  <a:moveTo>
                    <a:pt x="7404" y="2096"/>
                  </a:moveTo>
                  <a:cubicBezTo>
                    <a:pt x="4331" y="7963"/>
                    <a:pt x="2096" y="14669"/>
                    <a:pt x="2096" y="21934"/>
                  </a:cubicBezTo>
                  <a:cubicBezTo>
                    <a:pt x="2096" y="44846"/>
                    <a:pt x="20816" y="63566"/>
                    <a:pt x="43728" y="63566"/>
                  </a:cubicBezTo>
                  <a:lnTo>
                    <a:pt x="1135387" y="63566"/>
                  </a:lnTo>
                  <a:cubicBezTo>
                    <a:pt x="1158299" y="63566"/>
                    <a:pt x="1177019" y="44846"/>
                    <a:pt x="1177019" y="21934"/>
                  </a:cubicBezTo>
                  <a:cubicBezTo>
                    <a:pt x="1177019" y="14669"/>
                    <a:pt x="1175064" y="7963"/>
                    <a:pt x="1171711" y="2096"/>
                  </a:cubicBezTo>
                  <a:lnTo>
                    <a:pt x="7404" y="2096"/>
                  </a:ln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C328C8A2-9B9B-475B-5152-5D81B45C55B7}"/>
                </a:ext>
              </a:extLst>
            </p:cNvPr>
            <p:cNvSpPr/>
            <p:nvPr/>
          </p:nvSpPr>
          <p:spPr>
            <a:xfrm>
              <a:off x="969445" y="2900328"/>
              <a:ext cx="1167939" cy="25147"/>
            </a:xfrm>
            <a:custGeom>
              <a:avLst/>
              <a:gdLst>
                <a:gd name="connsiteX0" fmla="*/ 2096 w 1167938"/>
                <a:gd name="connsiteY0" fmla="*/ 2096 h 25147"/>
                <a:gd name="connsiteX1" fmla="*/ 38698 w 1167938"/>
                <a:gd name="connsiteY1" fmla="*/ 23890 h 25147"/>
                <a:gd name="connsiteX2" fmla="*/ 1130358 w 1167938"/>
                <a:gd name="connsiteY2" fmla="*/ 23890 h 25147"/>
                <a:gd name="connsiteX3" fmla="*/ 1166961 w 1167938"/>
                <a:gd name="connsiteY3" fmla="*/ 2096 h 25147"/>
                <a:gd name="connsiteX4" fmla="*/ 2096 w 1167938"/>
                <a:gd name="connsiteY4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938" h="25147">
                  <a:moveTo>
                    <a:pt x="2096" y="2096"/>
                  </a:moveTo>
                  <a:cubicBezTo>
                    <a:pt x="9081" y="15228"/>
                    <a:pt x="22772" y="23890"/>
                    <a:pt x="38698" y="23890"/>
                  </a:cubicBezTo>
                  <a:lnTo>
                    <a:pt x="1130358" y="23890"/>
                  </a:lnTo>
                  <a:cubicBezTo>
                    <a:pt x="1146284" y="23890"/>
                    <a:pt x="1159696" y="14949"/>
                    <a:pt x="1166961" y="2096"/>
                  </a:cubicBezTo>
                  <a:lnTo>
                    <a:pt x="2096" y="2096"/>
                  </a:lnTo>
                  <a:close/>
                </a:path>
              </a:pathLst>
            </a:custGeom>
            <a:solidFill>
              <a:srgbClr val="C9D6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4800061E-64D0-7178-2969-9668BD257A23}"/>
                </a:ext>
              </a:extLst>
            </p:cNvPr>
            <p:cNvSpPr/>
            <p:nvPr/>
          </p:nvSpPr>
          <p:spPr>
            <a:xfrm>
              <a:off x="1316194" y="2112668"/>
              <a:ext cx="793528" cy="516911"/>
            </a:xfrm>
            <a:custGeom>
              <a:avLst/>
              <a:gdLst>
                <a:gd name="connsiteX0" fmla="*/ 743094 w 793527"/>
                <a:gd name="connsiteY0" fmla="*/ 2096 h 516910"/>
                <a:gd name="connsiteX1" fmla="*/ 2096 w 793527"/>
                <a:gd name="connsiteY1" fmla="*/ 2096 h 516910"/>
                <a:gd name="connsiteX2" fmla="*/ 2096 w 793527"/>
                <a:gd name="connsiteY2" fmla="*/ 497492 h 516910"/>
                <a:gd name="connsiteX3" fmla="*/ 21934 w 793527"/>
                <a:gd name="connsiteY3" fmla="*/ 517330 h 516910"/>
                <a:gd name="connsiteX4" fmla="*/ 792829 w 793527"/>
                <a:gd name="connsiteY4" fmla="*/ 517330 h 516910"/>
                <a:gd name="connsiteX5" fmla="*/ 792829 w 793527"/>
                <a:gd name="connsiteY5" fmla="*/ 51831 h 516910"/>
                <a:gd name="connsiteX6" fmla="*/ 743094 w 793527"/>
                <a:gd name="connsiteY6" fmla="*/ 2096 h 51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3527" h="516910">
                  <a:moveTo>
                    <a:pt x="743094" y="2096"/>
                  </a:moveTo>
                  <a:lnTo>
                    <a:pt x="2096" y="2096"/>
                  </a:lnTo>
                  <a:lnTo>
                    <a:pt x="2096" y="497492"/>
                  </a:lnTo>
                  <a:cubicBezTo>
                    <a:pt x="2096" y="508389"/>
                    <a:pt x="11037" y="517330"/>
                    <a:pt x="21934" y="517330"/>
                  </a:cubicBezTo>
                  <a:lnTo>
                    <a:pt x="792829" y="517330"/>
                  </a:lnTo>
                  <a:lnTo>
                    <a:pt x="792829" y="51831"/>
                  </a:lnTo>
                  <a:cubicBezTo>
                    <a:pt x="792829" y="24448"/>
                    <a:pt x="770476" y="2096"/>
                    <a:pt x="743094" y="2096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1623DC9-2164-1D18-AF77-8576B2406EE2}"/>
                </a:ext>
              </a:extLst>
            </p:cNvPr>
            <p:cNvSpPr/>
            <p:nvPr/>
          </p:nvSpPr>
          <p:spPr>
            <a:xfrm>
              <a:off x="1343297" y="2055109"/>
              <a:ext cx="871763" cy="553234"/>
            </a:xfrm>
            <a:custGeom>
              <a:avLst/>
              <a:gdLst>
                <a:gd name="connsiteX0" fmla="*/ 862123 w 871762"/>
                <a:gd name="connsiteY0" fmla="*/ 552536 h 553234"/>
                <a:gd name="connsiteX1" fmla="*/ 9919 w 871762"/>
                <a:gd name="connsiteY1" fmla="*/ 552536 h 553234"/>
                <a:gd name="connsiteX2" fmla="*/ 2096 w 871762"/>
                <a:gd name="connsiteY2" fmla="*/ 544712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53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536"/>
                  </a:moveTo>
                  <a:lnTo>
                    <a:pt x="9919" y="552536"/>
                  </a:lnTo>
                  <a:cubicBezTo>
                    <a:pt x="5728" y="552536"/>
                    <a:pt x="2096" y="549183"/>
                    <a:pt x="2096" y="544712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536"/>
                    <a:pt x="862123" y="552536"/>
                  </a:cubicBezTo>
                  <a:close/>
                </a:path>
              </a:pathLst>
            </a:custGeom>
            <a:solidFill>
              <a:srgbClr val="E4E9F7">
                <a:alpha val="21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E1B9FFBF-F17B-4F8C-2353-03FEF2AB5F91}"/>
                </a:ext>
              </a:extLst>
            </p:cNvPr>
            <p:cNvSpPr/>
            <p:nvPr/>
          </p:nvSpPr>
          <p:spPr>
            <a:xfrm>
              <a:off x="1377944" y="2017947"/>
              <a:ext cx="871763" cy="553234"/>
            </a:xfrm>
            <a:custGeom>
              <a:avLst/>
              <a:gdLst>
                <a:gd name="connsiteX0" fmla="*/ 862123 w 871762"/>
                <a:gd name="connsiteY0" fmla="*/ 552256 h 553234"/>
                <a:gd name="connsiteX1" fmla="*/ 9919 w 871762"/>
                <a:gd name="connsiteY1" fmla="*/ 552256 h 553234"/>
                <a:gd name="connsiteX2" fmla="*/ 2096 w 871762"/>
                <a:gd name="connsiteY2" fmla="*/ 544433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25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256"/>
                  </a:moveTo>
                  <a:lnTo>
                    <a:pt x="9919" y="552256"/>
                  </a:lnTo>
                  <a:cubicBezTo>
                    <a:pt x="5728" y="552256"/>
                    <a:pt x="2096" y="548903"/>
                    <a:pt x="2096" y="544433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256"/>
                    <a:pt x="862123" y="552256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DFF49B8D-9346-6D77-45DC-DA5D0952E09E}"/>
                </a:ext>
              </a:extLst>
            </p:cNvPr>
            <p:cNvSpPr/>
            <p:nvPr/>
          </p:nvSpPr>
          <p:spPr>
            <a:xfrm>
              <a:off x="1117533" y="2275844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97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68DEFD47-E021-D666-A75E-57D4A56B7652}"/>
                </a:ext>
              </a:extLst>
            </p:cNvPr>
            <p:cNvSpPr/>
            <p:nvPr/>
          </p:nvSpPr>
          <p:spPr>
            <a:xfrm>
              <a:off x="1111106" y="2446843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6A855C76-A34E-23A6-30EC-650FE29419B2}"/>
                </a:ext>
              </a:extLst>
            </p:cNvPr>
            <p:cNvSpPr/>
            <p:nvPr/>
          </p:nvSpPr>
          <p:spPr>
            <a:xfrm>
              <a:off x="1111106" y="2614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39F6279A-8245-165E-1FB8-B37B2186B453}"/>
                </a:ext>
              </a:extLst>
            </p:cNvPr>
            <p:cNvSpPr/>
            <p:nvPr/>
          </p:nvSpPr>
          <p:spPr>
            <a:xfrm>
              <a:off x="1138328" y="2633211"/>
              <a:ext cx="55882" cy="81029"/>
            </a:xfrm>
            <a:custGeom>
              <a:avLst/>
              <a:gdLst>
                <a:gd name="connsiteX0" fmla="*/ 55904 w 55882"/>
                <a:gd name="connsiteY0" fmla="*/ 28919 h 81029"/>
                <a:gd name="connsiteX1" fmla="*/ 29080 w 55882"/>
                <a:gd name="connsiteY1" fmla="*/ 2096 h 81029"/>
                <a:gd name="connsiteX2" fmla="*/ 2257 w 55882"/>
                <a:gd name="connsiteY2" fmla="*/ 28919 h 81029"/>
                <a:gd name="connsiteX3" fmla="*/ 29080 w 55882"/>
                <a:gd name="connsiteY3" fmla="*/ 79772 h 81029"/>
                <a:gd name="connsiteX4" fmla="*/ 55904 w 55882"/>
                <a:gd name="connsiteY4" fmla="*/ 28919 h 8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82" h="81029">
                  <a:moveTo>
                    <a:pt x="55904" y="28919"/>
                  </a:moveTo>
                  <a:cubicBezTo>
                    <a:pt x="55904" y="14110"/>
                    <a:pt x="43889" y="2096"/>
                    <a:pt x="29080" y="2096"/>
                  </a:cubicBezTo>
                  <a:cubicBezTo>
                    <a:pt x="14271" y="2096"/>
                    <a:pt x="2257" y="14110"/>
                    <a:pt x="2257" y="28919"/>
                  </a:cubicBezTo>
                  <a:cubicBezTo>
                    <a:pt x="2257" y="28919"/>
                    <a:pt x="-1655" y="57419"/>
                    <a:pt x="29080" y="79772"/>
                  </a:cubicBezTo>
                  <a:cubicBezTo>
                    <a:pt x="59536" y="57419"/>
                    <a:pt x="55904" y="28919"/>
                    <a:pt x="55904" y="2891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ED79FEBF-B67B-EA40-FC12-4668D7B496AB}"/>
                </a:ext>
              </a:extLst>
            </p:cNvPr>
            <p:cNvSpPr/>
            <p:nvPr/>
          </p:nvSpPr>
          <p:spPr>
            <a:xfrm>
              <a:off x="1145703" y="2640425"/>
              <a:ext cx="41912" cy="41912"/>
            </a:xfrm>
            <a:custGeom>
              <a:avLst/>
              <a:gdLst>
                <a:gd name="connsiteX0" fmla="*/ 23102 w 41911"/>
                <a:gd name="connsiteY0" fmla="*/ 40984 h 41911"/>
                <a:gd name="connsiteX1" fmla="*/ 2146 w 41911"/>
                <a:gd name="connsiteY1" fmla="*/ 20028 h 41911"/>
                <a:gd name="connsiteX2" fmla="*/ 20028 w 41911"/>
                <a:gd name="connsiteY2" fmla="*/ 2146 h 41911"/>
                <a:gd name="connsiteX3" fmla="*/ 40984 w 41911"/>
                <a:gd name="connsiteY3" fmla="*/ 23102 h 41911"/>
                <a:gd name="connsiteX4" fmla="*/ 23102 w 41911"/>
                <a:gd name="connsiteY4" fmla="*/ 40984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11" h="41911">
                  <a:moveTo>
                    <a:pt x="23102" y="40984"/>
                  </a:moveTo>
                  <a:cubicBezTo>
                    <a:pt x="11087" y="41822"/>
                    <a:pt x="1308" y="32043"/>
                    <a:pt x="2146" y="20028"/>
                  </a:cubicBezTo>
                  <a:cubicBezTo>
                    <a:pt x="2984" y="10528"/>
                    <a:pt x="10528" y="2984"/>
                    <a:pt x="20028" y="2146"/>
                  </a:cubicBezTo>
                  <a:cubicBezTo>
                    <a:pt x="32043" y="1308"/>
                    <a:pt x="41822" y="11087"/>
                    <a:pt x="40984" y="23102"/>
                  </a:cubicBezTo>
                  <a:cubicBezTo>
                    <a:pt x="40146" y="32602"/>
                    <a:pt x="32602" y="40425"/>
                    <a:pt x="23102" y="40984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92CFE820-6F46-49BF-0C24-223534F5A28F}"/>
                </a:ext>
              </a:extLst>
            </p:cNvPr>
            <p:cNvSpPr/>
            <p:nvPr/>
          </p:nvSpPr>
          <p:spPr>
            <a:xfrm>
              <a:off x="1127592" y="2466961"/>
              <a:ext cx="78235" cy="78235"/>
            </a:xfrm>
            <a:custGeom>
              <a:avLst/>
              <a:gdLst>
                <a:gd name="connsiteX0" fmla="*/ 76419 w 78235"/>
                <a:gd name="connsiteY0" fmla="*/ 39257 h 78235"/>
                <a:gd name="connsiteX1" fmla="*/ 39257 w 78235"/>
                <a:gd name="connsiteY1" fmla="*/ 76419 h 78235"/>
                <a:gd name="connsiteX2" fmla="*/ 2096 w 78235"/>
                <a:gd name="connsiteY2" fmla="*/ 39257 h 78235"/>
                <a:gd name="connsiteX3" fmla="*/ 39257 w 78235"/>
                <a:gd name="connsiteY3" fmla="*/ 2096 h 78235"/>
                <a:gd name="connsiteX4" fmla="*/ 76419 w 78235"/>
                <a:gd name="connsiteY4" fmla="*/ 39257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5" h="78235">
                  <a:moveTo>
                    <a:pt x="76419" y="39257"/>
                  </a:moveTo>
                  <a:cubicBezTo>
                    <a:pt x="76419" y="59654"/>
                    <a:pt x="59934" y="76419"/>
                    <a:pt x="39257" y="76419"/>
                  </a:cubicBezTo>
                  <a:cubicBezTo>
                    <a:pt x="18581" y="76419"/>
                    <a:pt x="2096" y="59934"/>
                    <a:pt x="2096" y="39257"/>
                  </a:cubicBezTo>
                  <a:cubicBezTo>
                    <a:pt x="2096" y="18860"/>
                    <a:pt x="18581" y="2096"/>
                    <a:pt x="39257" y="2096"/>
                  </a:cubicBezTo>
                  <a:cubicBezTo>
                    <a:pt x="59934" y="2096"/>
                    <a:pt x="76419" y="18860"/>
                    <a:pt x="76419" y="39257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2C1D08E-99F7-A82B-D390-0A2129649E2C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78436630-0C9B-5B18-D92C-809132214962}"/>
                </a:ext>
              </a:extLst>
            </p:cNvPr>
            <p:cNvSpPr/>
            <p:nvPr/>
          </p:nvSpPr>
          <p:spPr>
            <a:xfrm>
              <a:off x="1133666" y="2471990"/>
              <a:ext cx="64265" cy="27941"/>
            </a:xfrm>
            <a:custGeom>
              <a:avLst/>
              <a:gdLst>
                <a:gd name="connsiteX0" fmla="*/ 33183 w 64264"/>
                <a:gd name="connsiteY0" fmla="*/ 4331 h 27941"/>
                <a:gd name="connsiteX1" fmla="*/ 61962 w 64264"/>
                <a:gd name="connsiteY1" fmla="*/ 25846 h 27941"/>
                <a:gd name="connsiteX2" fmla="*/ 63080 w 64264"/>
                <a:gd name="connsiteY2" fmla="*/ 26684 h 27941"/>
                <a:gd name="connsiteX3" fmla="*/ 63080 w 64264"/>
                <a:gd name="connsiteY3" fmla="*/ 26684 h 27941"/>
                <a:gd name="connsiteX4" fmla="*/ 64198 w 64264"/>
                <a:gd name="connsiteY4" fmla="*/ 25287 h 27941"/>
                <a:gd name="connsiteX5" fmla="*/ 33183 w 64264"/>
                <a:gd name="connsiteY5" fmla="*/ 2096 h 27941"/>
                <a:gd name="connsiteX6" fmla="*/ 2168 w 64264"/>
                <a:gd name="connsiteY6" fmla="*/ 25287 h 27941"/>
                <a:gd name="connsiteX7" fmla="*/ 3286 w 64264"/>
                <a:gd name="connsiteY7" fmla="*/ 26684 h 27941"/>
                <a:gd name="connsiteX8" fmla="*/ 3286 w 64264"/>
                <a:gd name="connsiteY8" fmla="*/ 26684 h 27941"/>
                <a:gd name="connsiteX9" fmla="*/ 4404 w 64264"/>
                <a:gd name="connsiteY9" fmla="*/ 25846 h 27941"/>
                <a:gd name="connsiteX10" fmla="*/ 33183 w 64264"/>
                <a:gd name="connsiteY10" fmla="*/ 4331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7941">
                  <a:moveTo>
                    <a:pt x="33183" y="4331"/>
                  </a:moveTo>
                  <a:cubicBezTo>
                    <a:pt x="46874" y="4331"/>
                    <a:pt x="58050" y="13272"/>
                    <a:pt x="61962" y="25846"/>
                  </a:cubicBezTo>
                  <a:cubicBezTo>
                    <a:pt x="62242" y="26404"/>
                    <a:pt x="62521" y="26684"/>
                    <a:pt x="63080" y="26684"/>
                  </a:cubicBezTo>
                  <a:lnTo>
                    <a:pt x="63080" y="26684"/>
                  </a:lnTo>
                  <a:cubicBezTo>
                    <a:pt x="63918" y="26684"/>
                    <a:pt x="64477" y="25846"/>
                    <a:pt x="64198" y="25287"/>
                  </a:cubicBezTo>
                  <a:cubicBezTo>
                    <a:pt x="60286" y="11875"/>
                    <a:pt x="47992" y="2096"/>
                    <a:pt x="33183" y="2096"/>
                  </a:cubicBezTo>
                  <a:cubicBezTo>
                    <a:pt x="18654" y="2096"/>
                    <a:pt x="6080" y="11875"/>
                    <a:pt x="2168" y="25287"/>
                  </a:cubicBezTo>
                  <a:cubicBezTo>
                    <a:pt x="1889" y="26125"/>
                    <a:pt x="2448" y="26684"/>
                    <a:pt x="3286" y="26684"/>
                  </a:cubicBezTo>
                  <a:lnTo>
                    <a:pt x="3286" y="26684"/>
                  </a:lnTo>
                  <a:cubicBezTo>
                    <a:pt x="3845" y="26684"/>
                    <a:pt x="4404" y="26404"/>
                    <a:pt x="4404" y="25846"/>
                  </a:cubicBezTo>
                  <a:cubicBezTo>
                    <a:pt x="8036" y="13272"/>
                    <a:pt x="19492" y="4331"/>
                    <a:pt x="33183" y="4331"/>
                  </a:cubicBezTo>
                  <a:close/>
                </a:path>
              </a:pathLst>
            </a:custGeom>
            <a:solidFill>
              <a:srgbClr val="A488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E5EE5E7D-6826-3AC4-E9E6-E5E7A95AC14B}"/>
                </a:ext>
              </a:extLst>
            </p:cNvPr>
            <p:cNvSpPr/>
            <p:nvPr/>
          </p:nvSpPr>
          <p:spPr>
            <a:xfrm>
              <a:off x="1127841" y="2504961"/>
              <a:ext cx="75441" cy="39118"/>
            </a:xfrm>
            <a:custGeom>
              <a:avLst/>
              <a:gdLst>
                <a:gd name="connsiteX0" fmla="*/ 72258 w 75441"/>
                <a:gd name="connsiteY0" fmla="*/ 2096 h 39117"/>
                <a:gd name="connsiteX1" fmla="*/ 68626 w 75441"/>
                <a:gd name="connsiteY1" fmla="*/ 5169 h 39117"/>
                <a:gd name="connsiteX2" fmla="*/ 39008 w 75441"/>
                <a:gd name="connsiteY2" fmla="*/ 31154 h 39117"/>
                <a:gd name="connsiteX3" fmla="*/ 9391 w 75441"/>
                <a:gd name="connsiteY3" fmla="*/ 5169 h 39117"/>
                <a:gd name="connsiteX4" fmla="*/ 5758 w 75441"/>
                <a:gd name="connsiteY4" fmla="*/ 2096 h 39117"/>
                <a:gd name="connsiteX5" fmla="*/ 5758 w 75441"/>
                <a:gd name="connsiteY5" fmla="*/ 2096 h 39117"/>
                <a:gd name="connsiteX6" fmla="*/ 2126 w 75441"/>
                <a:gd name="connsiteY6" fmla="*/ 6007 h 39117"/>
                <a:gd name="connsiteX7" fmla="*/ 39008 w 75441"/>
                <a:gd name="connsiteY7" fmla="*/ 38140 h 39117"/>
                <a:gd name="connsiteX8" fmla="*/ 75891 w 75441"/>
                <a:gd name="connsiteY8" fmla="*/ 6007 h 39117"/>
                <a:gd name="connsiteX9" fmla="*/ 72258 w 75441"/>
                <a:gd name="connsiteY9" fmla="*/ 2096 h 39117"/>
                <a:gd name="connsiteX10" fmla="*/ 72258 w 75441"/>
                <a:gd name="connsiteY10" fmla="*/ 2096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441" h="39117">
                  <a:moveTo>
                    <a:pt x="72258" y="2096"/>
                  </a:moveTo>
                  <a:cubicBezTo>
                    <a:pt x="70582" y="2096"/>
                    <a:pt x="68905" y="3493"/>
                    <a:pt x="68626" y="5169"/>
                  </a:cubicBezTo>
                  <a:cubicBezTo>
                    <a:pt x="66670" y="19699"/>
                    <a:pt x="54097" y="31154"/>
                    <a:pt x="39008" y="31154"/>
                  </a:cubicBezTo>
                  <a:cubicBezTo>
                    <a:pt x="23920" y="31154"/>
                    <a:pt x="11347" y="19978"/>
                    <a:pt x="9391" y="5169"/>
                  </a:cubicBezTo>
                  <a:cubicBezTo>
                    <a:pt x="9111" y="3493"/>
                    <a:pt x="7714" y="2096"/>
                    <a:pt x="5758" y="2096"/>
                  </a:cubicBezTo>
                  <a:lnTo>
                    <a:pt x="5758" y="2096"/>
                  </a:lnTo>
                  <a:cubicBezTo>
                    <a:pt x="3523" y="2096"/>
                    <a:pt x="1847" y="4051"/>
                    <a:pt x="2126" y="6007"/>
                  </a:cubicBezTo>
                  <a:cubicBezTo>
                    <a:pt x="4641" y="24169"/>
                    <a:pt x="20008" y="38140"/>
                    <a:pt x="39008" y="38140"/>
                  </a:cubicBezTo>
                  <a:cubicBezTo>
                    <a:pt x="57729" y="38140"/>
                    <a:pt x="73376" y="24169"/>
                    <a:pt x="75891" y="6007"/>
                  </a:cubicBezTo>
                  <a:cubicBezTo>
                    <a:pt x="75891" y="4051"/>
                    <a:pt x="74214" y="2096"/>
                    <a:pt x="72258" y="2096"/>
                  </a:cubicBezTo>
                  <a:lnTo>
                    <a:pt x="72258" y="2096"/>
                  </a:lnTo>
                  <a:close/>
                </a:path>
              </a:pathLst>
            </a:custGeom>
            <a:solidFill>
              <a:srgbClr val="6056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849D458A-CCA9-B3F4-A3E2-4D06DFCBFDEB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6527FDC8-1AE6-092D-4966-2B134D7F20C9}"/>
                </a:ext>
              </a:extLst>
            </p:cNvPr>
            <p:cNvSpPr/>
            <p:nvPr/>
          </p:nvSpPr>
          <p:spPr>
            <a:xfrm>
              <a:off x="1134504" y="2513623"/>
              <a:ext cx="64265" cy="25147"/>
            </a:xfrm>
            <a:custGeom>
              <a:avLst/>
              <a:gdLst>
                <a:gd name="connsiteX0" fmla="*/ 61403 w 64264"/>
                <a:gd name="connsiteY0" fmla="*/ 2096 h 25147"/>
                <a:gd name="connsiteX1" fmla="*/ 60286 w 64264"/>
                <a:gd name="connsiteY1" fmla="*/ 2934 h 25147"/>
                <a:gd name="connsiteX2" fmla="*/ 32345 w 64264"/>
                <a:gd name="connsiteY2" fmla="*/ 22493 h 25147"/>
                <a:gd name="connsiteX3" fmla="*/ 4404 w 64264"/>
                <a:gd name="connsiteY3" fmla="*/ 2934 h 25147"/>
                <a:gd name="connsiteX4" fmla="*/ 3286 w 64264"/>
                <a:gd name="connsiteY4" fmla="*/ 2096 h 25147"/>
                <a:gd name="connsiteX5" fmla="*/ 3286 w 64264"/>
                <a:gd name="connsiteY5" fmla="*/ 2096 h 25147"/>
                <a:gd name="connsiteX6" fmla="*/ 2168 w 64264"/>
                <a:gd name="connsiteY6" fmla="*/ 3772 h 25147"/>
                <a:gd name="connsiteX7" fmla="*/ 32345 w 64264"/>
                <a:gd name="connsiteY7" fmla="*/ 24728 h 25147"/>
                <a:gd name="connsiteX8" fmla="*/ 62521 w 64264"/>
                <a:gd name="connsiteY8" fmla="*/ 3772 h 25147"/>
                <a:gd name="connsiteX9" fmla="*/ 61403 w 64264"/>
                <a:gd name="connsiteY9" fmla="*/ 2096 h 25147"/>
                <a:gd name="connsiteX10" fmla="*/ 61403 w 64264"/>
                <a:gd name="connsiteY10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5147">
                  <a:moveTo>
                    <a:pt x="61403" y="2096"/>
                  </a:moveTo>
                  <a:cubicBezTo>
                    <a:pt x="60845" y="2096"/>
                    <a:pt x="60565" y="2375"/>
                    <a:pt x="60286" y="2934"/>
                  </a:cubicBezTo>
                  <a:cubicBezTo>
                    <a:pt x="56095" y="14390"/>
                    <a:pt x="45198" y="22493"/>
                    <a:pt x="32345" y="22493"/>
                  </a:cubicBezTo>
                  <a:cubicBezTo>
                    <a:pt x="19492" y="22493"/>
                    <a:pt x="8595" y="14390"/>
                    <a:pt x="4404" y="2934"/>
                  </a:cubicBezTo>
                  <a:cubicBezTo>
                    <a:pt x="4124" y="2375"/>
                    <a:pt x="3845" y="2096"/>
                    <a:pt x="3286" y="2096"/>
                  </a:cubicBezTo>
                  <a:lnTo>
                    <a:pt x="3286" y="2096"/>
                  </a:lnTo>
                  <a:cubicBezTo>
                    <a:pt x="2448" y="2096"/>
                    <a:pt x="1889" y="2934"/>
                    <a:pt x="2168" y="3772"/>
                  </a:cubicBezTo>
                  <a:cubicBezTo>
                    <a:pt x="6639" y="16066"/>
                    <a:pt x="18654" y="24728"/>
                    <a:pt x="32345" y="24728"/>
                  </a:cubicBezTo>
                  <a:cubicBezTo>
                    <a:pt x="46315" y="24728"/>
                    <a:pt x="58050" y="16066"/>
                    <a:pt x="62521" y="3772"/>
                  </a:cubicBezTo>
                  <a:cubicBezTo>
                    <a:pt x="62800" y="2934"/>
                    <a:pt x="62242" y="2096"/>
                    <a:pt x="61403" y="2096"/>
                  </a:cubicBezTo>
                  <a:lnTo>
                    <a:pt x="61403" y="2096"/>
                  </a:ln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3F876CA6-5798-8A1F-3B96-88A7C8FB4ACA}"/>
                </a:ext>
              </a:extLst>
            </p:cNvPr>
            <p:cNvSpPr/>
            <p:nvPr/>
          </p:nvSpPr>
          <p:spPr>
            <a:xfrm>
              <a:off x="1163356" y="2482887"/>
              <a:ext cx="5588" cy="27941"/>
            </a:xfrm>
            <a:custGeom>
              <a:avLst/>
              <a:gdLst>
                <a:gd name="connsiteX0" fmla="*/ 3493 w 5588"/>
                <a:gd name="connsiteY0" fmla="*/ 25846 h 27941"/>
                <a:gd name="connsiteX1" fmla="*/ 3493 w 5588"/>
                <a:gd name="connsiteY1" fmla="*/ 25846 h 27941"/>
                <a:gd name="connsiteX2" fmla="*/ 2096 w 5588"/>
                <a:gd name="connsiteY2" fmla="*/ 24448 h 27941"/>
                <a:gd name="connsiteX3" fmla="*/ 2096 w 5588"/>
                <a:gd name="connsiteY3" fmla="*/ 3493 h 27941"/>
                <a:gd name="connsiteX4" fmla="*/ 3493 w 5588"/>
                <a:gd name="connsiteY4" fmla="*/ 2096 h 27941"/>
                <a:gd name="connsiteX5" fmla="*/ 3493 w 5588"/>
                <a:gd name="connsiteY5" fmla="*/ 2096 h 27941"/>
                <a:gd name="connsiteX6" fmla="*/ 4890 w 5588"/>
                <a:gd name="connsiteY6" fmla="*/ 3493 h 27941"/>
                <a:gd name="connsiteX7" fmla="*/ 4890 w 5588"/>
                <a:gd name="connsiteY7" fmla="*/ 24448 h 27941"/>
                <a:gd name="connsiteX8" fmla="*/ 3493 w 5588"/>
                <a:gd name="connsiteY8" fmla="*/ 25846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" h="27941">
                  <a:moveTo>
                    <a:pt x="3493" y="25846"/>
                  </a:moveTo>
                  <a:lnTo>
                    <a:pt x="3493" y="25846"/>
                  </a:lnTo>
                  <a:cubicBezTo>
                    <a:pt x="2654" y="25846"/>
                    <a:pt x="2096" y="25287"/>
                    <a:pt x="2096" y="24448"/>
                  </a:cubicBezTo>
                  <a:lnTo>
                    <a:pt x="2096" y="3493"/>
                  </a:lnTo>
                  <a:cubicBezTo>
                    <a:pt x="2096" y="2654"/>
                    <a:pt x="2654" y="2096"/>
                    <a:pt x="3493" y="2096"/>
                  </a:cubicBezTo>
                  <a:lnTo>
                    <a:pt x="3493" y="2096"/>
                  </a:lnTo>
                  <a:cubicBezTo>
                    <a:pt x="4331" y="2096"/>
                    <a:pt x="4890" y="2654"/>
                    <a:pt x="4890" y="3493"/>
                  </a:cubicBezTo>
                  <a:lnTo>
                    <a:pt x="4890" y="24448"/>
                  </a:lnTo>
                  <a:cubicBezTo>
                    <a:pt x="4890" y="25287"/>
                    <a:pt x="4051" y="25846"/>
                    <a:pt x="3493" y="2584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2B4774AE-4403-9C3D-7D36-0375D8CA1F4E}"/>
                </a:ext>
              </a:extLst>
            </p:cNvPr>
            <p:cNvSpPr/>
            <p:nvPr/>
          </p:nvSpPr>
          <p:spPr>
            <a:xfrm>
              <a:off x="1163246" y="2503939"/>
              <a:ext cx="19559" cy="16765"/>
            </a:xfrm>
            <a:custGeom>
              <a:avLst/>
              <a:gdLst>
                <a:gd name="connsiteX0" fmla="*/ 2485 w 19558"/>
                <a:gd name="connsiteY0" fmla="*/ 2559 h 16764"/>
                <a:gd name="connsiteX1" fmla="*/ 2485 w 19558"/>
                <a:gd name="connsiteY1" fmla="*/ 2559 h 16764"/>
                <a:gd name="connsiteX2" fmla="*/ 4441 w 19558"/>
                <a:gd name="connsiteY2" fmla="*/ 2279 h 16764"/>
                <a:gd name="connsiteX3" fmla="*/ 17294 w 19558"/>
                <a:gd name="connsiteY3" fmla="*/ 13176 h 16764"/>
                <a:gd name="connsiteX4" fmla="*/ 17573 w 19558"/>
                <a:gd name="connsiteY4" fmla="*/ 15132 h 16764"/>
                <a:gd name="connsiteX5" fmla="*/ 17573 w 19558"/>
                <a:gd name="connsiteY5" fmla="*/ 15132 h 16764"/>
                <a:gd name="connsiteX6" fmla="*/ 15617 w 19558"/>
                <a:gd name="connsiteY6" fmla="*/ 15411 h 16764"/>
                <a:gd name="connsiteX7" fmla="*/ 2764 w 19558"/>
                <a:gd name="connsiteY7" fmla="*/ 4514 h 16764"/>
                <a:gd name="connsiteX8" fmla="*/ 2485 w 19558"/>
                <a:gd name="connsiteY8" fmla="*/ 2559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58" h="16764">
                  <a:moveTo>
                    <a:pt x="2485" y="2559"/>
                  </a:moveTo>
                  <a:lnTo>
                    <a:pt x="2485" y="2559"/>
                  </a:lnTo>
                  <a:cubicBezTo>
                    <a:pt x="3044" y="2000"/>
                    <a:pt x="3882" y="2000"/>
                    <a:pt x="4441" y="2279"/>
                  </a:cubicBezTo>
                  <a:lnTo>
                    <a:pt x="17294" y="13176"/>
                  </a:lnTo>
                  <a:cubicBezTo>
                    <a:pt x="17853" y="13735"/>
                    <a:pt x="17853" y="14573"/>
                    <a:pt x="17573" y="15132"/>
                  </a:cubicBezTo>
                  <a:lnTo>
                    <a:pt x="17573" y="15132"/>
                  </a:lnTo>
                  <a:cubicBezTo>
                    <a:pt x="17014" y="15691"/>
                    <a:pt x="16176" y="15691"/>
                    <a:pt x="15617" y="15411"/>
                  </a:cubicBezTo>
                  <a:lnTo>
                    <a:pt x="2764" y="4514"/>
                  </a:lnTo>
                  <a:cubicBezTo>
                    <a:pt x="1926" y="4235"/>
                    <a:pt x="1926" y="3397"/>
                    <a:pt x="2485" y="255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11449CFD-B716-F623-09A7-B4445CF2B7AD}"/>
                </a:ext>
              </a:extLst>
            </p:cNvPr>
            <p:cNvSpPr/>
            <p:nvPr/>
          </p:nvSpPr>
          <p:spPr>
            <a:xfrm>
              <a:off x="1163915" y="2476182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87BE8F9C-109B-4AFA-DC16-70DC845025A6}"/>
                </a:ext>
              </a:extLst>
            </p:cNvPr>
            <p:cNvSpPr/>
            <p:nvPr/>
          </p:nvSpPr>
          <p:spPr>
            <a:xfrm>
              <a:off x="1163915" y="2528711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55EB81B5-7665-66CB-4ED2-29F706E9BEAD}"/>
                </a:ext>
              </a:extLst>
            </p:cNvPr>
            <p:cNvSpPr/>
            <p:nvPr/>
          </p:nvSpPr>
          <p:spPr>
            <a:xfrm>
              <a:off x="1136779" y="2503289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54AAF95D-9A77-88CB-2884-B41794217908}"/>
                </a:ext>
              </a:extLst>
            </p:cNvPr>
            <p:cNvSpPr/>
            <p:nvPr/>
          </p:nvSpPr>
          <p:spPr>
            <a:xfrm>
              <a:off x="1189182" y="2503163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97EADA91-B842-E378-757D-8D7D631CD109}"/>
                </a:ext>
              </a:extLst>
            </p:cNvPr>
            <p:cNvSpPr/>
            <p:nvPr/>
          </p:nvSpPr>
          <p:spPr>
            <a:xfrm>
              <a:off x="1143577" y="2483212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29 w 8382"/>
                <a:gd name="connsiteY2" fmla="*/ 4940 h 8382"/>
                <a:gd name="connsiteX3" fmla="*/ 4938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29" y="4940"/>
                  </a:lnTo>
                  <a:lnTo>
                    <a:pt x="4938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1603E650-6806-18A2-11F4-A19043C367BB}"/>
                </a:ext>
              </a:extLst>
            </p:cNvPr>
            <p:cNvSpPr/>
            <p:nvPr/>
          </p:nvSpPr>
          <p:spPr>
            <a:xfrm>
              <a:off x="1180585" y="2520067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30 w 8382"/>
                <a:gd name="connsiteY2" fmla="*/ 4939 h 8382"/>
                <a:gd name="connsiteX3" fmla="*/ 4939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30" y="4939"/>
                  </a:lnTo>
                  <a:lnTo>
                    <a:pt x="4939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AF8065CA-802F-2CD6-79F8-9434AA0F58B6}"/>
                </a:ext>
              </a:extLst>
            </p:cNvPr>
            <p:cNvSpPr/>
            <p:nvPr/>
          </p:nvSpPr>
          <p:spPr>
            <a:xfrm>
              <a:off x="1143589" y="2520283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39 h 8382"/>
                <a:gd name="connsiteX2" fmla="*/ 4939 w 8382"/>
                <a:gd name="connsiteY2" fmla="*/ 2964 h 8382"/>
                <a:gd name="connsiteX3" fmla="*/ 5730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39"/>
                  </a:lnTo>
                  <a:lnTo>
                    <a:pt x="4939" y="2964"/>
                  </a:lnTo>
                  <a:lnTo>
                    <a:pt x="5730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8F8C30FD-2D94-B372-5CD0-693ADA3BE059}"/>
                </a:ext>
              </a:extLst>
            </p:cNvPr>
            <p:cNvSpPr/>
            <p:nvPr/>
          </p:nvSpPr>
          <p:spPr>
            <a:xfrm>
              <a:off x="1180755" y="2483065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40 h 8382"/>
                <a:gd name="connsiteX2" fmla="*/ 4938 w 8382"/>
                <a:gd name="connsiteY2" fmla="*/ 2964 h 8382"/>
                <a:gd name="connsiteX3" fmla="*/ 5729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40"/>
                  </a:lnTo>
                  <a:lnTo>
                    <a:pt x="4938" y="2964"/>
                  </a:lnTo>
                  <a:lnTo>
                    <a:pt x="5729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C90A8BDB-D41B-2DB3-0493-E2F3D471BDD0}"/>
                </a:ext>
              </a:extLst>
            </p:cNvPr>
            <p:cNvSpPr/>
            <p:nvPr/>
          </p:nvSpPr>
          <p:spPr>
            <a:xfrm>
              <a:off x="1111106" y="2272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B86A1EBD-A625-0CC3-9ACE-6D2905AAA3BE}"/>
                </a:ext>
              </a:extLst>
            </p:cNvPr>
            <p:cNvSpPr/>
            <p:nvPr/>
          </p:nvSpPr>
          <p:spPr>
            <a:xfrm>
              <a:off x="1431311" y="2075506"/>
              <a:ext cx="262646" cy="441470"/>
            </a:xfrm>
            <a:custGeom>
              <a:avLst/>
              <a:gdLst>
                <a:gd name="connsiteX0" fmla="*/ 258874 w 262646"/>
                <a:gd name="connsiteY0" fmla="*/ 441050 h 441469"/>
                <a:gd name="connsiteX1" fmla="*/ 5728 w 262646"/>
                <a:gd name="connsiteY1" fmla="*/ 441050 h 441469"/>
                <a:gd name="connsiteX2" fmla="*/ 2096 w 262646"/>
                <a:gd name="connsiteY2" fmla="*/ 437418 h 441469"/>
                <a:gd name="connsiteX3" fmla="*/ 2096 w 262646"/>
                <a:gd name="connsiteY3" fmla="*/ 5728 h 441469"/>
                <a:gd name="connsiteX4" fmla="*/ 5728 w 262646"/>
                <a:gd name="connsiteY4" fmla="*/ 2096 h 441469"/>
                <a:gd name="connsiteX5" fmla="*/ 258874 w 262646"/>
                <a:gd name="connsiteY5" fmla="*/ 2096 h 441469"/>
                <a:gd name="connsiteX6" fmla="*/ 262507 w 262646"/>
                <a:gd name="connsiteY6" fmla="*/ 5728 h 441469"/>
                <a:gd name="connsiteX7" fmla="*/ 262507 w 262646"/>
                <a:gd name="connsiteY7" fmla="*/ 437139 h 441469"/>
                <a:gd name="connsiteX8" fmla="*/ 258874 w 262646"/>
                <a:gd name="connsiteY8" fmla="*/ 441050 h 44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646" h="441469">
                  <a:moveTo>
                    <a:pt x="258874" y="441050"/>
                  </a:moveTo>
                  <a:lnTo>
                    <a:pt x="5728" y="441050"/>
                  </a:lnTo>
                  <a:cubicBezTo>
                    <a:pt x="3772" y="441050"/>
                    <a:pt x="2096" y="439374"/>
                    <a:pt x="2096" y="437418"/>
                  </a:cubicBezTo>
                  <a:lnTo>
                    <a:pt x="2096" y="5728"/>
                  </a:lnTo>
                  <a:cubicBezTo>
                    <a:pt x="2096" y="3772"/>
                    <a:pt x="3772" y="2096"/>
                    <a:pt x="5728" y="2096"/>
                  </a:cubicBezTo>
                  <a:lnTo>
                    <a:pt x="258874" y="2096"/>
                  </a:lnTo>
                  <a:cubicBezTo>
                    <a:pt x="260830" y="2096"/>
                    <a:pt x="262507" y="3772"/>
                    <a:pt x="262507" y="5728"/>
                  </a:cubicBezTo>
                  <a:lnTo>
                    <a:pt x="262507" y="437139"/>
                  </a:lnTo>
                  <a:cubicBezTo>
                    <a:pt x="262507" y="439374"/>
                    <a:pt x="260830" y="441050"/>
                    <a:pt x="258874" y="44105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61F47093-F90A-677D-728B-FED6C5C862F7}"/>
                </a:ext>
              </a:extLst>
            </p:cNvPr>
            <p:cNvSpPr/>
            <p:nvPr/>
          </p:nvSpPr>
          <p:spPr>
            <a:xfrm>
              <a:off x="1476017" y="2111271"/>
              <a:ext cx="170441" cy="39118"/>
            </a:xfrm>
            <a:custGeom>
              <a:avLst/>
              <a:gdLst>
                <a:gd name="connsiteX0" fmla="*/ 167786 w 170440"/>
                <a:gd name="connsiteY0" fmla="*/ 38978 h 39117"/>
                <a:gd name="connsiteX1" fmla="*/ 4890 w 170440"/>
                <a:gd name="connsiteY1" fmla="*/ 38978 h 39117"/>
                <a:gd name="connsiteX2" fmla="*/ 2096 w 170440"/>
                <a:gd name="connsiteY2" fmla="*/ 36184 h 39117"/>
                <a:gd name="connsiteX3" fmla="*/ 2096 w 170440"/>
                <a:gd name="connsiteY3" fmla="*/ 4890 h 39117"/>
                <a:gd name="connsiteX4" fmla="*/ 4890 w 170440"/>
                <a:gd name="connsiteY4" fmla="*/ 2096 h 39117"/>
                <a:gd name="connsiteX5" fmla="*/ 167786 w 170440"/>
                <a:gd name="connsiteY5" fmla="*/ 2096 h 39117"/>
                <a:gd name="connsiteX6" fmla="*/ 170581 w 170440"/>
                <a:gd name="connsiteY6" fmla="*/ 4890 h 39117"/>
                <a:gd name="connsiteX7" fmla="*/ 170581 w 170440"/>
                <a:gd name="connsiteY7" fmla="*/ 36184 h 39117"/>
                <a:gd name="connsiteX8" fmla="*/ 167786 w 170440"/>
                <a:gd name="connsiteY8" fmla="*/ 38978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0440" h="39117">
                  <a:moveTo>
                    <a:pt x="167786" y="38978"/>
                  </a:moveTo>
                  <a:lnTo>
                    <a:pt x="4890" y="38978"/>
                  </a:lnTo>
                  <a:cubicBezTo>
                    <a:pt x="3213" y="38978"/>
                    <a:pt x="2096" y="37581"/>
                    <a:pt x="2096" y="36184"/>
                  </a:cubicBezTo>
                  <a:lnTo>
                    <a:pt x="2096" y="4890"/>
                  </a:lnTo>
                  <a:cubicBezTo>
                    <a:pt x="2096" y="3213"/>
                    <a:pt x="3493" y="2096"/>
                    <a:pt x="4890" y="2096"/>
                  </a:cubicBezTo>
                  <a:lnTo>
                    <a:pt x="167786" y="2096"/>
                  </a:lnTo>
                  <a:cubicBezTo>
                    <a:pt x="169463" y="2096"/>
                    <a:pt x="170581" y="3493"/>
                    <a:pt x="170581" y="4890"/>
                  </a:cubicBezTo>
                  <a:lnTo>
                    <a:pt x="170581" y="36184"/>
                  </a:lnTo>
                  <a:cubicBezTo>
                    <a:pt x="170581" y="37581"/>
                    <a:pt x="169463" y="38978"/>
                    <a:pt x="167786" y="3897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47CC13BB-8B43-2DA9-9D4D-D248869F0AE6}"/>
                </a:ext>
              </a:extLst>
            </p:cNvPr>
            <p:cNvSpPr/>
            <p:nvPr/>
          </p:nvSpPr>
          <p:spPr>
            <a:xfrm>
              <a:off x="1484679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4F69EF34-284B-706C-F795-67A0A88DAF0E}"/>
                </a:ext>
              </a:extLst>
            </p:cNvPr>
            <p:cNvSpPr/>
            <p:nvPr/>
          </p:nvSpPr>
          <p:spPr>
            <a:xfrm>
              <a:off x="1581355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BBD6007F-10B7-2C1D-584A-39659317CAB1}"/>
                </a:ext>
              </a:extLst>
            </p:cNvPr>
            <p:cNvSpPr/>
            <p:nvPr/>
          </p:nvSpPr>
          <p:spPr>
            <a:xfrm>
              <a:off x="1472385" y="2185315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D38E5DF5-2AE8-D914-76E6-BF1CB74D161D}"/>
                </a:ext>
              </a:extLst>
            </p:cNvPr>
            <p:cNvSpPr/>
            <p:nvPr/>
          </p:nvSpPr>
          <p:spPr>
            <a:xfrm>
              <a:off x="1472385" y="2233653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C0ED68FF-C409-068D-D2EF-188E36848ABE}"/>
                </a:ext>
              </a:extLst>
            </p:cNvPr>
            <p:cNvSpPr/>
            <p:nvPr/>
          </p:nvSpPr>
          <p:spPr>
            <a:xfrm>
              <a:off x="1511223" y="2280035"/>
              <a:ext cx="106176" cy="8382"/>
            </a:xfrm>
            <a:custGeom>
              <a:avLst/>
              <a:gdLst>
                <a:gd name="connsiteX0" fmla="*/ 2096 w 106176"/>
                <a:gd name="connsiteY0" fmla="*/ 2096 h 8382"/>
                <a:gd name="connsiteX1" fmla="*/ 106316 w 106176"/>
                <a:gd name="connsiteY1" fmla="*/ 2096 h 8382"/>
                <a:gd name="connsiteX2" fmla="*/ 106316 w 106176"/>
                <a:gd name="connsiteY2" fmla="*/ 8522 h 8382"/>
                <a:gd name="connsiteX3" fmla="*/ 2096 w 106176"/>
                <a:gd name="connsiteY3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176" h="8382">
                  <a:moveTo>
                    <a:pt x="2096" y="2096"/>
                  </a:moveTo>
                  <a:lnTo>
                    <a:pt x="106316" y="2096"/>
                  </a:lnTo>
                  <a:lnTo>
                    <a:pt x="106316" y="8522"/>
                  </a:lnTo>
                  <a:lnTo>
                    <a:pt x="2096" y="8522"/>
                  </a:lnTo>
                  <a:close/>
                </a:path>
              </a:pathLst>
            </a:custGeom>
            <a:solidFill>
              <a:srgbClr val="CED2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492B2F57-9FE4-5CF1-FCE3-9AD8E91C8EEC}"/>
                </a:ext>
              </a:extLst>
            </p:cNvPr>
            <p:cNvSpPr/>
            <p:nvPr/>
          </p:nvSpPr>
          <p:spPr>
            <a:xfrm>
              <a:off x="1866355" y="2360505"/>
              <a:ext cx="399558" cy="75441"/>
            </a:xfrm>
            <a:custGeom>
              <a:avLst/>
              <a:gdLst>
                <a:gd name="connsiteX0" fmla="*/ 363654 w 399557"/>
                <a:gd name="connsiteY0" fmla="*/ 74742 h 75441"/>
                <a:gd name="connsiteX1" fmla="*/ 38419 w 399557"/>
                <a:gd name="connsiteY1" fmla="*/ 74742 h 75441"/>
                <a:gd name="connsiteX2" fmla="*/ 2096 w 399557"/>
                <a:gd name="connsiteY2" fmla="*/ 38419 h 75441"/>
                <a:gd name="connsiteX3" fmla="*/ 2096 w 399557"/>
                <a:gd name="connsiteY3" fmla="*/ 38419 h 75441"/>
                <a:gd name="connsiteX4" fmla="*/ 38419 w 399557"/>
                <a:gd name="connsiteY4" fmla="*/ 2096 h 75441"/>
                <a:gd name="connsiteX5" fmla="*/ 363654 w 399557"/>
                <a:gd name="connsiteY5" fmla="*/ 2096 h 75441"/>
                <a:gd name="connsiteX6" fmla="*/ 399977 w 399557"/>
                <a:gd name="connsiteY6" fmla="*/ 38419 h 75441"/>
                <a:gd name="connsiteX7" fmla="*/ 399977 w 399557"/>
                <a:gd name="connsiteY7" fmla="*/ 38419 h 75441"/>
                <a:gd name="connsiteX8" fmla="*/ 363654 w 399557"/>
                <a:gd name="connsiteY8" fmla="*/ 74742 h 7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557" h="75441">
                  <a:moveTo>
                    <a:pt x="363654" y="74742"/>
                  </a:moveTo>
                  <a:lnTo>
                    <a:pt x="38419" y="74742"/>
                  </a:lnTo>
                  <a:cubicBezTo>
                    <a:pt x="18301" y="74742"/>
                    <a:pt x="2096" y="58537"/>
                    <a:pt x="2096" y="38419"/>
                  </a:cubicBezTo>
                  <a:lnTo>
                    <a:pt x="2096" y="38419"/>
                  </a:lnTo>
                  <a:cubicBezTo>
                    <a:pt x="2096" y="18301"/>
                    <a:pt x="18301" y="2096"/>
                    <a:pt x="38419" y="2096"/>
                  </a:cubicBezTo>
                  <a:lnTo>
                    <a:pt x="363654" y="2096"/>
                  </a:lnTo>
                  <a:cubicBezTo>
                    <a:pt x="383771" y="2096"/>
                    <a:pt x="399977" y="18301"/>
                    <a:pt x="399977" y="38419"/>
                  </a:cubicBezTo>
                  <a:lnTo>
                    <a:pt x="399977" y="38419"/>
                  </a:lnTo>
                  <a:cubicBezTo>
                    <a:pt x="399977" y="58537"/>
                    <a:pt x="383771" y="74742"/>
                    <a:pt x="363654" y="74742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C90B1869-7002-C8BD-B8E7-AF8A65651238}"/>
                </a:ext>
              </a:extLst>
            </p:cNvPr>
            <p:cNvSpPr/>
            <p:nvPr/>
          </p:nvSpPr>
          <p:spPr>
            <a:xfrm>
              <a:off x="1714076" y="2066565"/>
              <a:ext cx="265441" cy="61470"/>
            </a:xfrm>
            <a:custGeom>
              <a:avLst/>
              <a:gdLst>
                <a:gd name="connsiteX0" fmla="*/ 234286 w 265440"/>
                <a:gd name="connsiteY0" fmla="*/ 61331 h 61470"/>
                <a:gd name="connsiteX1" fmla="*/ 31713 w 265440"/>
                <a:gd name="connsiteY1" fmla="*/ 61331 h 61470"/>
                <a:gd name="connsiteX2" fmla="*/ 2096 w 265440"/>
                <a:gd name="connsiteY2" fmla="*/ 31713 h 61470"/>
                <a:gd name="connsiteX3" fmla="*/ 2096 w 265440"/>
                <a:gd name="connsiteY3" fmla="*/ 31713 h 61470"/>
                <a:gd name="connsiteX4" fmla="*/ 31713 w 265440"/>
                <a:gd name="connsiteY4" fmla="*/ 2096 h 61470"/>
                <a:gd name="connsiteX5" fmla="*/ 234286 w 265440"/>
                <a:gd name="connsiteY5" fmla="*/ 2096 h 61470"/>
                <a:gd name="connsiteX6" fmla="*/ 263904 w 265440"/>
                <a:gd name="connsiteY6" fmla="*/ 31713 h 61470"/>
                <a:gd name="connsiteX7" fmla="*/ 263904 w 265440"/>
                <a:gd name="connsiteY7" fmla="*/ 31713 h 61470"/>
                <a:gd name="connsiteX8" fmla="*/ 234286 w 265440"/>
                <a:gd name="connsiteY8" fmla="*/ 61331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440" h="61470">
                  <a:moveTo>
                    <a:pt x="234286" y="61331"/>
                  </a:moveTo>
                  <a:lnTo>
                    <a:pt x="31713" y="61331"/>
                  </a:lnTo>
                  <a:cubicBezTo>
                    <a:pt x="15228" y="61331"/>
                    <a:pt x="2096" y="47919"/>
                    <a:pt x="2096" y="31713"/>
                  </a:cubicBezTo>
                  <a:lnTo>
                    <a:pt x="2096" y="31713"/>
                  </a:lnTo>
                  <a:cubicBezTo>
                    <a:pt x="2096" y="15228"/>
                    <a:pt x="15507" y="2096"/>
                    <a:pt x="31713" y="2096"/>
                  </a:cubicBezTo>
                  <a:lnTo>
                    <a:pt x="234286" y="2096"/>
                  </a:lnTo>
                  <a:cubicBezTo>
                    <a:pt x="250771" y="2096"/>
                    <a:pt x="263904" y="15507"/>
                    <a:pt x="263904" y="31713"/>
                  </a:cubicBezTo>
                  <a:lnTo>
                    <a:pt x="263904" y="31713"/>
                  </a:lnTo>
                  <a:cubicBezTo>
                    <a:pt x="264183" y="47919"/>
                    <a:pt x="250771" y="61331"/>
                    <a:pt x="234286" y="61331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FA00176A-F2D7-7D7C-4003-3405749F40A8}"/>
                </a:ext>
              </a:extLst>
            </p:cNvPr>
            <p:cNvSpPr/>
            <p:nvPr/>
          </p:nvSpPr>
          <p:spPr>
            <a:xfrm>
              <a:off x="1773590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5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5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F8B53694-97BD-A7E8-3D25-4C2DAFEC3969}"/>
                </a:ext>
              </a:extLst>
            </p:cNvPr>
            <p:cNvSpPr/>
            <p:nvPr/>
          </p:nvSpPr>
          <p:spPr>
            <a:xfrm>
              <a:off x="1837296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6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6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91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0905D603-A1FE-91A6-0186-2615F10EE5C2}"/>
                </a:ext>
              </a:extLst>
            </p:cNvPr>
            <p:cNvSpPr/>
            <p:nvPr/>
          </p:nvSpPr>
          <p:spPr>
            <a:xfrm>
              <a:off x="1896252" y="2086949"/>
              <a:ext cx="22353" cy="22353"/>
            </a:xfrm>
            <a:custGeom>
              <a:avLst/>
              <a:gdLst>
                <a:gd name="connsiteX0" fmla="*/ 20537 w 22352"/>
                <a:gd name="connsiteY0" fmla="*/ 11329 h 22352"/>
                <a:gd name="connsiteX1" fmla="*/ 11316 w 22352"/>
                <a:gd name="connsiteY1" fmla="*/ 20550 h 22352"/>
                <a:gd name="connsiteX2" fmla="*/ 2096 w 22352"/>
                <a:gd name="connsiteY2" fmla="*/ 11329 h 22352"/>
                <a:gd name="connsiteX3" fmla="*/ 11316 w 22352"/>
                <a:gd name="connsiteY3" fmla="*/ 2109 h 22352"/>
                <a:gd name="connsiteX4" fmla="*/ 20537 w 22352"/>
                <a:gd name="connsiteY4" fmla="*/ 11329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29"/>
                  </a:moveTo>
                  <a:cubicBezTo>
                    <a:pt x="20537" y="16359"/>
                    <a:pt x="16346" y="20550"/>
                    <a:pt x="11316" y="20550"/>
                  </a:cubicBezTo>
                  <a:cubicBezTo>
                    <a:pt x="6287" y="20550"/>
                    <a:pt x="2096" y="16359"/>
                    <a:pt x="2096" y="11329"/>
                  </a:cubicBezTo>
                  <a:cubicBezTo>
                    <a:pt x="2096" y="6300"/>
                    <a:pt x="6287" y="2109"/>
                    <a:pt x="11316" y="2109"/>
                  </a:cubicBezTo>
                  <a:cubicBezTo>
                    <a:pt x="16346" y="1829"/>
                    <a:pt x="20537" y="6021"/>
                    <a:pt x="20537" y="11329"/>
                  </a:cubicBezTo>
                  <a:close/>
                </a:path>
              </a:pathLst>
            </a:custGeom>
            <a:solidFill>
              <a:srgbClr val="E94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1B166B08-0A91-28CF-A2BC-C211DC4664F9}"/>
                </a:ext>
              </a:extLst>
            </p:cNvPr>
            <p:cNvSpPr/>
            <p:nvPr/>
          </p:nvSpPr>
          <p:spPr>
            <a:xfrm>
              <a:off x="1143518" y="2315520"/>
              <a:ext cx="47500" cy="47500"/>
            </a:xfrm>
            <a:custGeom>
              <a:avLst/>
              <a:gdLst>
                <a:gd name="connsiteX0" fmla="*/ 47360 w 47499"/>
                <a:gd name="connsiteY0" fmla="*/ 24728 h 47499"/>
                <a:gd name="connsiteX1" fmla="*/ 24728 w 47499"/>
                <a:gd name="connsiteY1" fmla="*/ 47360 h 47499"/>
                <a:gd name="connsiteX2" fmla="*/ 2096 w 47499"/>
                <a:gd name="connsiteY2" fmla="*/ 24728 h 47499"/>
                <a:gd name="connsiteX3" fmla="*/ 24728 w 47499"/>
                <a:gd name="connsiteY3" fmla="*/ 2096 h 47499"/>
                <a:gd name="connsiteX4" fmla="*/ 47360 w 47499"/>
                <a:gd name="connsiteY4" fmla="*/ 24728 h 4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99" h="47499">
                  <a:moveTo>
                    <a:pt x="47360" y="24728"/>
                  </a:moveTo>
                  <a:cubicBezTo>
                    <a:pt x="47360" y="37227"/>
                    <a:pt x="37227" y="47360"/>
                    <a:pt x="24728" y="47360"/>
                  </a:cubicBezTo>
                  <a:cubicBezTo>
                    <a:pt x="12228" y="47360"/>
                    <a:pt x="2096" y="37227"/>
                    <a:pt x="2096" y="24728"/>
                  </a:cubicBezTo>
                  <a:cubicBezTo>
                    <a:pt x="2096" y="12228"/>
                    <a:pt x="12228" y="2096"/>
                    <a:pt x="24728" y="2096"/>
                  </a:cubicBezTo>
                  <a:cubicBezTo>
                    <a:pt x="37227" y="2096"/>
                    <a:pt x="47360" y="12228"/>
                    <a:pt x="47360" y="247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08A8D5E7-EF1C-5B55-7468-69E96470A779}"/>
                </a:ext>
              </a:extLst>
            </p:cNvPr>
            <p:cNvSpPr/>
            <p:nvPr/>
          </p:nvSpPr>
          <p:spPr>
            <a:xfrm>
              <a:off x="1132062" y="2301550"/>
              <a:ext cx="72647" cy="67059"/>
            </a:xfrm>
            <a:custGeom>
              <a:avLst/>
              <a:gdLst>
                <a:gd name="connsiteX0" fmla="*/ 59654 w 72646"/>
                <a:gd name="connsiteY0" fmla="*/ 11316 h 67058"/>
                <a:gd name="connsiteX1" fmla="*/ 55743 w 72646"/>
                <a:gd name="connsiteY1" fmla="*/ 11316 h 67058"/>
                <a:gd name="connsiteX2" fmla="*/ 49875 w 72646"/>
                <a:gd name="connsiteY2" fmla="*/ 3213 h 67058"/>
                <a:gd name="connsiteX3" fmla="*/ 47919 w 72646"/>
                <a:gd name="connsiteY3" fmla="*/ 2096 h 67058"/>
                <a:gd name="connsiteX4" fmla="*/ 25007 w 72646"/>
                <a:gd name="connsiteY4" fmla="*/ 2096 h 67058"/>
                <a:gd name="connsiteX5" fmla="*/ 23051 w 72646"/>
                <a:gd name="connsiteY5" fmla="*/ 3213 h 67058"/>
                <a:gd name="connsiteX6" fmla="*/ 17184 w 72646"/>
                <a:gd name="connsiteY6" fmla="*/ 11316 h 67058"/>
                <a:gd name="connsiteX7" fmla="*/ 13272 w 72646"/>
                <a:gd name="connsiteY7" fmla="*/ 11316 h 67058"/>
                <a:gd name="connsiteX8" fmla="*/ 2096 w 72646"/>
                <a:gd name="connsiteY8" fmla="*/ 22493 h 67058"/>
                <a:gd name="connsiteX9" fmla="*/ 2096 w 72646"/>
                <a:gd name="connsiteY9" fmla="*/ 55184 h 67058"/>
                <a:gd name="connsiteX10" fmla="*/ 13272 w 72646"/>
                <a:gd name="connsiteY10" fmla="*/ 66360 h 67058"/>
                <a:gd name="connsiteX11" fmla="*/ 59654 w 72646"/>
                <a:gd name="connsiteY11" fmla="*/ 66360 h 67058"/>
                <a:gd name="connsiteX12" fmla="*/ 70831 w 72646"/>
                <a:gd name="connsiteY12" fmla="*/ 55184 h 67058"/>
                <a:gd name="connsiteX13" fmla="*/ 70831 w 72646"/>
                <a:gd name="connsiteY13" fmla="*/ 22772 h 67058"/>
                <a:gd name="connsiteX14" fmla="*/ 59654 w 72646"/>
                <a:gd name="connsiteY14" fmla="*/ 11316 h 67058"/>
                <a:gd name="connsiteX15" fmla="*/ 36463 w 72646"/>
                <a:gd name="connsiteY15" fmla="*/ 55463 h 67058"/>
                <a:gd name="connsiteX16" fmla="*/ 19698 w 72646"/>
                <a:gd name="connsiteY16" fmla="*/ 38698 h 67058"/>
                <a:gd name="connsiteX17" fmla="*/ 36463 w 72646"/>
                <a:gd name="connsiteY17" fmla="*/ 21934 h 67058"/>
                <a:gd name="connsiteX18" fmla="*/ 53228 w 72646"/>
                <a:gd name="connsiteY18" fmla="*/ 38698 h 67058"/>
                <a:gd name="connsiteX19" fmla="*/ 36463 w 72646"/>
                <a:gd name="connsiteY19" fmla="*/ 55463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2646" h="67058">
                  <a:moveTo>
                    <a:pt x="59654" y="11316"/>
                  </a:moveTo>
                  <a:lnTo>
                    <a:pt x="55743" y="11316"/>
                  </a:lnTo>
                  <a:lnTo>
                    <a:pt x="49875" y="3213"/>
                  </a:lnTo>
                  <a:cubicBezTo>
                    <a:pt x="49316" y="2654"/>
                    <a:pt x="48757" y="2096"/>
                    <a:pt x="47919" y="2096"/>
                  </a:cubicBezTo>
                  <a:lnTo>
                    <a:pt x="25007" y="2096"/>
                  </a:lnTo>
                  <a:cubicBezTo>
                    <a:pt x="24169" y="2096"/>
                    <a:pt x="23610" y="2375"/>
                    <a:pt x="23051" y="3213"/>
                  </a:cubicBezTo>
                  <a:lnTo>
                    <a:pt x="17184" y="11316"/>
                  </a:lnTo>
                  <a:lnTo>
                    <a:pt x="13272" y="11316"/>
                  </a:lnTo>
                  <a:cubicBezTo>
                    <a:pt x="7125" y="11316"/>
                    <a:pt x="2096" y="16346"/>
                    <a:pt x="2096" y="22493"/>
                  </a:cubicBezTo>
                  <a:lnTo>
                    <a:pt x="2096" y="55184"/>
                  </a:lnTo>
                  <a:cubicBezTo>
                    <a:pt x="2096" y="61331"/>
                    <a:pt x="7125" y="66360"/>
                    <a:pt x="13272" y="66360"/>
                  </a:cubicBezTo>
                  <a:lnTo>
                    <a:pt x="59654" y="66360"/>
                  </a:lnTo>
                  <a:cubicBezTo>
                    <a:pt x="65801" y="66360"/>
                    <a:pt x="70831" y="61331"/>
                    <a:pt x="70831" y="55184"/>
                  </a:cubicBezTo>
                  <a:lnTo>
                    <a:pt x="70831" y="22772"/>
                  </a:lnTo>
                  <a:cubicBezTo>
                    <a:pt x="70831" y="16346"/>
                    <a:pt x="65801" y="11316"/>
                    <a:pt x="59654" y="11316"/>
                  </a:cubicBezTo>
                  <a:close/>
                  <a:moveTo>
                    <a:pt x="36463" y="55463"/>
                  </a:moveTo>
                  <a:cubicBezTo>
                    <a:pt x="27243" y="55463"/>
                    <a:pt x="19698" y="47919"/>
                    <a:pt x="19698" y="38698"/>
                  </a:cubicBezTo>
                  <a:cubicBezTo>
                    <a:pt x="19698" y="29478"/>
                    <a:pt x="27243" y="21934"/>
                    <a:pt x="36463" y="21934"/>
                  </a:cubicBezTo>
                  <a:cubicBezTo>
                    <a:pt x="45684" y="21934"/>
                    <a:pt x="53228" y="29478"/>
                    <a:pt x="53228" y="38698"/>
                  </a:cubicBezTo>
                  <a:cubicBezTo>
                    <a:pt x="53228" y="47919"/>
                    <a:pt x="45684" y="55463"/>
                    <a:pt x="36463" y="55463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4" name="Forma libre 53">
              <a:extLst>
                <a:ext uri="{FF2B5EF4-FFF2-40B4-BE49-F238E27FC236}">
                  <a16:creationId xmlns:a16="http://schemas.microsoft.com/office/drawing/2014/main" id="{47342D19-5FAE-6E74-16D1-B4061F20EEB8}"/>
                </a:ext>
              </a:extLst>
            </p:cNvPr>
            <p:cNvSpPr/>
            <p:nvPr/>
          </p:nvSpPr>
          <p:spPr>
            <a:xfrm>
              <a:off x="1155533" y="2327255"/>
              <a:ext cx="25147" cy="25147"/>
            </a:xfrm>
            <a:custGeom>
              <a:avLst/>
              <a:gdLst>
                <a:gd name="connsiteX0" fmla="*/ 23890 w 25147"/>
                <a:gd name="connsiteY0" fmla="*/ 12993 h 25147"/>
                <a:gd name="connsiteX1" fmla="*/ 12993 w 25147"/>
                <a:gd name="connsiteY1" fmla="*/ 23890 h 25147"/>
                <a:gd name="connsiteX2" fmla="*/ 2096 w 25147"/>
                <a:gd name="connsiteY2" fmla="*/ 12993 h 25147"/>
                <a:gd name="connsiteX3" fmla="*/ 12993 w 25147"/>
                <a:gd name="connsiteY3" fmla="*/ 2096 h 25147"/>
                <a:gd name="connsiteX4" fmla="*/ 23890 w 25147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3890" y="12993"/>
                  </a:moveTo>
                  <a:cubicBezTo>
                    <a:pt x="23890" y="19011"/>
                    <a:pt x="19011" y="23890"/>
                    <a:pt x="12993" y="23890"/>
                  </a:cubicBezTo>
                  <a:cubicBezTo>
                    <a:pt x="6974" y="23890"/>
                    <a:pt x="2096" y="19011"/>
                    <a:pt x="2096" y="12993"/>
                  </a:cubicBezTo>
                  <a:cubicBezTo>
                    <a:pt x="2096" y="6974"/>
                    <a:pt x="6974" y="2096"/>
                    <a:pt x="12993" y="2096"/>
                  </a:cubicBezTo>
                  <a:cubicBezTo>
                    <a:pt x="19011" y="2096"/>
                    <a:pt x="23890" y="6974"/>
                    <a:pt x="23890" y="12993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56AFAC86-0147-DF03-02B3-BCBB37D99655}"/>
                </a:ext>
              </a:extLst>
            </p:cNvPr>
            <p:cNvSpPr/>
            <p:nvPr/>
          </p:nvSpPr>
          <p:spPr>
            <a:xfrm>
              <a:off x="1791193" y="2186991"/>
              <a:ext cx="201176" cy="134117"/>
            </a:xfrm>
            <a:custGeom>
              <a:avLst/>
              <a:gdLst>
                <a:gd name="connsiteX0" fmla="*/ 195727 w 201176"/>
                <a:gd name="connsiteY0" fmla="*/ 132860 h 134117"/>
                <a:gd name="connsiteX1" fmla="*/ 7684 w 201176"/>
                <a:gd name="connsiteY1" fmla="*/ 132860 h 134117"/>
                <a:gd name="connsiteX2" fmla="*/ 2096 w 201176"/>
                <a:gd name="connsiteY2" fmla="*/ 127272 h 134117"/>
                <a:gd name="connsiteX3" fmla="*/ 2096 w 201176"/>
                <a:gd name="connsiteY3" fmla="*/ 7684 h 134117"/>
                <a:gd name="connsiteX4" fmla="*/ 7684 w 201176"/>
                <a:gd name="connsiteY4" fmla="*/ 2096 h 134117"/>
                <a:gd name="connsiteX5" fmla="*/ 195727 w 201176"/>
                <a:gd name="connsiteY5" fmla="*/ 2096 h 134117"/>
                <a:gd name="connsiteX6" fmla="*/ 201316 w 201176"/>
                <a:gd name="connsiteY6" fmla="*/ 7684 h 134117"/>
                <a:gd name="connsiteX7" fmla="*/ 201316 w 201176"/>
                <a:gd name="connsiteY7" fmla="*/ 127272 h 134117"/>
                <a:gd name="connsiteX8" fmla="*/ 195727 w 201176"/>
                <a:gd name="connsiteY8" fmla="*/ 132860 h 13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176" h="134117">
                  <a:moveTo>
                    <a:pt x="195727" y="132860"/>
                  </a:moveTo>
                  <a:lnTo>
                    <a:pt x="7684" y="132860"/>
                  </a:lnTo>
                  <a:cubicBezTo>
                    <a:pt x="4610" y="132860"/>
                    <a:pt x="2096" y="130345"/>
                    <a:pt x="2096" y="127272"/>
                  </a:cubicBezTo>
                  <a:lnTo>
                    <a:pt x="2096" y="7684"/>
                  </a:lnTo>
                  <a:cubicBezTo>
                    <a:pt x="2096" y="4610"/>
                    <a:pt x="4610" y="2096"/>
                    <a:pt x="7684" y="2096"/>
                  </a:cubicBezTo>
                  <a:lnTo>
                    <a:pt x="195727" y="2096"/>
                  </a:lnTo>
                  <a:cubicBezTo>
                    <a:pt x="198801" y="2096"/>
                    <a:pt x="201316" y="4610"/>
                    <a:pt x="201316" y="7684"/>
                  </a:cubicBezTo>
                  <a:lnTo>
                    <a:pt x="201316" y="127272"/>
                  </a:lnTo>
                  <a:cubicBezTo>
                    <a:pt x="201316" y="130345"/>
                    <a:pt x="198801" y="132860"/>
                    <a:pt x="195727" y="13286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AFD5103A-DFC8-BC8C-0DC6-F11B0638E604}"/>
                </a:ext>
              </a:extLst>
            </p:cNvPr>
            <p:cNvSpPr/>
            <p:nvPr/>
          </p:nvSpPr>
          <p:spPr>
            <a:xfrm>
              <a:off x="1808682" y="2198053"/>
              <a:ext cx="167647" cy="55882"/>
            </a:xfrm>
            <a:custGeom>
              <a:avLst/>
              <a:gdLst>
                <a:gd name="connsiteX0" fmla="*/ 84357 w 167646"/>
                <a:gd name="connsiteY0" fmla="*/ 55298 h 55882"/>
                <a:gd name="connsiteX1" fmla="*/ 84077 w 167646"/>
                <a:gd name="connsiteY1" fmla="*/ 55298 h 55882"/>
                <a:gd name="connsiteX2" fmla="*/ 81563 w 167646"/>
                <a:gd name="connsiteY2" fmla="*/ 54739 h 55882"/>
                <a:gd name="connsiteX3" fmla="*/ 4725 w 167646"/>
                <a:gd name="connsiteY3" fmla="*/ 11989 h 55882"/>
                <a:gd name="connsiteX4" fmla="*/ 2769 w 167646"/>
                <a:gd name="connsiteY4" fmla="*/ 4724 h 55882"/>
                <a:gd name="connsiteX5" fmla="*/ 10033 w 167646"/>
                <a:gd name="connsiteY5" fmla="*/ 2769 h 55882"/>
                <a:gd name="connsiteX6" fmla="*/ 84636 w 167646"/>
                <a:gd name="connsiteY6" fmla="*/ 44121 h 55882"/>
                <a:gd name="connsiteX7" fmla="*/ 159239 w 167646"/>
                <a:gd name="connsiteY7" fmla="*/ 2769 h 55882"/>
                <a:gd name="connsiteX8" fmla="*/ 166504 w 167646"/>
                <a:gd name="connsiteY8" fmla="*/ 4724 h 55882"/>
                <a:gd name="connsiteX9" fmla="*/ 164548 w 167646"/>
                <a:gd name="connsiteY9" fmla="*/ 11989 h 55882"/>
                <a:gd name="connsiteX10" fmla="*/ 87710 w 167646"/>
                <a:gd name="connsiteY10" fmla="*/ 54739 h 55882"/>
                <a:gd name="connsiteX11" fmla="*/ 84357 w 167646"/>
                <a:gd name="connsiteY11" fmla="*/ 55298 h 5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646" h="55882">
                  <a:moveTo>
                    <a:pt x="84357" y="55298"/>
                  </a:moveTo>
                  <a:lnTo>
                    <a:pt x="84077" y="55298"/>
                  </a:lnTo>
                  <a:cubicBezTo>
                    <a:pt x="83239" y="55298"/>
                    <a:pt x="82401" y="55018"/>
                    <a:pt x="81563" y="54739"/>
                  </a:cubicBezTo>
                  <a:lnTo>
                    <a:pt x="4725" y="11989"/>
                  </a:lnTo>
                  <a:cubicBezTo>
                    <a:pt x="2210" y="10592"/>
                    <a:pt x="1372" y="7519"/>
                    <a:pt x="2769" y="4724"/>
                  </a:cubicBezTo>
                  <a:cubicBezTo>
                    <a:pt x="4166" y="2210"/>
                    <a:pt x="7239" y="1372"/>
                    <a:pt x="10033" y="2769"/>
                  </a:cubicBezTo>
                  <a:lnTo>
                    <a:pt x="84636" y="44121"/>
                  </a:lnTo>
                  <a:lnTo>
                    <a:pt x="159239" y="2769"/>
                  </a:lnTo>
                  <a:cubicBezTo>
                    <a:pt x="161754" y="1372"/>
                    <a:pt x="164827" y="2210"/>
                    <a:pt x="166504" y="4724"/>
                  </a:cubicBezTo>
                  <a:cubicBezTo>
                    <a:pt x="167901" y="7239"/>
                    <a:pt x="167062" y="10313"/>
                    <a:pt x="164548" y="11989"/>
                  </a:cubicBezTo>
                  <a:lnTo>
                    <a:pt x="87710" y="54739"/>
                  </a:lnTo>
                  <a:cubicBezTo>
                    <a:pt x="86033" y="55018"/>
                    <a:pt x="85195" y="55298"/>
                    <a:pt x="84357" y="55298"/>
                  </a:cubicBezTo>
                  <a:close/>
                </a:path>
              </a:pathLst>
            </a:custGeom>
            <a:solidFill>
              <a:srgbClr val="E94B4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8F2C9BD6-D968-AA18-FF2E-162546A5341A}"/>
                </a:ext>
              </a:extLst>
            </p:cNvPr>
            <p:cNvSpPr/>
            <p:nvPr/>
          </p:nvSpPr>
          <p:spPr>
            <a:xfrm>
              <a:off x="2035398" y="1984418"/>
              <a:ext cx="251470" cy="324117"/>
            </a:xfrm>
            <a:custGeom>
              <a:avLst/>
              <a:gdLst>
                <a:gd name="connsiteX0" fmla="*/ 244345 w 251470"/>
                <a:gd name="connsiteY0" fmla="*/ 322021 h 324116"/>
                <a:gd name="connsiteX1" fmla="*/ 7125 w 251470"/>
                <a:gd name="connsiteY1" fmla="*/ 322021 h 324116"/>
                <a:gd name="connsiteX2" fmla="*/ 2096 w 251470"/>
                <a:gd name="connsiteY2" fmla="*/ 316992 h 324116"/>
                <a:gd name="connsiteX3" fmla="*/ 2096 w 251470"/>
                <a:gd name="connsiteY3" fmla="*/ 7125 h 324116"/>
                <a:gd name="connsiteX4" fmla="*/ 7125 w 251470"/>
                <a:gd name="connsiteY4" fmla="*/ 2096 h 324116"/>
                <a:gd name="connsiteX5" fmla="*/ 244345 w 251470"/>
                <a:gd name="connsiteY5" fmla="*/ 2096 h 324116"/>
                <a:gd name="connsiteX6" fmla="*/ 249374 w 251470"/>
                <a:gd name="connsiteY6" fmla="*/ 7125 h 324116"/>
                <a:gd name="connsiteX7" fmla="*/ 249374 w 251470"/>
                <a:gd name="connsiteY7" fmla="*/ 316713 h 324116"/>
                <a:gd name="connsiteX8" fmla="*/ 244345 w 251470"/>
                <a:gd name="connsiteY8" fmla="*/ 322021 h 32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1470" h="324116">
                  <a:moveTo>
                    <a:pt x="244345" y="322021"/>
                  </a:moveTo>
                  <a:lnTo>
                    <a:pt x="7125" y="322021"/>
                  </a:lnTo>
                  <a:cubicBezTo>
                    <a:pt x="4331" y="322021"/>
                    <a:pt x="2096" y="319786"/>
                    <a:pt x="2096" y="316992"/>
                  </a:cubicBezTo>
                  <a:lnTo>
                    <a:pt x="2096" y="7125"/>
                  </a:lnTo>
                  <a:cubicBezTo>
                    <a:pt x="2096" y="4331"/>
                    <a:pt x="4331" y="2096"/>
                    <a:pt x="7125" y="2096"/>
                  </a:cubicBezTo>
                  <a:lnTo>
                    <a:pt x="244345" y="2096"/>
                  </a:lnTo>
                  <a:cubicBezTo>
                    <a:pt x="247139" y="2096"/>
                    <a:pt x="249374" y="4331"/>
                    <a:pt x="249374" y="7125"/>
                  </a:cubicBezTo>
                  <a:lnTo>
                    <a:pt x="249374" y="316713"/>
                  </a:lnTo>
                  <a:cubicBezTo>
                    <a:pt x="249654" y="319786"/>
                    <a:pt x="247139" y="322021"/>
                    <a:pt x="244345" y="322021"/>
                  </a:cubicBezTo>
                  <a:close/>
                </a:path>
              </a:pathLst>
            </a:custGeom>
            <a:solidFill>
              <a:srgbClr val="4F4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5CB2C047-6352-5852-2B64-842FE7E9A070}"/>
                </a:ext>
              </a:extLst>
            </p:cNvPr>
            <p:cNvSpPr/>
            <p:nvPr/>
          </p:nvSpPr>
          <p:spPr>
            <a:xfrm>
              <a:off x="2072560" y="202130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EFE2641B-9985-8CC1-2517-3150040309F6}"/>
                </a:ext>
              </a:extLst>
            </p:cNvPr>
            <p:cNvSpPr/>
            <p:nvPr/>
          </p:nvSpPr>
          <p:spPr>
            <a:xfrm>
              <a:off x="2096869" y="2021300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4CCD4E33-7C6B-C5A3-820F-D62131DA7346}"/>
                </a:ext>
              </a:extLst>
            </p:cNvPr>
            <p:cNvSpPr/>
            <p:nvPr/>
          </p:nvSpPr>
          <p:spPr>
            <a:xfrm>
              <a:off x="2096869" y="2034433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D8EA983B-0CF7-C95B-6282-4ECF212A0DD4}"/>
                </a:ext>
              </a:extLst>
            </p:cNvPr>
            <p:cNvSpPr/>
            <p:nvPr/>
          </p:nvSpPr>
          <p:spPr>
            <a:xfrm>
              <a:off x="2133192" y="2034433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BB0B9989-4624-1816-9D1B-F81AA53CFE85}"/>
                </a:ext>
              </a:extLst>
            </p:cNvPr>
            <p:cNvSpPr/>
            <p:nvPr/>
          </p:nvSpPr>
          <p:spPr>
            <a:xfrm>
              <a:off x="2096869" y="2098418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F5112D00-685B-4558-99AC-1F52DB326CCE}"/>
                </a:ext>
              </a:extLst>
            </p:cNvPr>
            <p:cNvSpPr/>
            <p:nvPr/>
          </p:nvSpPr>
          <p:spPr>
            <a:xfrm>
              <a:off x="2072560" y="2111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4" name="Forma libre 63">
              <a:extLst>
                <a:ext uri="{FF2B5EF4-FFF2-40B4-BE49-F238E27FC236}">
                  <a16:creationId xmlns:a16="http://schemas.microsoft.com/office/drawing/2014/main" id="{02AB3332-6B2D-F623-B537-70315222C850}"/>
                </a:ext>
              </a:extLst>
            </p:cNvPr>
            <p:cNvSpPr/>
            <p:nvPr/>
          </p:nvSpPr>
          <p:spPr>
            <a:xfrm>
              <a:off x="2096869" y="2111550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223772B2-39B1-3AA0-21AA-C4356C1DDEA2}"/>
                </a:ext>
              </a:extLst>
            </p:cNvPr>
            <p:cNvSpPr/>
            <p:nvPr/>
          </p:nvSpPr>
          <p:spPr>
            <a:xfrm>
              <a:off x="2133192" y="2111550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E2C41AA1-3B62-4E3C-91B4-030E698FABD2}"/>
                </a:ext>
              </a:extLst>
            </p:cNvPr>
            <p:cNvSpPr/>
            <p:nvPr/>
          </p:nvSpPr>
          <p:spPr>
            <a:xfrm>
              <a:off x="2096869" y="2047565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E5A40C6B-89B4-8653-7982-CC6D5A5BB761}"/>
                </a:ext>
              </a:extLst>
            </p:cNvPr>
            <p:cNvSpPr/>
            <p:nvPr/>
          </p:nvSpPr>
          <p:spPr>
            <a:xfrm>
              <a:off x="2162530" y="2060697"/>
              <a:ext cx="33529" cy="8382"/>
            </a:xfrm>
            <a:custGeom>
              <a:avLst/>
              <a:gdLst>
                <a:gd name="connsiteX0" fmla="*/ 31993 w 33529"/>
                <a:gd name="connsiteY0" fmla="*/ 8243 h 8382"/>
                <a:gd name="connsiteX1" fmla="*/ 2654 w 33529"/>
                <a:gd name="connsiteY1" fmla="*/ 8243 h 8382"/>
                <a:gd name="connsiteX2" fmla="*/ 2096 w 33529"/>
                <a:gd name="connsiteY2" fmla="*/ 7684 h 8382"/>
                <a:gd name="connsiteX3" fmla="*/ 2096 w 33529"/>
                <a:gd name="connsiteY3" fmla="*/ 2654 h 8382"/>
                <a:gd name="connsiteX4" fmla="*/ 2654 w 33529"/>
                <a:gd name="connsiteY4" fmla="*/ 2096 h 8382"/>
                <a:gd name="connsiteX5" fmla="*/ 31993 w 33529"/>
                <a:gd name="connsiteY5" fmla="*/ 2096 h 8382"/>
                <a:gd name="connsiteX6" fmla="*/ 32551 w 33529"/>
                <a:gd name="connsiteY6" fmla="*/ 2654 h 8382"/>
                <a:gd name="connsiteX7" fmla="*/ 32551 w 33529"/>
                <a:gd name="connsiteY7" fmla="*/ 7684 h 8382"/>
                <a:gd name="connsiteX8" fmla="*/ 31993 w 33529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529" h="8382">
                  <a:moveTo>
                    <a:pt x="31993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31993" y="2096"/>
                  </a:lnTo>
                  <a:cubicBezTo>
                    <a:pt x="32272" y="2096"/>
                    <a:pt x="32551" y="2375"/>
                    <a:pt x="32551" y="2654"/>
                  </a:cubicBezTo>
                  <a:lnTo>
                    <a:pt x="32551" y="7684"/>
                  </a:lnTo>
                  <a:cubicBezTo>
                    <a:pt x="32831" y="7963"/>
                    <a:pt x="32551" y="8243"/>
                    <a:pt x="31993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8" name="Forma libre 67">
              <a:extLst>
                <a:ext uri="{FF2B5EF4-FFF2-40B4-BE49-F238E27FC236}">
                  <a16:creationId xmlns:a16="http://schemas.microsoft.com/office/drawing/2014/main" id="{B1ADC8C5-D362-362F-80E1-C0C30972018F}"/>
                </a:ext>
              </a:extLst>
            </p:cNvPr>
            <p:cNvSpPr/>
            <p:nvPr/>
          </p:nvSpPr>
          <p:spPr>
            <a:xfrm>
              <a:off x="2096869" y="2060697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4C594567-0281-5504-C1D8-9CE54559B372}"/>
                </a:ext>
              </a:extLst>
            </p:cNvPr>
            <p:cNvSpPr/>
            <p:nvPr/>
          </p:nvSpPr>
          <p:spPr>
            <a:xfrm>
              <a:off x="2141295" y="2060697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79F2D150-22AC-EB47-FB32-60D605B90F08}"/>
                </a:ext>
              </a:extLst>
            </p:cNvPr>
            <p:cNvSpPr/>
            <p:nvPr/>
          </p:nvSpPr>
          <p:spPr>
            <a:xfrm>
              <a:off x="2072560" y="2073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C4EA508E-5D84-E41F-B548-DB5EE24FC5D2}"/>
                </a:ext>
              </a:extLst>
            </p:cNvPr>
            <p:cNvSpPr/>
            <p:nvPr/>
          </p:nvSpPr>
          <p:spPr>
            <a:xfrm>
              <a:off x="2096869" y="2073550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C2A10D68-C3DE-E7E9-A4D1-729C3D6985E6}"/>
                </a:ext>
              </a:extLst>
            </p:cNvPr>
            <p:cNvSpPr/>
            <p:nvPr/>
          </p:nvSpPr>
          <p:spPr>
            <a:xfrm>
              <a:off x="2072560" y="2123844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35A7B3D8-737E-7CFA-BC85-443BAF8D0B95}"/>
                </a:ext>
              </a:extLst>
            </p:cNvPr>
            <p:cNvSpPr/>
            <p:nvPr/>
          </p:nvSpPr>
          <p:spPr>
            <a:xfrm>
              <a:off x="2162251" y="2123565"/>
              <a:ext cx="44706" cy="8382"/>
            </a:xfrm>
            <a:custGeom>
              <a:avLst/>
              <a:gdLst>
                <a:gd name="connsiteX0" fmla="*/ 44007 w 44705"/>
                <a:gd name="connsiteY0" fmla="*/ 8522 h 8382"/>
                <a:gd name="connsiteX1" fmla="*/ 2934 w 44705"/>
                <a:gd name="connsiteY1" fmla="*/ 8522 h 8382"/>
                <a:gd name="connsiteX2" fmla="*/ 2096 w 44705"/>
                <a:gd name="connsiteY2" fmla="*/ 7684 h 8382"/>
                <a:gd name="connsiteX3" fmla="*/ 2096 w 44705"/>
                <a:gd name="connsiteY3" fmla="*/ 2934 h 8382"/>
                <a:gd name="connsiteX4" fmla="*/ 2934 w 44705"/>
                <a:gd name="connsiteY4" fmla="*/ 2096 h 8382"/>
                <a:gd name="connsiteX5" fmla="*/ 44007 w 44705"/>
                <a:gd name="connsiteY5" fmla="*/ 2096 h 8382"/>
                <a:gd name="connsiteX6" fmla="*/ 44846 w 44705"/>
                <a:gd name="connsiteY6" fmla="*/ 2934 h 8382"/>
                <a:gd name="connsiteX7" fmla="*/ 44846 w 44705"/>
                <a:gd name="connsiteY7" fmla="*/ 7684 h 8382"/>
                <a:gd name="connsiteX8" fmla="*/ 44007 w 44705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4007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4007" y="2096"/>
                  </a:lnTo>
                  <a:cubicBezTo>
                    <a:pt x="44566" y="2096"/>
                    <a:pt x="44846" y="2375"/>
                    <a:pt x="44846" y="2934"/>
                  </a:cubicBezTo>
                  <a:lnTo>
                    <a:pt x="44846" y="7684"/>
                  </a:lnTo>
                  <a:cubicBezTo>
                    <a:pt x="44846" y="8243"/>
                    <a:pt x="44566" y="8522"/>
                    <a:pt x="44007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4" name="Forma libre 73">
              <a:extLst>
                <a:ext uri="{FF2B5EF4-FFF2-40B4-BE49-F238E27FC236}">
                  <a16:creationId xmlns:a16="http://schemas.microsoft.com/office/drawing/2014/main" id="{33402F12-2244-29B4-9241-95AFDDCAA79D}"/>
                </a:ext>
              </a:extLst>
            </p:cNvPr>
            <p:cNvSpPr/>
            <p:nvPr/>
          </p:nvSpPr>
          <p:spPr>
            <a:xfrm>
              <a:off x="2096869" y="2123844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459C2DFF-EA28-A761-2DC5-F26FFEB0DE01}"/>
                </a:ext>
              </a:extLst>
            </p:cNvPr>
            <p:cNvSpPr/>
            <p:nvPr/>
          </p:nvSpPr>
          <p:spPr>
            <a:xfrm>
              <a:off x="2141295" y="2123844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FA7854B5-2320-717F-BA8A-C565AE7B8B34}"/>
                </a:ext>
              </a:extLst>
            </p:cNvPr>
            <p:cNvSpPr/>
            <p:nvPr/>
          </p:nvSpPr>
          <p:spPr>
            <a:xfrm>
              <a:off x="2072560" y="2136697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56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42859E96-8961-0EAD-5122-7CD608DB341D}"/>
                </a:ext>
              </a:extLst>
            </p:cNvPr>
            <p:cNvSpPr/>
            <p:nvPr/>
          </p:nvSpPr>
          <p:spPr>
            <a:xfrm>
              <a:off x="2096869" y="2136697"/>
              <a:ext cx="27941" cy="8382"/>
            </a:xfrm>
            <a:custGeom>
              <a:avLst/>
              <a:gdLst>
                <a:gd name="connsiteX0" fmla="*/ 24169 w 27941"/>
                <a:gd name="connsiteY0" fmla="*/ 8243 h 8382"/>
                <a:gd name="connsiteX1" fmla="*/ 3772 w 27941"/>
                <a:gd name="connsiteY1" fmla="*/ 8243 h 8382"/>
                <a:gd name="connsiteX2" fmla="*/ 2096 w 27941"/>
                <a:gd name="connsiteY2" fmla="*/ 5169 h 8382"/>
                <a:gd name="connsiteX3" fmla="*/ 2096 w 27941"/>
                <a:gd name="connsiteY3" fmla="*/ 5169 h 8382"/>
                <a:gd name="connsiteX4" fmla="*/ 3772 w 27941"/>
                <a:gd name="connsiteY4" fmla="*/ 2096 h 8382"/>
                <a:gd name="connsiteX5" fmla="*/ 24169 w 27941"/>
                <a:gd name="connsiteY5" fmla="*/ 2096 h 8382"/>
                <a:gd name="connsiteX6" fmla="*/ 25846 w 27941"/>
                <a:gd name="connsiteY6" fmla="*/ 5169 h 8382"/>
                <a:gd name="connsiteX7" fmla="*/ 25846 w 27941"/>
                <a:gd name="connsiteY7" fmla="*/ 5169 h 8382"/>
                <a:gd name="connsiteX8" fmla="*/ 24169 w 279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41" h="8382">
                  <a:moveTo>
                    <a:pt x="24169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4169" y="2096"/>
                  </a:lnTo>
                  <a:cubicBezTo>
                    <a:pt x="25007" y="2096"/>
                    <a:pt x="25846" y="3493"/>
                    <a:pt x="25846" y="5169"/>
                  </a:cubicBezTo>
                  <a:lnTo>
                    <a:pt x="25846" y="5169"/>
                  </a:lnTo>
                  <a:cubicBezTo>
                    <a:pt x="25846" y="6566"/>
                    <a:pt x="25007" y="8243"/>
                    <a:pt x="24169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70BDDAE6-47FA-22D1-1824-181A535FED18}"/>
                </a:ext>
              </a:extLst>
            </p:cNvPr>
            <p:cNvSpPr/>
            <p:nvPr/>
          </p:nvSpPr>
          <p:spPr>
            <a:xfrm>
              <a:off x="2072560" y="2086682"/>
              <a:ext cx="22353" cy="8382"/>
            </a:xfrm>
            <a:custGeom>
              <a:avLst/>
              <a:gdLst>
                <a:gd name="connsiteX0" fmla="*/ 3772 w 22352"/>
                <a:gd name="connsiteY0" fmla="*/ 8243 h 8382"/>
                <a:gd name="connsiteX1" fmla="*/ 2096 w 22352"/>
                <a:gd name="connsiteY1" fmla="*/ 5169 h 8382"/>
                <a:gd name="connsiteX2" fmla="*/ 2096 w 22352"/>
                <a:gd name="connsiteY2" fmla="*/ 5169 h 8382"/>
                <a:gd name="connsiteX3" fmla="*/ 3772 w 22352"/>
                <a:gd name="connsiteY3" fmla="*/ 2096 h 8382"/>
                <a:gd name="connsiteX4" fmla="*/ 20257 w 22352"/>
                <a:gd name="connsiteY4" fmla="*/ 2096 h 8382"/>
                <a:gd name="connsiteX5" fmla="*/ 21934 w 22352"/>
                <a:gd name="connsiteY5" fmla="*/ 5169 h 8382"/>
                <a:gd name="connsiteX6" fmla="*/ 21934 w 22352"/>
                <a:gd name="connsiteY6" fmla="*/ 5169 h 8382"/>
                <a:gd name="connsiteX7" fmla="*/ 20257 w 22352"/>
                <a:gd name="connsiteY7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52" h="8382">
                  <a:moveTo>
                    <a:pt x="3772" y="8243"/>
                  </a:move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5EF71E9F-EA76-3C5E-2A81-0FC21B979851}"/>
                </a:ext>
              </a:extLst>
            </p:cNvPr>
            <p:cNvSpPr/>
            <p:nvPr/>
          </p:nvSpPr>
          <p:spPr>
            <a:xfrm>
              <a:off x="2162530" y="2086403"/>
              <a:ext cx="50294" cy="8382"/>
            </a:xfrm>
            <a:custGeom>
              <a:avLst/>
              <a:gdLst>
                <a:gd name="connsiteX0" fmla="*/ 49316 w 50294"/>
                <a:gd name="connsiteY0" fmla="*/ 8522 h 8382"/>
                <a:gd name="connsiteX1" fmla="*/ 2934 w 50294"/>
                <a:gd name="connsiteY1" fmla="*/ 8522 h 8382"/>
                <a:gd name="connsiteX2" fmla="*/ 2096 w 50294"/>
                <a:gd name="connsiteY2" fmla="*/ 7684 h 8382"/>
                <a:gd name="connsiteX3" fmla="*/ 2096 w 50294"/>
                <a:gd name="connsiteY3" fmla="*/ 2934 h 8382"/>
                <a:gd name="connsiteX4" fmla="*/ 2934 w 50294"/>
                <a:gd name="connsiteY4" fmla="*/ 2096 h 8382"/>
                <a:gd name="connsiteX5" fmla="*/ 49316 w 50294"/>
                <a:gd name="connsiteY5" fmla="*/ 2096 h 8382"/>
                <a:gd name="connsiteX6" fmla="*/ 50154 w 50294"/>
                <a:gd name="connsiteY6" fmla="*/ 2934 h 8382"/>
                <a:gd name="connsiteX7" fmla="*/ 50154 w 50294"/>
                <a:gd name="connsiteY7" fmla="*/ 7684 h 8382"/>
                <a:gd name="connsiteX8" fmla="*/ 49316 w 50294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9316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9316" y="2096"/>
                  </a:lnTo>
                  <a:cubicBezTo>
                    <a:pt x="49875" y="2096"/>
                    <a:pt x="50154" y="2375"/>
                    <a:pt x="50154" y="2934"/>
                  </a:cubicBezTo>
                  <a:lnTo>
                    <a:pt x="50154" y="7684"/>
                  </a:lnTo>
                  <a:cubicBezTo>
                    <a:pt x="50154" y="7963"/>
                    <a:pt x="49595" y="8522"/>
                    <a:pt x="49316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288980E7-857B-08A0-0C84-9AEB1578853A}"/>
                </a:ext>
              </a:extLst>
            </p:cNvPr>
            <p:cNvSpPr/>
            <p:nvPr/>
          </p:nvSpPr>
          <p:spPr>
            <a:xfrm>
              <a:off x="2096869" y="2086682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1" name="Forma libre 80">
              <a:extLst>
                <a:ext uri="{FF2B5EF4-FFF2-40B4-BE49-F238E27FC236}">
                  <a16:creationId xmlns:a16="http://schemas.microsoft.com/office/drawing/2014/main" id="{B287C19A-D8C4-AD45-E0BF-A9978ECC232E}"/>
                </a:ext>
              </a:extLst>
            </p:cNvPr>
            <p:cNvSpPr/>
            <p:nvPr/>
          </p:nvSpPr>
          <p:spPr>
            <a:xfrm>
              <a:off x="2141295" y="2086682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4511D470-5A5C-4877-9D78-28E27E572507}"/>
                </a:ext>
              </a:extLst>
            </p:cNvPr>
            <p:cNvSpPr/>
            <p:nvPr/>
          </p:nvSpPr>
          <p:spPr>
            <a:xfrm>
              <a:off x="2096869" y="2150109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530A01A4-0541-EDA3-5EDF-8E81356541BA}"/>
                </a:ext>
              </a:extLst>
            </p:cNvPr>
            <p:cNvSpPr/>
            <p:nvPr/>
          </p:nvSpPr>
          <p:spPr>
            <a:xfrm>
              <a:off x="2096869" y="2163241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6CAFBB20-0C6C-4F20-0FEC-F07A773FCDB8}"/>
                </a:ext>
              </a:extLst>
            </p:cNvPr>
            <p:cNvSpPr/>
            <p:nvPr/>
          </p:nvSpPr>
          <p:spPr>
            <a:xfrm>
              <a:off x="2133192" y="2163241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21CE6183-6462-B95A-3346-62FC52FF09D9}"/>
                </a:ext>
              </a:extLst>
            </p:cNvPr>
            <p:cNvSpPr/>
            <p:nvPr/>
          </p:nvSpPr>
          <p:spPr>
            <a:xfrm>
              <a:off x="2096869" y="2227506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56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08307755-98B2-592C-75D6-B5B2F73DBA25}"/>
                </a:ext>
              </a:extLst>
            </p:cNvPr>
            <p:cNvSpPr/>
            <p:nvPr/>
          </p:nvSpPr>
          <p:spPr>
            <a:xfrm>
              <a:off x="2072560" y="2240638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500E0AEE-D14F-2A80-9F2C-0C8A4F1BAEB8}"/>
                </a:ext>
              </a:extLst>
            </p:cNvPr>
            <p:cNvSpPr/>
            <p:nvPr/>
          </p:nvSpPr>
          <p:spPr>
            <a:xfrm>
              <a:off x="2096869" y="2240638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5E304B95-14B5-3E4D-4708-F3667B0833A5}"/>
                </a:ext>
              </a:extLst>
            </p:cNvPr>
            <p:cNvSpPr/>
            <p:nvPr/>
          </p:nvSpPr>
          <p:spPr>
            <a:xfrm>
              <a:off x="2133192" y="2240638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96D4C999-7F61-5260-9E0B-0999A9F16405}"/>
                </a:ext>
              </a:extLst>
            </p:cNvPr>
            <p:cNvSpPr/>
            <p:nvPr/>
          </p:nvSpPr>
          <p:spPr>
            <a:xfrm>
              <a:off x="2072560" y="217637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2BB52731-6592-8299-278A-13E5F9F34C26}"/>
                </a:ext>
              </a:extLst>
            </p:cNvPr>
            <p:cNvSpPr/>
            <p:nvPr/>
          </p:nvSpPr>
          <p:spPr>
            <a:xfrm>
              <a:off x="2096869" y="2176094"/>
              <a:ext cx="89412" cy="8382"/>
            </a:xfrm>
            <a:custGeom>
              <a:avLst/>
              <a:gdLst>
                <a:gd name="connsiteX0" fmla="*/ 88992 w 89411"/>
                <a:gd name="connsiteY0" fmla="*/ 8522 h 8382"/>
                <a:gd name="connsiteX1" fmla="*/ 2934 w 89411"/>
                <a:gd name="connsiteY1" fmla="*/ 8522 h 8382"/>
                <a:gd name="connsiteX2" fmla="*/ 2096 w 89411"/>
                <a:gd name="connsiteY2" fmla="*/ 7684 h 8382"/>
                <a:gd name="connsiteX3" fmla="*/ 2096 w 89411"/>
                <a:gd name="connsiteY3" fmla="*/ 2934 h 8382"/>
                <a:gd name="connsiteX4" fmla="*/ 2934 w 89411"/>
                <a:gd name="connsiteY4" fmla="*/ 2096 h 8382"/>
                <a:gd name="connsiteX5" fmla="*/ 88992 w 89411"/>
                <a:gd name="connsiteY5" fmla="*/ 2096 h 8382"/>
                <a:gd name="connsiteX6" fmla="*/ 89831 w 89411"/>
                <a:gd name="connsiteY6" fmla="*/ 2934 h 8382"/>
                <a:gd name="connsiteX7" fmla="*/ 89831 w 89411"/>
                <a:gd name="connsiteY7" fmla="*/ 7684 h 8382"/>
                <a:gd name="connsiteX8" fmla="*/ 88992 w 89411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411" h="8382">
                  <a:moveTo>
                    <a:pt x="88992" y="8522"/>
                  </a:moveTo>
                  <a:lnTo>
                    <a:pt x="2934" y="8522"/>
                  </a:lnTo>
                  <a:cubicBezTo>
                    <a:pt x="2654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654"/>
                    <a:pt x="2375" y="2096"/>
                    <a:pt x="2934" y="2096"/>
                  </a:cubicBezTo>
                  <a:lnTo>
                    <a:pt x="88992" y="2096"/>
                  </a:lnTo>
                  <a:cubicBezTo>
                    <a:pt x="89272" y="2096"/>
                    <a:pt x="89831" y="2375"/>
                    <a:pt x="89831" y="2934"/>
                  </a:cubicBezTo>
                  <a:lnTo>
                    <a:pt x="89831" y="7684"/>
                  </a:lnTo>
                  <a:cubicBezTo>
                    <a:pt x="89831" y="8243"/>
                    <a:pt x="89551" y="8522"/>
                    <a:pt x="88992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4759F068-3B40-2D13-2BAC-47F91100619E}"/>
                </a:ext>
              </a:extLst>
            </p:cNvPr>
            <p:cNvSpPr/>
            <p:nvPr/>
          </p:nvSpPr>
          <p:spPr>
            <a:xfrm>
              <a:off x="2072560" y="2189506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9580B8CC-C3B3-198B-4736-E7B1E12B0FB1}"/>
                </a:ext>
              </a:extLst>
            </p:cNvPr>
            <p:cNvSpPr/>
            <p:nvPr/>
          </p:nvSpPr>
          <p:spPr>
            <a:xfrm>
              <a:off x="2096869" y="2189506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3" name="Forma libre 92">
              <a:extLst>
                <a:ext uri="{FF2B5EF4-FFF2-40B4-BE49-F238E27FC236}">
                  <a16:creationId xmlns:a16="http://schemas.microsoft.com/office/drawing/2014/main" id="{BC963F28-7AAB-8565-A569-C5446F7D0329}"/>
                </a:ext>
              </a:extLst>
            </p:cNvPr>
            <p:cNvSpPr/>
            <p:nvPr/>
          </p:nvSpPr>
          <p:spPr>
            <a:xfrm>
              <a:off x="2141295" y="2189506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4" name="Forma libre 93">
              <a:extLst>
                <a:ext uri="{FF2B5EF4-FFF2-40B4-BE49-F238E27FC236}">
                  <a16:creationId xmlns:a16="http://schemas.microsoft.com/office/drawing/2014/main" id="{27F7B40E-C65E-32E5-8184-6DB813E88EF1}"/>
                </a:ext>
              </a:extLst>
            </p:cNvPr>
            <p:cNvSpPr/>
            <p:nvPr/>
          </p:nvSpPr>
          <p:spPr>
            <a:xfrm>
              <a:off x="2072560" y="2202359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D93A00CD-DAFA-121E-31C0-E85DDC1FC1EA}"/>
                </a:ext>
              </a:extLst>
            </p:cNvPr>
            <p:cNvSpPr/>
            <p:nvPr/>
          </p:nvSpPr>
          <p:spPr>
            <a:xfrm>
              <a:off x="2096869" y="2202079"/>
              <a:ext cx="114559" cy="8382"/>
            </a:xfrm>
            <a:custGeom>
              <a:avLst/>
              <a:gdLst>
                <a:gd name="connsiteX0" fmla="*/ 111625 w 114558"/>
                <a:gd name="connsiteY0" fmla="*/ 8522 h 8382"/>
                <a:gd name="connsiteX1" fmla="*/ 2934 w 114558"/>
                <a:gd name="connsiteY1" fmla="*/ 8522 h 8382"/>
                <a:gd name="connsiteX2" fmla="*/ 2096 w 114558"/>
                <a:gd name="connsiteY2" fmla="*/ 7684 h 8382"/>
                <a:gd name="connsiteX3" fmla="*/ 2096 w 114558"/>
                <a:gd name="connsiteY3" fmla="*/ 2934 h 8382"/>
                <a:gd name="connsiteX4" fmla="*/ 2934 w 114558"/>
                <a:gd name="connsiteY4" fmla="*/ 2096 h 8382"/>
                <a:gd name="connsiteX5" fmla="*/ 111625 w 114558"/>
                <a:gd name="connsiteY5" fmla="*/ 2096 h 8382"/>
                <a:gd name="connsiteX6" fmla="*/ 112463 w 114558"/>
                <a:gd name="connsiteY6" fmla="*/ 2934 h 8382"/>
                <a:gd name="connsiteX7" fmla="*/ 112463 w 114558"/>
                <a:gd name="connsiteY7" fmla="*/ 7684 h 8382"/>
                <a:gd name="connsiteX8" fmla="*/ 111625 w 11455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8382">
                  <a:moveTo>
                    <a:pt x="111625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111625" y="2096"/>
                  </a:lnTo>
                  <a:cubicBezTo>
                    <a:pt x="112184" y="2096"/>
                    <a:pt x="112463" y="2375"/>
                    <a:pt x="112463" y="2934"/>
                  </a:cubicBezTo>
                  <a:lnTo>
                    <a:pt x="112463" y="7684"/>
                  </a:lnTo>
                  <a:cubicBezTo>
                    <a:pt x="112463" y="8243"/>
                    <a:pt x="112184" y="8522"/>
                    <a:pt x="111625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9B5CB618-3F59-7C6A-FC01-3B84D5DA0739}"/>
                </a:ext>
              </a:extLst>
            </p:cNvPr>
            <p:cNvSpPr/>
            <p:nvPr/>
          </p:nvSpPr>
          <p:spPr>
            <a:xfrm>
              <a:off x="2072560" y="225265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E8016AC7-60FB-054F-9E13-00EEA663DD4C}"/>
                </a:ext>
              </a:extLst>
            </p:cNvPr>
            <p:cNvSpPr/>
            <p:nvPr/>
          </p:nvSpPr>
          <p:spPr>
            <a:xfrm>
              <a:off x="2162530" y="2252653"/>
              <a:ext cx="58676" cy="8382"/>
            </a:xfrm>
            <a:custGeom>
              <a:avLst/>
              <a:gdLst>
                <a:gd name="connsiteX0" fmla="*/ 55743 w 58676"/>
                <a:gd name="connsiteY0" fmla="*/ 8243 h 8382"/>
                <a:gd name="connsiteX1" fmla="*/ 3772 w 58676"/>
                <a:gd name="connsiteY1" fmla="*/ 8243 h 8382"/>
                <a:gd name="connsiteX2" fmla="*/ 2096 w 58676"/>
                <a:gd name="connsiteY2" fmla="*/ 5169 h 8382"/>
                <a:gd name="connsiteX3" fmla="*/ 2096 w 58676"/>
                <a:gd name="connsiteY3" fmla="*/ 5169 h 8382"/>
                <a:gd name="connsiteX4" fmla="*/ 3772 w 58676"/>
                <a:gd name="connsiteY4" fmla="*/ 2096 h 8382"/>
                <a:gd name="connsiteX5" fmla="*/ 55743 w 58676"/>
                <a:gd name="connsiteY5" fmla="*/ 2096 h 8382"/>
                <a:gd name="connsiteX6" fmla="*/ 57419 w 58676"/>
                <a:gd name="connsiteY6" fmla="*/ 5169 h 8382"/>
                <a:gd name="connsiteX7" fmla="*/ 57419 w 58676"/>
                <a:gd name="connsiteY7" fmla="*/ 5169 h 8382"/>
                <a:gd name="connsiteX8" fmla="*/ 55743 w 58676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76" h="8382">
                  <a:moveTo>
                    <a:pt x="55743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55743" y="2096"/>
                  </a:lnTo>
                  <a:cubicBezTo>
                    <a:pt x="56581" y="2096"/>
                    <a:pt x="57419" y="3493"/>
                    <a:pt x="57419" y="5169"/>
                  </a:cubicBezTo>
                  <a:lnTo>
                    <a:pt x="57419" y="5169"/>
                  </a:lnTo>
                  <a:cubicBezTo>
                    <a:pt x="57140" y="6846"/>
                    <a:pt x="56581" y="8243"/>
                    <a:pt x="55743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8" name="Forma libre 97">
              <a:extLst>
                <a:ext uri="{FF2B5EF4-FFF2-40B4-BE49-F238E27FC236}">
                  <a16:creationId xmlns:a16="http://schemas.microsoft.com/office/drawing/2014/main" id="{44FE878F-4D10-6671-71FF-A0D1FCA343E5}"/>
                </a:ext>
              </a:extLst>
            </p:cNvPr>
            <p:cNvSpPr/>
            <p:nvPr/>
          </p:nvSpPr>
          <p:spPr>
            <a:xfrm>
              <a:off x="2096869" y="2252653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9" name="Forma libre 98">
              <a:extLst>
                <a:ext uri="{FF2B5EF4-FFF2-40B4-BE49-F238E27FC236}">
                  <a16:creationId xmlns:a16="http://schemas.microsoft.com/office/drawing/2014/main" id="{F60515FB-B3B3-184B-3B12-3B2614097DF2}"/>
                </a:ext>
              </a:extLst>
            </p:cNvPr>
            <p:cNvSpPr/>
            <p:nvPr/>
          </p:nvSpPr>
          <p:spPr>
            <a:xfrm>
              <a:off x="2141295" y="2252653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0" name="Forma libre 99">
              <a:extLst>
                <a:ext uri="{FF2B5EF4-FFF2-40B4-BE49-F238E27FC236}">
                  <a16:creationId xmlns:a16="http://schemas.microsoft.com/office/drawing/2014/main" id="{967989AB-7937-B8F8-3356-17D480FC7933}"/>
                </a:ext>
              </a:extLst>
            </p:cNvPr>
            <p:cNvSpPr/>
            <p:nvPr/>
          </p:nvSpPr>
          <p:spPr>
            <a:xfrm>
              <a:off x="2097148" y="2265506"/>
              <a:ext cx="75441" cy="8382"/>
            </a:xfrm>
            <a:custGeom>
              <a:avLst/>
              <a:gdLst>
                <a:gd name="connsiteX0" fmla="*/ 74184 w 75441"/>
                <a:gd name="connsiteY0" fmla="*/ 8243 h 8382"/>
                <a:gd name="connsiteX1" fmla="*/ 2654 w 75441"/>
                <a:gd name="connsiteY1" fmla="*/ 8243 h 8382"/>
                <a:gd name="connsiteX2" fmla="*/ 2096 w 75441"/>
                <a:gd name="connsiteY2" fmla="*/ 7684 h 8382"/>
                <a:gd name="connsiteX3" fmla="*/ 2096 w 75441"/>
                <a:gd name="connsiteY3" fmla="*/ 2654 h 8382"/>
                <a:gd name="connsiteX4" fmla="*/ 2654 w 75441"/>
                <a:gd name="connsiteY4" fmla="*/ 2096 h 8382"/>
                <a:gd name="connsiteX5" fmla="*/ 74184 w 75441"/>
                <a:gd name="connsiteY5" fmla="*/ 2096 h 8382"/>
                <a:gd name="connsiteX6" fmla="*/ 74742 w 75441"/>
                <a:gd name="connsiteY6" fmla="*/ 2654 h 8382"/>
                <a:gd name="connsiteX7" fmla="*/ 74742 w 75441"/>
                <a:gd name="connsiteY7" fmla="*/ 7684 h 8382"/>
                <a:gd name="connsiteX8" fmla="*/ 74184 w 754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441" h="8382">
                  <a:moveTo>
                    <a:pt x="74184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74184" y="2096"/>
                  </a:lnTo>
                  <a:cubicBezTo>
                    <a:pt x="74463" y="2096"/>
                    <a:pt x="74742" y="2375"/>
                    <a:pt x="74742" y="2654"/>
                  </a:cubicBezTo>
                  <a:lnTo>
                    <a:pt x="74742" y="7684"/>
                  </a:lnTo>
                  <a:cubicBezTo>
                    <a:pt x="74742" y="7963"/>
                    <a:pt x="74463" y="8243"/>
                    <a:pt x="74184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1" name="Forma libre 100">
              <a:extLst>
                <a:ext uri="{FF2B5EF4-FFF2-40B4-BE49-F238E27FC236}">
                  <a16:creationId xmlns:a16="http://schemas.microsoft.com/office/drawing/2014/main" id="{6745457B-6CC9-9ED9-C514-7D82AB7D9B09}"/>
                </a:ext>
              </a:extLst>
            </p:cNvPr>
            <p:cNvSpPr/>
            <p:nvPr/>
          </p:nvSpPr>
          <p:spPr>
            <a:xfrm>
              <a:off x="2162530" y="2215212"/>
              <a:ext cx="53088" cy="8382"/>
            </a:xfrm>
            <a:custGeom>
              <a:avLst/>
              <a:gdLst>
                <a:gd name="connsiteX0" fmla="*/ 52110 w 53088"/>
                <a:gd name="connsiteY0" fmla="*/ 8522 h 8382"/>
                <a:gd name="connsiteX1" fmla="*/ 2934 w 53088"/>
                <a:gd name="connsiteY1" fmla="*/ 8522 h 8382"/>
                <a:gd name="connsiteX2" fmla="*/ 2096 w 53088"/>
                <a:gd name="connsiteY2" fmla="*/ 7684 h 8382"/>
                <a:gd name="connsiteX3" fmla="*/ 2096 w 53088"/>
                <a:gd name="connsiteY3" fmla="*/ 2934 h 8382"/>
                <a:gd name="connsiteX4" fmla="*/ 2934 w 53088"/>
                <a:gd name="connsiteY4" fmla="*/ 2096 h 8382"/>
                <a:gd name="connsiteX5" fmla="*/ 52110 w 53088"/>
                <a:gd name="connsiteY5" fmla="*/ 2096 h 8382"/>
                <a:gd name="connsiteX6" fmla="*/ 52948 w 53088"/>
                <a:gd name="connsiteY6" fmla="*/ 2934 h 8382"/>
                <a:gd name="connsiteX7" fmla="*/ 52948 w 53088"/>
                <a:gd name="connsiteY7" fmla="*/ 7684 h 8382"/>
                <a:gd name="connsiteX8" fmla="*/ 52110 w 5308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088" h="8382">
                  <a:moveTo>
                    <a:pt x="52110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52110" y="2096"/>
                  </a:lnTo>
                  <a:cubicBezTo>
                    <a:pt x="52669" y="2096"/>
                    <a:pt x="52948" y="2375"/>
                    <a:pt x="52948" y="2934"/>
                  </a:cubicBezTo>
                  <a:lnTo>
                    <a:pt x="52948" y="7684"/>
                  </a:lnTo>
                  <a:cubicBezTo>
                    <a:pt x="52948" y="8243"/>
                    <a:pt x="52390" y="8522"/>
                    <a:pt x="52110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F714722F-C54E-0C7B-906A-7804E043A1AC}"/>
                </a:ext>
              </a:extLst>
            </p:cNvPr>
            <p:cNvSpPr/>
            <p:nvPr/>
          </p:nvSpPr>
          <p:spPr>
            <a:xfrm>
              <a:off x="2096869" y="2215491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EF83327E-3C2E-B334-7560-6D2F827F89A0}"/>
                </a:ext>
              </a:extLst>
            </p:cNvPr>
            <p:cNvSpPr/>
            <p:nvPr/>
          </p:nvSpPr>
          <p:spPr>
            <a:xfrm>
              <a:off x="2141295" y="2215491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4" name="Forma libre 103">
              <a:extLst>
                <a:ext uri="{FF2B5EF4-FFF2-40B4-BE49-F238E27FC236}">
                  <a16:creationId xmlns:a16="http://schemas.microsoft.com/office/drawing/2014/main" id="{9FF60AEC-BDCE-EB9F-60B6-4CCF2705CF1D}"/>
                </a:ext>
              </a:extLst>
            </p:cNvPr>
            <p:cNvSpPr/>
            <p:nvPr/>
          </p:nvSpPr>
          <p:spPr>
            <a:xfrm>
              <a:off x="2210869" y="1939153"/>
              <a:ext cx="106176" cy="106176"/>
            </a:xfrm>
            <a:custGeom>
              <a:avLst/>
              <a:gdLst>
                <a:gd name="connsiteX0" fmla="*/ 106037 w 106176"/>
                <a:gd name="connsiteY0" fmla="*/ 54066 h 106176"/>
                <a:gd name="connsiteX1" fmla="*/ 54066 w 106176"/>
                <a:gd name="connsiteY1" fmla="*/ 106037 h 106176"/>
                <a:gd name="connsiteX2" fmla="*/ 2096 w 106176"/>
                <a:gd name="connsiteY2" fmla="*/ 54066 h 106176"/>
                <a:gd name="connsiteX3" fmla="*/ 54066 w 106176"/>
                <a:gd name="connsiteY3" fmla="*/ 2096 h 106176"/>
                <a:gd name="connsiteX4" fmla="*/ 106037 w 106176"/>
                <a:gd name="connsiteY4" fmla="*/ 54066 h 1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76" h="106176">
                  <a:moveTo>
                    <a:pt x="106037" y="54066"/>
                  </a:moveTo>
                  <a:cubicBezTo>
                    <a:pt x="106037" y="82769"/>
                    <a:pt x="82769" y="106037"/>
                    <a:pt x="54066" y="106037"/>
                  </a:cubicBezTo>
                  <a:cubicBezTo>
                    <a:pt x="25364" y="106037"/>
                    <a:pt x="2096" y="82769"/>
                    <a:pt x="2096" y="54066"/>
                  </a:cubicBezTo>
                  <a:cubicBezTo>
                    <a:pt x="2096" y="25364"/>
                    <a:pt x="25364" y="2096"/>
                    <a:pt x="54066" y="2096"/>
                  </a:cubicBezTo>
                  <a:cubicBezTo>
                    <a:pt x="82769" y="2096"/>
                    <a:pt x="106037" y="25364"/>
                    <a:pt x="106037" y="54066"/>
                  </a:cubicBezTo>
                  <a:close/>
                </a:path>
              </a:pathLst>
            </a:custGeom>
            <a:solidFill>
              <a:srgbClr val="CB6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D5110A2B-841C-181C-EA68-F3CD8B305F2D}"/>
                </a:ext>
              </a:extLst>
            </p:cNvPr>
            <p:cNvSpPr/>
            <p:nvPr/>
          </p:nvSpPr>
          <p:spPr>
            <a:xfrm>
              <a:off x="2229589" y="1978550"/>
              <a:ext cx="33529" cy="33529"/>
            </a:xfrm>
            <a:custGeom>
              <a:avLst/>
              <a:gdLst>
                <a:gd name="connsiteX0" fmla="*/ 31713 w 33529"/>
                <a:gd name="connsiteY0" fmla="*/ 9640 h 33529"/>
                <a:gd name="connsiteX1" fmla="*/ 11037 w 33529"/>
                <a:gd name="connsiteY1" fmla="*/ 17184 h 33529"/>
                <a:gd name="connsiteX2" fmla="*/ 31713 w 33529"/>
                <a:gd name="connsiteY2" fmla="*/ 24728 h 33529"/>
                <a:gd name="connsiteX3" fmla="*/ 31713 w 33529"/>
                <a:gd name="connsiteY3" fmla="*/ 32551 h 33529"/>
                <a:gd name="connsiteX4" fmla="*/ 2096 w 33529"/>
                <a:gd name="connsiteY4" fmla="*/ 21375 h 33529"/>
                <a:gd name="connsiteX5" fmla="*/ 2096 w 33529"/>
                <a:gd name="connsiteY5" fmla="*/ 13272 h 33529"/>
                <a:gd name="connsiteX6" fmla="*/ 31713 w 33529"/>
                <a:gd name="connsiteY6" fmla="*/ 2096 h 33529"/>
                <a:gd name="connsiteX7" fmla="*/ 31713 w 33529"/>
                <a:gd name="connsiteY7" fmla="*/ 96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31713" y="9640"/>
                  </a:moveTo>
                  <a:lnTo>
                    <a:pt x="11037" y="17184"/>
                  </a:lnTo>
                  <a:lnTo>
                    <a:pt x="31713" y="24728"/>
                  </a:lnTo>
                  <a:lnTo>
                    <a:pt x="31713" y="32551"/>
                  </a:lnTo>
                  <a:lnTo>
                    <a:pt x="2096" y="21375"/>
                  </a:lnTo>
                  <a:lnTo>
                    <a:pt x="2096" y="13272"/>
                  </a:lnTo>
                  <a:lnTo>
                    <a:pt x="31713" y="2096"/>
                  </a:lnTo>
                  <a:lnTo>
                    <a:pt x="31713" y="9640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258B2286-D4A7-6C86-E364-19EC624A8896}"/>
                </a:ext>
              </a:extLst>
            </p:cNvPr>
            <p:cNvSpPr/>
            <p:nvPr/>
          </p:nvSpPr>
          <p:spPr>
            <a:xfrm>
              <a:off x="2265913" y="1978550"/>
              <a:ext cx="33529" cy="33529"/>
            </a:xfrm>
            <a:custGeom>
              <a:avLst/>
              <a:gdLst>
                <a:gd name="connsiteX0" fmla="*/ 2096 w 33529"/>
                <a:gd name="connsiteY0" fmla="*/ 2096 h 33529"/>
                <a:gd name="connsiteX1" fmla="*/ 31713 w 33529"/>
                <a:gd name="connsiteY1" fmla="*/ 13272 h 33529"/>
                <a:gd name="connsiteX2" fmla="*/ 31713 w 33529"/>
                <a:gd name="connsiteY2" fmla="*/ 21375 h 33529"/>
                <a:gd name="connsiteX3" fmla="*/ 2096 w 33529"/>
                <a:gd name="connsiteY3" fmla="*/ 32551 h 33529"/>
                <a:gd name="connsiteX4" fmla="*/ 2096 w 33529"/>
                <a:gd name="connsiteY4" fmla="*/ 24728 h 33529"/>
                <a:gd name="connsiteX5" fmla="*/ 22772 w 33529"/>
                <a:gd name="connsiteY5" fmla="*/ 17184 h 33529"/>
                <a:gd name="connsiteX6" fmla="*/ 2096 w 33529"/>
                <a:gd name="connsiteY6" fmla="*/ 9640 h 33529"/>
                <a:gd name="connsiteX7" fmla="*/ 2096 w 33529"/>
                <a:gd name="connsiteY7" fmla="*/ 2096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2096" y="2096"/>
                  </a:moveTo>
                  <a:lnTo>
                    <a:pt x="31713" y="13272"/>
                  </a:lnTo>
                  <a:lnTo>
                    <a:pt x="31713" y="21375"/>
                  </a:lnTo>
                  <a:lnTo>
                    <a:pt x="2096" y="32551"/>
                  </a:lnTo>
                  <a:lnTo>
                    <a:pt x="2096" y="24728"/>
                  </a:lnTo>
                  <a:lnTo>
                    <a:pt x="22772" y="17184"/>
                  </a:lnTo>
                  <a:lnTo>
                    <a:pt x="2096" y="9640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DF89A650-0D8E-9292-D675-4252E8845E3D}"/>
                </a:ext>
              </a:extLst>
            </p:cNvPr>
            <p:cNvSpPr/>
            <p:nvPr/>
          </p:nvSpPr>
          <p:spPr>
            <a:xfrm>
              <a:off x="1808378" y="2689115"/>
              <a:ext cx="234705" cy="234705"/>
            </a:xfrm>
            <a:custGeom>
              <a:avLst/>
              <a:gdLst>
                <a:gd name="connsiteX0" fmla="*/ 187466 w 234705"/>
                <a:gd name="connsiteY0" fmla="*/ 71820 h 234705"/>
                <a:gd name="connsiteX1" fmla="*/ 165293 w 234705"/>
                <a:gd name="connsiteY1" fmla="*/ 187466 h 234705"/>
                <a:gd name="connsiteX2" fmla="*/ 49647 w 234705"/>
                <a:gd name="connsiteY2" fmla="*/ 165293 h 234705"/>
                <a:gd name="connsiteX3" fmla="*/ 71820 w 234705"/>
                <a:gd name="connsiteY3" fmla="*/ 49647 h 234705"/>
                <a:gd name="connsiteX4" fmla="*/ 187466 w 234705"/>
                <a:gd name="connsiteY4" fmla="*/ 71820 h 23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05" h="234705">
                  <a:moveTo>
                    <a:pt x="187466" y="71820"/>
                  </a:moveTo>
                  <a:cubicBezTo>
                    <a:pt x="213278" y="109878"/>
                    <a:pt x="203351" y="161655"/>
                    <a:pt x="165293" y="187466"/>
                  </a:cubicBezTo>
                  <a:cubicBezTo>
                    <a:pt x="127235" y="213278"/>
                    <a:pt x="75459" y="203351"/>
                    <a:pt x="49647" y="165293"/>
                  </a:cubicBezTo>
                  <a:cubicBezTo>
                    <a:pt x="23835" y="127235"/>
                    <a:pt x="33763" y="75459"/>
                    <a:pt x="71820" y="49647"/>
                  </a:cubicBezTo>
                  <a:cubicBezTo>
                    <a:pt x="109878" y="23835"/>
                    <a:pt x="161655" y="33763"/>
                    <a:pt x="187466" y="71820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8" name="Forma libre 107">
              <a:extLst>
                <a:ext uri="{FF2B5EF4-FFF2-40B4-BE49-F238E27FC236}">
                  <a16:creationId xmlns:a16="http://schemas.microsoft.com/office/drawing/2014/main" id="{F68150FD-BC87-73B0-4937-FAB1F2B638C2}"/>
                </a:ext>
              </a:extLst>
            </p:cNvPr>
            <p:cNvSpPr/>
            <p:nvPr/>
          </p:nvSpPr>
          <p:spPr>
            <a:xfrm>
              <a:off x="1880884" y="2761460"/>
              <a:ext cx="92206" cy="92206"/>
            </a:xfrm>
            <a:custGeom>
              <a:avLst/>
              <a:gdLst>
                <a:gd name="connsiteX0" fmla="*/ 90110 w 92205"/>
                <a:gd name="connsiteY0" fmla="*/ 41213 h 92205"/>
                <a:gd name="connsiteX1" fmla="*/ 87595 w 92205"/>
                <a:gd name="connsiteY1" fmla="*/ 55463 h 92205"/>
                <a:gd name="connsiteX2" fmla="*/ 80610 w 92205"/>
                <a:gd name="connsiteY2" fmla="*/ 65522 h 92205"/>
                <a:gd name="connsiteX3" fmla="*/ 69992 w 92205"/>
                <a:gd name="connsiteY3" fmla="*/ 69154 h 92205"/>
                <a:gd name="connsiteX4" fmla="*/ 63007 w 92205"/>
                <a:gd name="connsiteY4" fmla="*/ 67198 h 92205"/>
                <a:gd name="connsiteX5" fmla="*/ 58537 w 92205"/>
                <a:gd name="connsiteY5" fmla="*/ 62169 h 92205"/>
                <a:gd name="connsiteX6" fmla="*/ 57698 w 92205"/>
                <a:gd name="connsiteY6" fmla="*/ 62169 h 92205"/>
                <a:gd name="connsiteX7" fmla="*/ 42890 w 92205"/>
                <a:gd name="connsiteY7" fmla="*/ 69154 h 92205"/>
                <a:gd name="connsiteX8" fmla="*/ 27801 w 92205"/>
                <a:gd name="connsiteY8" fmla="*/ 63287 h 92205"/>
                <a:gd name="connsiteX9" fmla="*/ 22213 w 92205"/>
                <a:gd name="connsiteY9" fmla="*/ 47640 h 92205"/>
                <a:gd name="connsiteX10" fmla="*/ 29478 w 92205"/>
                <a:gd name="connsiteY10" fmla="*/ 29478 h 92205"/>
                <a:gd name="connsiteX11" fmla="*/ 48198 w 92205"/>
                <a:gd name="connsiteY11" fmla="*/ 22493 h 92205"/>
                <a:gd name="connsiteX12" fmla="*/ 58257 w 92205"/>
                <a:gd name="connsiteY12" fmla="*/ 23331 h 92205"/>
                <a:gd name="connsiteX13" fmla="*/ 67478 w 92205"/>
                <a:gd name="connsiteY13" fmla="*/ 25566 h 92205"/>
                <a:gd name="connsiteX14" fmla="*/ 66360 w 92205"/>
                <a:gd name="connsiteY14" fmla="*/ 51831 h 92205"/>
                <a:gd name="connsiteX15" fmla="*/ 70551 w 92205"/>
                <a:gd name="connsiteY15" fmla="*/ 59375 h 92205"/>
                <a:gd name="connsiteX16" fmla="*/ 76140 w 92205"/>
                <a:gd name="connsiteY16" fmla="*/ 54345 h 92205"/>
                <a:gd name="connsiteX17" fmla="*/ 78095 w 92205"/>
                <a:gd name="connsiteY17" fmla="*/ 41213 h 92205"/>
                <a:gd name="connsiteX18" fmla="*/ 74463 w 92205"/>
                <a:gd name="connsiteY18" fmla="*/ 25846 h 92205"/>
                <a:gd name="connsiteX19" fmla="*/ 64404 w 92205"/>
                <a:gd name="connsiteY19" fmla="*/ 15787 h 92205"/>
                <a:gd name="connsiteX20" fmla="*/ 49595 w 92205"/>
                <a:gd name="connsiteY20" fmla="*/ 12154 h 92205"/>
                <a:gd name="connsiteX21" fmla="*/ 30595 w 92205"/>
                <a:gd name="connsiteY21" fmla="*/ 16625 h 92205"/>
                <a:gd name="connsiteX22" fmla="*/ 18301 w 92205"/>
                <a:gd name="connsiteY22" fmla="*/ 29478 h 92205"/>
                <a:gd name="connsiteX23" fmla="*/ 14110 w 92205"/>
                <a:gd name="connsiteY23" fmla="*/ 49037 h 92205"/>
                <a:gd name="connsiteX24" fmla="*/ 21934 w 92205"/>
                <a:gd name="connsiteY24" fmla="*/ 71948 h 92205"/>
                <a:gd name="connsiteX25" fmla="*/ 44845 w 92205"/>
                <a:gd name="connsiteY25" fmla="*/ 79772 h 92205"/>
                <a:gd name="connsiteX26" fmla="*/ 57419 w 92205"/>
                <a:gd name="connsiteY26" fmla="*/ 78375 h 92205"/>
                <a:gd name="connsiteX27" fmla="*/ 70831 w 92205"/>
                <a:gd name="connsiteY27" fmla="*/ 74742 h 92205"/>
                <a:gd name="connsiteX28" fmla="*/ 70831 w 92205"/>
                <a:gd name="connsiteY28" fmla="*/ 85081 h 92205"/>
                <a:gd name="connsiteX29" fmla="*/ 45404 w 92205"/>
                <a:gd name="connsiteY29" fmla="*/ 90110 h 92205"/>
                <a:gd name="connsiteX30" fmla="*/ 13551 w 92205"/>
                <a:gd name="connsiteY30" fmla="*/ 79213 h 92205"/>
                <a:gd name="connsiteX31" fmla="*/ 2096 w 92205"/>
                <a:gd name="connsiteY31" fmla="*/ 49316 h 92205"/>
                <a:gd name="connsiteX32" fmla="*/ 7963 w 92205"/>
                <a:gd name="connsiteY32" fmla="*/ 25287 h 92205"/>
                <a:gd name="connsiteX33" fmla="*/ 24728 w 92205"/>
                <a:gd name="connsiteY33" fmla="*/ 8243 h 92205"/>
                <a:gd name="connsiteX34" fmla="*/ 49595 w 92205"/>
                <a:gd name="connsiteY34" fmla="*/ 2096 h 92205"/>
                <a:gd name="connsiteX35" fmla="*/ 70831 w 92205"/>
                <a:gd name="connsiteY35" fmla="*/ 6846 h 92205"/>
                <a:gd name="connsiteX36" fmla="*/ 85081 w 92205"/>
                <a:gd name="connsiteY36" fmla="*/ 20537 h 92205"/>
                <a:gd name="connsiteX37" fmla="*/ 90110 w 92205"/>
                <a:gd name="connsiteY37" fmla="*/ 41213 h 92205"/>
                <a:gd name="connsiteX38" fmla="*/ 34787 w 92205"/>
                <a:gd name="connsiteY38" fmla="*/ 48198 h 92205"/>
                <a:gd name="connsiteX39" fmla="*/ 44007 w 92205"/>
                <a:gd name="connsiteY39" fmla="*/ 59654 h 92205"/>
                <a:gd name="connsiteX40" fmla="*/ 51272 w 92205"/>
                <a:gd name="connsiteY40" fmla="*/ 56301 h 92205"/>
                <a:gd name="connsiteX41" fmla="*/ 54345 w 92205"/>
                <a:gd name="connsiteY41" fmla="*/ 45125 h 92205"/>
                <a:gd name="connsiteX42" fmla="*/ 55184 w 92205"/>
                <a:gd name="connsiteY42" fmla="*/ 33110 h 92205"/>
                <a:gd name="connsiteX43" fmla="*/ 49037 w 92205"/>
                <a:gd name="connsiteY43" fmla="*/ 32551 h 92205"/>
                <a:gd name="connsiteX44" fmla="*/ 38698 w 92205"/>
                <a:gd name="connsiteY44" fmla="*/ 36743 h 92205"/>
                <a:gd name="connsiteX45" fmla="*/ 34787 w 92205"/>
                <a:gd name="connsiteY45" fmla="*/ 48198 h 9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2205" h="92205">
                  <a:moveTo>
                    <a:pt x="90110" y="41213"/>
                  </a:moveTo>
                  <a:cubicBezTo>
                    <a:pt x="90110" y="46243"/>
                    <a:pt x="89272" y="50993"/>
                    <a:pt x="87595" y="55463"/>
                  </a:cubicBezTo>
                  <a:cubicBezTo>
                    <a:pt x="85919" y="59654"/>
                    <a:pt x="83684" y="63007"/>
                    <a:pt x="80610" y="65522"/>
                  </a:cubicBezTo>
                  <a:cubicBezTo>
                    <a:pt x="77537" y="68037"/>
                    <a:pt x="74184" y="69154"/>
                    <a:pt x="69992" y="69154"/>
                  </a:cubicBezTo>
                  <a:cubicBezTo>
                    <a:pt x="67198" y="69154"/>
                    <a:pt x="64963" y="68595"/>
                    <a:pt x="63007" y="67198"/>
                  </a:cubicBezTo>
                  <a:cubicBezTo>
                    <a:pt x="61051" y="65801"/>
                    <a:pt x="59375" y="64125"/>
                    <a:pt x="58537" y="62169"/>
                  </a:cubicBezTo>
                  <a:lnTo>
                    <a:pt x="57698" y="62169"/>
                  </a:lnTo>
                  <a:cubicBezTo>
                    <a:pt x="53787" y="66919"/>
                    <a:pt x="48757" y="69154"/>
                    <a:pt x="42890" y="69154"/>
                  </a:cubicBezTo>
                  <a:cubicBezTo>
                    <a:pt x="36463" y="69154"/>
                    <a:pt x="31434" y="67198"/>
                    <a:pt x="27801" y="63287"/>
                  </a:cubicBezTo>
                  <a:cubicBezTo>
                    <a:pt x="24169" y="59375"/>
                    <a:pt x="22213" y="54345"/>
                    <a:pt x="22213" y="47640"/>
                  </a:cubicBezTo>
                  <a:cubicBezTo>
                    <a:pt x="22213" y="40095"/>
                    <a:pt x="24728" y="33948"/>
                    <a:pt x="29478" y="29478"/>
                  </a:cubicBezTo>
                  <a:cubicBezTo>
                    <a:pt x="34228" y="24728"/>
                    <a:pt x="40654" y="22493"/>
                    <a:pt x="48198" y="22493"/>
                  </a:cubicBezTo>
                  <a:cubicBezTo>
                    <a:pt x="51272" y="22493"/>
                    <a:pt x="54625" y="22772"/>
                    <a:pt x="58257" y="23331"/>
                  </a:cubicBezTo>
                  <a:cubicBezTo>
                    <a:pt x="61890" y="23890"/>
                    <a:pt x="64963" y="24728"/>
                    <a:pt x="67478" y="25566"/>
                  </a:cubicBezTo>
                  <a:lnTo>
                    <a:pt x="66360" y="51831"/>
                  </a:lnTo>
                  <a:cubicBezTo>
                    <a:pt x="66360" y="56860"/>
                    <a:pt x="67757" y="59375"/>
                    <a:pt x="70551" y="59375"/>
                  </a:cubicBezTo>
                  <a:cubicBezTo>
                    <a:pt x="72787" y="59375"/>
                    <a:pt x="74742" y="57698"/>
                    <a:pt x="76140" y="54345"/>
                  </a:cubicBezTo>
                  <a:cubicBezTo>
                    <a:pt x="77537" y="50993"/>
                    <a:pt x="78095" y="46522"/>
                    <a:pt x="78095" y="41213"/>
                  </a:cubicBezTo>
                  <a:cubicBezTo>
                    <a:pt x="78095" y="35345"/>
                    <a:pt x="76978" y="30316"/>
                    <a:pt x="74463" y="25846"/>
                  </a:cubicBezTo>
                  <a:cubicBezTo>
                    <a:pt x="71948" y="21375"/>
                    <a:pt x="68595" y="18022"/>
                    <a:pt x="64404" y="15787"/>
                  </a:cubicBezTo>
                  <a:cubicBezTo>
                    <a:pt x="59934" y="13551"/>
                    <a:pt x="55184" y="12154"/>
                    <a:pt x="49595" y="12154"/>
                  </a:cubicBezTo>
                  <a:cubicBezTo>
                    <a:pt x="42331" y="12154"/>
                    <a:pt x="36184" y="13551"/>
                    <a:pt x="30595" y="16625"/>
                  </a:cubicBezTo>
                  <a:cubicBezTo>
                    <a:pt x="25287" y="19698"/>
                    <a:pt x="21096" y="23890"/>
                    <a:pt x="18301" y="29478"/>
                  </a:cubicBezTo>
                  <a:cubicBezTo>
                    <a:pt x="15507" y="35066"/>
                    <a:pt x="14110" y="41492"/>
                    <a:pt x="14110" y="49037"/>
                  </a:cubicBezTo>
                  <a:cubicBezTo>
                    <a:pt x="14110" y="58816"/>
                    <a:pt x="16625" y="66639"/>
                    <a:pt x="21934" y="71948"/>
                  </a:cubicBezTo>
                  <a:cubicBezTo>
                    <a:pt x="27243" y="77257"/>
                    <a:pt x="34787" y="79772"/>
                    <a:pt x="44845" y="79772"/>
                  </a:cubicBezTo>
                  <a:cubicBezTo>
                    <a:pt x="48757" y="79772"/>
                    <a:pt x="52948" y="79213"/>
                    <a:pt x="57419" y="78375"/>
                  </a:cubicBezTo>
                  <a:cubicBezTo>
                    <a:pt x="61890" y="77537"/>
                    <a:pt x="66360" y="76419"/>
                    <a:pt x="70831" y="74742"/>
                  </a:cubicBezTo>
                  <a:lnTo>
                    <a:pt x="70831" y="85081"/>
                  </a:lnTo>
                  <a:cubicBezTo>
                    <a:pt x="63287" y="88434"/>
                    <a:pt x="54625" y="90110"/>
                    <a:pt x="45404" y="90110"/>
                  </a:cubicBezTo>
                  <a:cubicBezTo>
                    <a:pt x="31713" y="90110"/>
                    <a:pt x="21096" y="86478"/>
                    <a:pt x="13551" y="79213"/>
                  </a:cubicBezTo>
                  <a:cubicBezTo>
                    <a:pt x="6007" y="71948"/>
                    <a:pt x="2096" y="62169"/>
                    <a:pt x="2096" y="49316"/>
                  </a:cubicBezTo>
                  <a:cubicBezTo>
                    <a:pt x="2096" y="40375"/>
                    <a:pt x="4051" y="32551"/>
                    <a:pt x="7963" y="25287"/>
                  </a:cubicBezTo>
                  <a:cubicBezTo>
                    <a:pt x="11875" y="18022"/>
                    <a:pt x="17463" y="12434"/>
                    <a:pt x="24728" y="8243"/>
                  </a:cubicBezTo>
                  <a:cubicBezTo>
                    <a:pt x="31993" y="4051"/>
                    <a:pt x="40096" y="2096"/>
                    <a:pt x="49595" y="2096"/>
                  </a:cubicBezTo>
                  <a:cubicBezTo>
                    <a:pt x="57419" y="2096"/>
                    <a:pt x="64404" y="3772"/>
                    <a:pt x="70831" y="6846"/>
                  </a:cubicBezTo>
                  <a:cubicBezTo>
                    <a:pt x="76978" y="10198"/>
                    <a:pt x="81728" y="14669"/>
                    <a:pt x="85081" y="20537"/>
                  </a:cubicBezTo>
                  <a:cubicBezTo>
                    <a:pt x="88434" y="26684"/>
                    <a:pt x="90110" y="33669"/>
                    <a:pt x="90110" y="41213"/>
                  </a:cubicBezTo>
                  <a:close/>
                  <a:moveTo>
                    <a:pt x="34787" y="48198"/>
                  </a:moveTo>
                  <a:cubicBezTo>
                    <a:pt x="34787" y="55742"/>
                    <a:pt x="37860" y="59654"/>
                    <a:pt x="44007" y="59654"/>
                  </a:cubicBezTo>
                  <a:cubicBezTo>
                    <a:pt x="47360" y="59654"/>
                    <a:pt x="49595" y="58537"/>
                    <a:pt x="51272" y="56301"/>
                  </a:cubicBezTo>
                  <a:cubicBezTo>
                    <a:pt x="52948" y="54066"/>
                    <a:pt x="54066" y="50434"/>
                    <a:pt x="54345" y="45125"/>
                  </a:cubicBezTo>
                  <a:lnTo>
                    <a:pt x="55184" y="33110"/>
                  </a:lnTo>
                  <a:cubicBezTo>
                    <a:pt x="53228" y="32831"/>
                    <a:pt x="51272" y="32551"/>
                    <a:pt x="49037" y="32551"/>
                  </a:cubicBezTo>
                  <a:cubicBezTo>
                    <a:pt x="44566" y="32551"/>
                    <a:pt x="40934" y="33948"/>
                    <a:pt x="38698" y="36743"/>
                  </a:cubicBezTo>
                  <a:cubicBezTo>
                    <a:pt x="36184" y="39537"/>
                    <a:pt x="34787" y="43169"/>
                    <a:pt x="34787" y="4819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BF519060-DB9A-A240-CAD3-F0EA3DB8F6F2}"/>
                </a:ext>
              </a:extLst>
            </p:cNvPr>
            <p:cNvSpPr/>
            <p:nvPr/>
          </p:nvSpPr>
          <p:spPr>
            <a:xfrm>
              <a:off x="1228738" y="1891933"/>
              <a:ext cx="461028" cy="131323"/>
            </a:xfrm>
            <a:custGeom>
              <a:avLst/>
              <a:gdLst>
                <a:gd name="connsiteX0" fmla="*/ 408080 w 461028"/>
                <a:gd name="connsiteY0" fmla="*/ 2096 h 131323"/>
                <a:gd name="connsiteX1" fmla="*/ 54066 w 461028"/>
                <a:gd name="connsiteY1" fmla="*/ 2096 h 131323"/>
                <a:gd name="connsiteX2" fmla="*/ 2096 w 461028"/>
                <a:gd name="connsiteY2" fmla="*/ 54066 h 131323"/>
                <a:gd name="connsiteX3" fmla="*/ 54066 w 461028"/>
                <a:gd name="connsiteY3" fmla="*/ 106037 h 131323"/>
                <a:gd name="connsiteX4" fmla="*/ 80051 w 461028"/>
                <a:gd name="connsiteY4" fmla="*/ 106037 h 131323"/>
                <a:gd name="connsiteX5" fmla="*/ 105198 w 461028"/>
                <a:gd name="connsiteY5" fmla="*/ 131184 h 131323"/>
                <a:gd name="connsiteX6" fmla="*/ 130345 w 461028"/>
                <a:gd name="connsiteY6" fmla="*/ 106037 h 131323"/>
                <a:gd name="connsiteX7" fmla="*/ 408080 w 461028"/>
                <a:gd name="connsiteY7" fmla="*/ 106037 h 131323"/>
                <a:gd name="connsiteX8" fmla="*/ 460050 w 461028"/>
                <a:gd name="connsiteY8" fmla="*/ 54066 h 131323"/>
                <a:gd name="connsiteX9" fmla="*/ 408080 w 461028"/>
                <a:gd name="connsiteY9" fmla="*/ 2096 h 13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028" h="131323">
                  <a:moveTo>
                    <a:pt x="408080" y="2096"/>
                  </a:moveTo>
                  <a:lnTo>
                    <a:pt x="54066" y="2096"/>
                  </a:lnTo>
                  <a:cubicBezTo>
                    <a:pt x="25287" y="2096"/>
                    <a:pt x="2096" y="25287"/>
                    <a:pt x="2096" y="54066"/>
                  </a:cubicBezTo>
                  <a:cubicBezTo>
                    <a:pt x="2096" y="82845"/>
                    <a:pt x="25287" y="106037"/>
                    <a:pt x="54066" y="106037"/>
                  </a:cubicBezTo>
                  <a:lnTo>
                    <a:pt x="80051" y="106037"/>
                  </a:lnTo>
                  <a:lnTo>
                    <a:pt x="105198" y="131184"/>
                  </a:lnTo>
                  <a:lnTo>
                    <a:pt x="130345" y="106037"/>
                  </a:lnTo>
                  <a:lnTo>
                    <a:pt x="408080" y="106037"/>
                  </a:lnTo>
                  <a:cubicBezTo>
                    <a:pt x="436859" y="106037"/>
                    <a:pt x="460050" y="82845"/>
                    <a:pt x="460050" y="54066"/>
                  </a:cubicBezTo>
                  <a:cubicBezTo>
                    <a:pt x="460330" y="25566"/>
                    <a:pt x="436859" y="2096"/>
                    <a:pt x="408080" y="20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A526D561-CCDC-B57A-D786-E38902F3782B}"/>
                </a:ext>
              </a:extLst>
            </p:cNvPr>
            <p:cNvSpPr/>
            <p:nvPr/>
          </p:nvSpPr>
          <p:spPr>
            <a:xfrm>
              <a:off x="1294679" y="1948933"/>
              <a:ext cx="248676" cy="13971"/>
            </a:xfrm>
            <a:custGeom>
              <a:avLst/>
              <a:gdLst>
                <a:gd name="connsiteX0" fmla="*/ 240992 w 248675"/>
                <a:gd name="connsiteY0" fmla="*/ 13831 h 13970"/>
                <a:gd name="connsiteX1" fmla="*/ 7963 w 248675"/>
                <a:gd name="connsiteY1" fmla="*/ 13831 h 13970"/>
                <a:gd name="connsiteX2" fmla="*/ 2096 w 248675"/>
                <a:gd name="connsiteY2" fmla="*/ 7963 h 13970"/>
                <a:gd name="connsiteX3" fmla="*/ 2096 w 248675"/>
                <a:gd name="connsiteY3" fmla="*/ 7963 h 13970"/>
                <a:gd name="connsiteX4" fmla="*/ 7963 w 248675"/>
                <a:gd name="connsiteY4" fmla="*/ 2096 h 13970"/>
                <a:gd name="connsiteX5" fmla="*/ 240992 w 248675"/>
                <a:gd name="connsiteY5" fmla="*/ 2096 h 13970"/>
                <a:gd name="connsiteX6" fmla="*/ 246860 w 248675"/>
                <a:gd name="connsiteY6" fmla="*/ 7963 h 13970"/>
                <a:gd name="connsiteX7" fmla="*/ 246860 w 248675"/>
                <a:gd name="connsiteY7" fmla="*/ 7963 h 13970"/>
                <a:gd name="connsiteX8" fmla="*/ 240992 w 248675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675" h="13970">
                  <a:moveTo>
                    <a:pt x="240992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240992" y="2096"/>
                  </a:lnTo>
                  <a:cubicBezTo>
                    <a:pt x="244345" y="2096"/>
                    <a:pt x="246860" y="4610"/>
                    <a:pt x="246860" y="7963"/>
                  </a:cubicBezTo>
                  <a:lnTo>
                    <a:pt x="246860" y="7963"/>
                  </a:lnTo>
                  <a:cubicBezTo>
                    <a:pt x="246580" y="11316"/>
                    <a:pt x="244066" y="13831"/>
                    <a:pt x="240992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1" name="Forma libre 110">
              <a:extLst>
                <a:ext uri="{FF2B5EF4-FFF2-40B4-BE49-F238E27FC236}">
                  <a16:creationId xmlns:a16="http://schemas.microsoft.com/office/drawing/2014/main" id="{00F34476-B4C6-F9A4-B2BF-7C70BE455EDC}"/>
                </a:ext>
              </a:extLst>
            </p:cNvPr>
            <p:cNvSpPr/>
            <p:nvPr/>
          </p:nvSpPr>
          <p:spPr>
            <a:xfrm>
              <a:off x="1294400" y="1916800"/>
              <a:ext cx="176029" cy="13971"/>
            </a:xfrm>
            <a:custGeom>
              <a:avLst/>
              <a:gdLst>
                <a:gd name="connsiteX0" fmla="*/ 168345 w 176029"/>
                <a:gd name="connsiteY0" fmla="*/ 13831 h 13970"/>
                <a:gd name="connsiteX1" fmla="*/ 7963 w 176029"/>
                <a:gd name="connsiteY1" fmla="*/ 13831 h 13970"/>
                <a:gd name="connsiteX2" fmla="*/ 2096 w 176029"/>
                <a:gd name="connsiteY2" fmla="*/ 7963 h 13970"/>
                <a:gd name="connsiteX3" fmla="*/ 2096 w 176029"/>
                <a:gd name="connsiteY3" fmla="*/ 7963 h 13970"/>
                <a:gd name="connsiteX4" fmla="*/ 7963 w 176029"/>
                <a:gd name="connsiteY4" fmla="*/ 2096 h 13970"/>
                <a:gd name="connsiteX5" fmla="*/ 168345 w 176029"/>
                <a:gd name="connsiteY5" fmla="*/ 2096 h 13970"/>
                <a:gd name="connsiteX6" fmla="*/ 174213 w 176029"/>
                <a:gd name="connsiteY6" fmla="*/ 7963 h 13970"/>
                <a:gd name="connsiteX7" fmla="*/ 174213 w 176029"/>
                <a:gd name="connsiteY7" fmla="*/ 7963 h 13970"/>
                <a:gd name="connsiteX8" fmla="*/ 168345 w 176029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029" h="13970">
                  <a:moveTo>
                    <a:pt x="168345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168345" y="2096"/>
                  </a:lnTo>
                  <a:cubicBezTo>
                    <a:pt x="171698" y="2096"/>
                    <a:pt x="174213" y="4610"/>
                    <a:pt x="174213" y="7963"/>
                  </a:cubicBezTo>
                  <a:lnTo>
                    <a:pt x="174213" y="7963"/>
                  </a:lnTo>
                  <a:cubicBezTo>
                    <a:pt x="174213" y="11316"/>
                    <a:pt x="171419" y="13831"/>
                    <a:pt x="168345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A90BC9BF-D47B-D0C6-89A9-1FB8BCED55CF}"/>
                </a:ext>
              </a:extLst>
            </p:cNvPr>
            <p:cNvSpPr/>
            <p:nvPr/>
          </p:nvSpPr>
          <p:spPr>
            <a:xfrm>
              <a:off x="2156942" y="2332005"/>
              <a:ext cx="117353" cy="117353"/>
            </a:xfrm>
            <a:custGeom>
              <a:avLst/>
              <a:gdLst>
                <a:gd name="connsiteX0" fmla="*/ 58816 w 117352"/>
                <a:gd name="connsiteY0" fmla="*/ 2096 h 117352"/>
                <a:gd name="connsiteX1" fmla="*/ 2096 w 117352"/>
                <a:gd name="connsiteY1" fmla="*/ 58816 h 117352"/>
                <a:gd name="connsiteX2" fmla="*/ 58816 w 117352"/>
                <a:gd name="connsiteY2" fmla="*/ 115537 h 117352"/>
                <a:gd name="connsiteX3" fmla="*/ 115537 w 117352"/>
                <a:gd name="connsiteY3" fmla="*/ 58816 h 117352"/>
                <a:gd name="connsiteX4" fmla="*/ 58816 w 117352"/>
                <a:gd name="connsiteY4" fmla="*/ 2096 h 117352"/>
                <a:gd name="connsiteX5" fmla="*/ 30037 w 117352"/>
                <a:gd name="connsiteY5" fmla="*/ 54345 h 117352"/>
                <a:gd name="connsiteX6" fmla="*/ 37022 w 117352"/>
                <a:gd name="connsiteY6" fmla="*/ 47360 h 117352"/>
                <a:gd name="connsiteX7" fmla="*/ 44007 w 117352"/>
                <a:gd name="connsiteY7" fmla="*/ 54345 h 117352"/>
                <a:gd name="connsiteX8" fmla="*/ 37022 w 117352"/>
                <a:gd name="connsiteY8" fmla="*/ 61331 h 117352"/>
                <a:gd name="connsiteX9" fmla="*/ 30037 w 117352"/>
                <a:gd name="connsiteY9" fmla="*/ 54345 h 117352"/>
                <a:gd name="connsiteX10" fmla="*/ 58816 w 117352"/>
                <a:gd name="connsiteY10" fmla="*/ 89831 h 117352"/>
                <a:gd name="connsiteX11" fmla="*/ 40934 w 117352"/>
                <a:gd name="connsiteY11" fmla="*/ 74184 h 117352"/>
                <a:gd name="connsiteX12" fmla="*/ 76698 w 117352"/>
                <a:gd name="connsiteY12" fmla="*/ 74184 h 117352"/>
                <a:gd name="connsiteX13" fmla="*/ 58816 w 117352"/>
                <a:gd name="connsiteY13" fmla="*/ 89831 h 117352"/>
                <a:gd name="connsiteX14" fmla="*/ 80610 w 117352"/>
                <a:gd name="connsiteY14" fmla="*/ 61331 h 117352"/>
                <a:gd name="connsiteX15" fmla="*/ 73625 w 117352"/>
                <a:gd name="connsiteY15" fmla="*/ 54345 h 117352"/>
                <a:gd name="connsiteX16" fmla="*/ 80610 w 117352"/>
                <a:gd name="connsiteY16" fmla="*/ 47360 h 117352"/>
                <a:gd name="connsiteX17" fmla="*/ 87595 w 117352"/>
                <a:gd name="connsiteY17" fmla="*/ 54345 h 117352"/>
                <a:gd name="connsiteX18" fmla="*/ 80610 w 117352"/>
                <a:gd name="connsiteY18" fmla="*/ 61331 h 11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2" h="117352">
                  <a:moveTo>
                    <a:pt x="58816" y="2096"/>
                  </a:moveTo>
                  <a:cubicBezTo>
                    <a:pt x="27522" y="2096"/>
                    <a:pt x="2096" y="27522"/>
                    <a:pt x="2096" y="58816"/>
                  </a:cubicBezTo>
                  <a:cubicBezTo>
                    <a:pt x="2096" y="90110"/>
                    <a:pt x="27522" y="115537"/>
                    <a:pt x="58816" y="115537"/>
                  </a:cubicBezTo>
                  <a:cubicBezTo>
                    <a:pt x="90110" y="115537"/>
                    <a:pt x="115537" y="90110"/>
                    <a:pt x="115537" y="58816"/>
                  </a:cubicBezTo>
                  <a:cubicBezTo>
                    <a:pt x="115537" y="27522"/>
                    <a:pt x="90110" y="2096"/>
                    <a:pt x="58816" y="2096"/>
                  </a:cubicBezTo>
                  <a:close/>
                  <a:moveTo>
                    <a:pt x="30037" y="54345"/>
                  </a:moveTo>
                  <a:cubicBezTo>
                    <a:pt x="30037" y="50434"/>
                    <a:pt x="33110" y="47360"/>
                    <a:pt x="37022" y="47360"/>
                  </a:cubicBezTo>
                  <a:cubicBezTo>
                    <a:pt x="40934" y="47360"/>
                    <a:pt x="44007" y="50434"/>
                    <a:pt x="44007" y="54345"/>
                  </a:cubicBezTo>
                  <a:cubicBezTo>
                    <a:pt x="44007" y="58257"/>
                    <a:pt x="40934" y="61331"/>
                    <a:pt x="37022" y="61331"/>
                  </a:cubicBezTo>
                  <a:cubicBezTo>
                    <a:pt x="33110" y="61331"/>
                    <a:pt x="30037" y="58257"/>
                    <a:pt x="30037" y="54345"/>
                  </a:cubicBezTo>
                  <a:close/>
                  <a:moveTo>
                    <a:pt x="58816" y="89831"/>
                  </a:moveTo>
                  <a:cubicBezTo>
                    <a:pt x="49595" y="89831"/>
                    <a:pt x="42051" y="83125"/>
                    <a:pt x="40934" y="74184"/>
                  </a:cubicBezTo>
                  <a:lnTo>
                    <a:pt x="76698" y="74184"/>
                  </a:lnTo>
                  <a:cubicBezTo>
                    <a:pt x="75581" y="83125"/>
                    <a:pt x="68037" y="89831"/>
                    <a:pt x="58816" y="89831"/>
                  </a:cubicBezTo>
                  <a:close/>
                  <a:moveTo>
                    <a:pt x="80610" y="61331"/>
                  </a:moveTo>
                  <a:cubicBezTo>
                    <a:pt x="76698" y="61331"/>
                    <a:pt x="73625" y="58257"/>
                    <a:pt x="73625" y="54345"/>
                  </a:cubicBezTo>
                  <a:cubicBezTo>
                    <a:pt x="73625" y="50434"/>
                    <a:pt x="76698" y="47360"/>
                    <a:pt x="80610" y="47360"/>
                  </a:cubicBezTo>
                  <a:cubicBezTo>
                    <a:pt x="84522" y="47360"/>
                    <a:pt x="87595" y="50434"/>
                    <a:pt x="87595" y="54345"/>
                  </a:cubicBezTo>
                  <a:cubicBezTo>
                    <a:pt x="87595" y="58257"/>
                    <a:pt x="84522" y="61331"/>
                    <a:pt x="80610" y="61331"/>
                  </a:cubicBezTo>
                  <a:close/>
                </a:path>
              </a:pathLst>
            </a:custGeom>
            <a:solidFill>
              <a:srgbClr val="FEC7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6993FF54-D774-9344-9156-884B6E6E5650}"/>
                </a:ext>
              </a:extLst>
            </p:cNvPr>
            <p:cNvSpPr/>
            <p:nvPr/>
          </p:nvSpPr>
          <p:spPr>
            <a:xfrm>
              <a:off x="1366488" y="2648578"/>
              <a:ext cx="653822" cy="148088"/>
            </a:xfrm>
            <a:custGeom>
              <a:avLst/>
              <a:gdLst>
                <a:gd name="connsiteX0" fmla="*/ 5449 w 653822"/>
                <a:gd name="connsiteY0" fmla="*/ 146272 h 148087"/>
                <a:gd name="connsiteX1" fmla="*/ 2096 w 653822"/>
                <a:gd name="connsiteY1" fmla="*/ 139566 h 148087"/>
                <a:gd name="connsiteX2" fmla="*/ 92066 w 653822"/>
                <a:gd name="connsiteY2" fmla="*/ 94581 h 148087"/>
                <a:gd name="connsiteX3" fmla="*/ 205786 w 653822"/>
                <a:gd name="connsiteY3" fmla="*/ 96537 h 148087"/>
                <a:gd name="connsiteX4" fmla="*/ 329007 w 653822"/>
                <a:gd name="connsiteY4" fmla="*/ 50154 h 148087"/>
                <a:gd name="connsiteX5" fmla="*/ 423448 w 653822"/>
                <a:gd name="connsiteY5" fmla="*/ 50154 h 148087"/>
                <a:gd name="connsiteX6" fmla="*/ 524036 w 653822"/>
                <a:gd name="connsiteY6" fmla="*/ 16625 h 148087"/>
                <a:gd name="connsiteX7" fmla="*/ 524874 w 653822"/>
                <a:gd name="connsiteY7" fmla="*/ 16625 h 148087"/>
                <a:gd name="connsiteX8" fmla="*/ 605344 w 653822"/>
                <a:gd name="connsiteY8" fmla="*/ 25846 h 148087"/>
                <a:gd name="connsiteX9" fmla="*/ 650888 w 653822"/>
                <a:gd name="connsiteY9" fmla="*/ 2096 h 148087"/>
                <a:gd name="connsiteX10" fmla="*/ 654241 w 653822"/>
                <a:gd name="connsiteY10" fmla="*/ 8802 h 148087"/>
                <a:gd name="connsiteX11" fmla="*/ 606741 w 653822"/>
                <a:gd name="connsiteY11" fmla="*/ 33390 h 148087"/>
                <a:gd name="connsiteX12" fmla="*/ 605624 w 653822"/>
                <a:gd name="connsiteY12" fmla="*/ 33390 h 148087"/>
                <a:gd name="connsiteX13" fmla="*/ 524594 w 653822"/>
                <a:gd name="connsiteY13" fmla="*/ 24169 h 148087"/>
                <a:gd name="connsiteX14" fmla="*/ 424006 w 653822"/>
                <a:gd name="connsiteY14" fmla="*/ 57419 h 148087"/>
                <a:gd name="connsiteX15" fmla="*/ 329845 w 653822"/>
                <a:gd name="connsiteY15" fmla="*/ 57419 h 148087"/>
                <a:gd name="connsiteX16" fmla="*/ 207183 w 653822"/>
                <a:gd name="connsiteY16" fmla="*/ 104081 h 148087"/>
                <a:gd name="connsiteX17" fmla="*/ 206345 w 653822"/>
                <a:gd name="connsiteY17" fmla="*/ 104081 h 148087"/>
                <a:gd name="connsiteX18" fmla="*/ 93742 w 653822"/>
                <a:gd name="connsiteY18" fmla="*/ 102125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3822" h="148087">
                  <a:moveTo>
                    <a:pt x="5449" y="146272"/>
                  </a:moveTo>
                  <a:lnTo>
                    <a:pt x="2096" y="139566"/>
                  </a:lnTo>
                  <a:lnTo>
                    <a:pt x="92066" y="94581"/>
                  </a:lnTo>
                  <a:lnTo>
                    <a:pt x="205786" y="96537"/>
                  </a:lnTo>
                  <a:lnTo>
                    <a:pt x="329007" y="50154"/>
                  </a:lnTo>
                  <a:lnTo>
                    <a:pt x="423448" y="50154"/>
                  </a:lnTo>
                  <a:lnTo>
                    <a:pt x="524036" y="16625"/>
                  </a:lnTo>
                  <a:lnTo>
                    <a:pt x="524874" y="16625"/>
                  </a:lnTo>
                  <a:lnTo>
                    <a:pt x="605344" y="25846"/>
                  </a:lnTo>
                  <a:lnTo>
                    <a:pt x="650888" y="2096"/>
                  </a:lnTo>
                  <a:lnTo>
                    <a:pt x="654241" y="8802"/>
                  </a:lnTo>
                  <a:lnTo>
                    <a:pt x="606741" y="33390"/>
                  </a:lnTo>
                  <a:lnTo>
                    <a:pt x="605624" y="33390"/>
                  </a:lnTo>
                  <a:lnTo>
                    <a:pt x="524594" y="24169"/>
                  </a:lnTo>
                  <a:lnTo>
                    <a:pt x="424006" y="57419"/>
                  </a:lnTo>
                  <a:lnTo>
                    <a:pt x="329845" y="57419"/>
                  </a:lnTo>
                  <a:lnTo>
                    <a:pt x="207183" y="104081"/>
                  </a:lnTo>
                  <a:lnTo>
                    <a:pt x="206345" y="104081"/>
                  </a:lnTo>
                  <a:lnTo>
                    <a:pt x="93742" y="102125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4B7D0CAA-BE3B-C319-DE83-29539D67C38E}"/>
                </a:ext>
              </a:extLst>
            </p:cNvPr>
            <p:cNvSpPr/>
            <p:nvPr/>
          </p:nvSpPr>
          <p:spPr>
            <a:xfrm>
              <a:off x="1201879" y="2731806"/>
              <a:ext cx="145294" cy="142500"/>
            </a:xfrm>
            <a:custGeom>
              <a:avLst/>
              <a:gdLst>
                <a:gd name="connsiteX0" fmla="*/ 90147 w 145293"/>
                <a:gd name="connsiteY0" fmla="*/ 3250 h 142499"/>
                <a:gd name="connsiteX1" fmla="*/ 26441 w 145293"/>
                <a:gd name="connsiteY1" fmla="*/ 20853 h 142499"/>
                <a:gd name="connsiteX2" fmla="*/ 3250 w 145293"/>
                <a:gd name="connsiteY2" fmla="*/ 61367 h 142499"/>
                <a:gd name="connsiteX3" fmla="*/ 15264 w 145293"/>
                <a:gd name="connsiteY3" fmla="*/ 105235 h 142499"/>
                <a:gd name="connsiteX4" fmla="*/ 55779 w 145293"/>
                <a:gd name="connsiteY4" fmla="*/ 128426 h 142499"/>
                <a:gd name="connsiteX5" fmla="*/ 74779 w 145293"/>
                <a:gd name="connsiteY5" fmla="*/ 123117 h 142499"/>
                <a:gd name="connsiteX6" fmla="*/ 93499 w 145293"/>
                <a:gd name="connsiteY6" fmla="*/ 141838 h 142499"/>
                <a:gd name="connsiteX7" fmla="*/ 100205 w 145293"/>
                <a:gd name="connsiteY7" fmla="*/ 116132 h 142499"/>
                <a:gd name="connsiteX8" fmla="*/ 119205 w 145293"/>
                <a:gd name="connsiteY8" fmla="*/ 110823 h 142499"/>
                <a:gd name="connsiteX9" fmla="*/ 142396 w 145293"/>
                <a:gd name="connsiteY9" fmla="*/ 70308 h 142499"/>
                <a:gd name="connsiteX10" fmla="*/ 130382 w 145293"/>
                <a:gd name="connsiteY10" fmla="*/ 26441 h 142499"/>
                <a:gd name="connsiteX11" fmla="*/ 90147 w 145293"/>
                <a:gd name="connsiteY11" fmla="*/ 3250 h 14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293" h="142499">
                  <a:moveTo>
                    <a:pt x="90147" y="3250"/>
                  </a:moveTo>
                  <a:lnTo>
                    <a:pt x="26441" y="20853"/>
                  </a:lnTo>
                  <a:cubicBezTo>
                    <a:pt x="8838" y="25603"/>
                    <a:pt x="-1500" y="44044"/>
                    <a:pt x="3250" y="61367"/>
                  </a:cubicBezTo>
                  <a:lnTo>
                    <a:pt x="15264" y="105235"/>
                  </a:lnTo>
                  <a:cubicBezTo>
                    <a:pt x="20014" y="122838"/>
                    <a:pt x="38455" y="133176"/>
                    <a:pt x="55779" y="128426"/>
                  </a:cubicBezTo>
                  <a:lnTo>
                    <a:pt x="74779" y="123117"/>
                  </a:lnTo>
                  <a:lnTo>
                    <a:pt x="93499" y="141838"/>
                  </a:lnTo>
                  <a:lnTo>
                    <a:pt x="100205" y="116132"/>
                  </a:lnTo>
                  <a:lnTo>
                    <a:pt x="119205" y="110823"/>
                  </a:lnTo>
                  <a:cubicBezTo>
                    <a:pt x="136808" y="106073"/>
                    <a:pt x="147146" y="87632"/>
                    <a:pt x="142396" y="70308"/>
                  </a:cubicBezTo>
                  <a:lnTo>
                    <a:pt x="130382" y="26441"/>
                  </a:lnTo>
                  <a:cubicBezTo>
                    <a:pt x="125911" y="8838"/>
                    <a:pt x="107470" y="-1500"/>
                    <a:pt x="90147" y="3250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5" name="Forma libre 114">
              <a:extLst>
                <a:ext uri="{FF2B5EF4-FFF2-40B4-BE49-F238E27FC236}">
                  <a16:creationId xmlns:a16="http://schemas.microsoft.com/office/drawing/2014/main" id="{81DC2068-2430-92D1-66E9-36EA0471C32D}"/>
                </a:ext>
              </a:extLst>
            </p:cNvPr>
            <p:cNvSpPr/>
            <p:nvPr/>
          </p:nvSpPr>
          <p:spPr>
            <a:xfrm>
              <a:off x="1233480" y="2799731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5A8DD3FA-63F6-741B-2ABC-ABF47C4E92CD}"/>
                </a:ext>
              </a:extLst>
            </p:cNvPr>
            <p:cNvSpPr/>
            <p:nvPr/>
          </p:nvSpPr>
          <p:spPr>
            <a:xfrm>
              <a:off x="1265612" y="2790790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2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324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01468FF7-919D-3143-D80D-F625B248498B}"/>
                </a:ext>
              </a:extLst>
            </p:cNvPr>
            <p:cNvSpPr/>
            <p:nvPr/>
          </p:nvSpPr>
          <p:spPr>
            <a:xfrm>
              <a:off x="1297745" y="2782128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8" name="Forma libre 117">
              <a:extLst>
                <a:ext uri="{FF2B5EF4-FFF2-40B4-BE49-F238E27FC236}">
                  <a16:creationId xmlns:a16="http://schemas.microsoft.com/office/drawing/2014/main" id="{68A05C4F-D8B9-653C-BE50-FAE255B9CB38}"/>
                </a:ext>
              </a:extLst>
            </p:cNvPr>
            <p:cNvSpPr/>
            <p:nvPr/>
          </p:nvSpPr>
          <p:spPr>
            <a:xfrm>
              <a:off x="1445003" y="2731284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6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6" y="20312"/>
                    <a:pt x="2096" y="13831"/>
                  </a:cubicBezTo>
                  <a:cubicBezTo>
                    <a:pt x="2096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9B4EF49D-D2FA-DE7D-B6A2-8FA6A9BF0566}"/>
                </a:ext>
              </a:extLst>
            </p:cNvPr>
            <p:cNvSpPr/>
            <p:nvPr/>
          </p:nvSpPr>
          <p:spPr>
            <a:xfrm>
              <a:off x="1877531" y="2655563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5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5" y="20312"/>
                    <a:pt x="2095" y="13831"/>
                  </a:cubicBezTo>
                  <a:cubicBezTo>
                    <a:pt x="2095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EA50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0" name="Forma libre 119">
              <a:extLst>
                <a:ext uri="{FF2B5EF4-FFF2-40B4-BE49-F238E27FC236}">
                  <a16:creationId xmlns:a16="http://schemas.microsoft.com/office/drawing/2014/main" id="{B7CE06B3-1B41-4868-B719-CE51E76FC50B}"/>
                </a:ext>
              </a:extLst>
            </p:cNvPr>
            <p:cNvSpPr/>
            <p:nvPr/>
          </p:nvSpPr>
          <p:spPr>
            <a:xfrm>
              <a:off x="1785605" y="3077195"/>
              <a:ext cx="284999" cy="25147"/>
            </a:xfrm>
            <a:custGeom>
              <a:avLst/>
              <a:gdLst>
                <a:gd name="connsiteX0" fmla="*/ 2096 w 284999"/>
                <a:gd name="connsiteY0" fmla="*/ 12993 h 25147"/>
                <a:gd name="connsiteX1" fmla="*/ 143757 w 284999"/>
                <a:gd name="connsiteY1" fmla="*/ 23890 h 25147"/>
                <a:gd name="connsiteX2" fmla="*/ 285418 w 284999"/>
                <a:gd name="connsiteY2" fmla="*/ 12993 h 25147"/>
                <a:gd name="connsiteX3" fmla="*/ 143757 w 284999"/>
                <a:gd name="connsiteY3" fmla="*/ 2096 h 25147"/>
                <a:gd name="connsiteX4" fmla="*/ 2096 w 284999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999" h="25147">
                  <a:moveTo>
                    <a:pt x="2096" y="12993"/>
                  </a:moveTo>
                  <a:cubicBezTo>
                    <a:pt x="2096" y="18860"/>
                    <a:pt x="65522" y="23890"/>
                    <a:pt x="143757" y="23890"/>
                  </a:cubicBezTo>
                  <a:cubicBezTo>
                    <a:pt x="221992" y="23890"/>
                    <a:pt x="285418" y="19140"/>
                    <a:pt x="285418" y="12993"/>
                  </a:cubicBezTo>
                  <a:cubicBezTo>
                    <a:pt x="285418" y="7125"/>
                    <a:pt x="221992" y="2096"/>
                    <a:pt x="143757" y="2096"/>
                  </a:cubicBezTo>
                  <a:cubicBezTo>
                    <a:pt x="65522" y="2375"/>
                    <a:pt x="2096" y="7125"/>
                    <a:pt x="2096" y="12993"/>
                  </a:cubicBezTo>
                  <a:close/>
                </a:path>
              </a:pathLst>
            </a:custGeom>
            <a:solidFill>
              <a:srgbClr val="D8D8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1" name="Forma libre 120">
              <a:extLst>
                <a:ext uri="{FF2B5EF4-FFF2-40B4-BE49-F238E27FC236}">
                  <a16:creationId xmlns:a16="http://schemas.microsoft.com/office/drawing/2014/main" id="{6687E8E1-EF2F-6A0E-0085-B36241A01B0C}"/>
                </a:ext>
              </a:extLst>
            </p:cNvPr>
            <p:cNvSpPr/>
            <p:nvPr/>
          </p:nvSpPr>
          <p:spPr>
            <a:xfrm>
              <a:off x="1887081" y="2395694"/>
              <a:ext cx="53088" cy="145294"/>
            </a:xfrm>
            <a:custGeom>
              <a:avLst/>
              <a:gdLst>
                <a:gd name="connsiteX0" fmla="*/ 26355 w 53088"/>
                <a:gd name="connsiteY0" fmla="*/ 140422 h 145293"/>
                <a:gd name="connsiteX1" fmla="*/ 45913 w 53088"/>
                <a:gd name="connsiteY1" fmla="*/ 67216 h 145293"/>
                <a:gd name="connsiteX2" fmla="*/ 51502 w 53088"/>
                <a:gd name="connsiteY2" fmla="*/ 18598 h 145293"/>
                <a:gd name="connsiteX3" fmla="*/ 33061 w 53088"/>
                <a:gd name="connsiteY3" fmla="*/ 3789 h 145293"/>
                <a:gd name="connsiteX4" fmla="*/ 12664 w 53088"/>
                <a:gd name="connsiteY4" fmla="*/ 35084 h 145293"/>
                <a:gd name="connsiteX5" fmla="*/ 2605 w 53088"/>
                <a:gd name="connsiteY5" fmla="*/ 126451 h 145293"/>
                <a:gd name="connsiteX6" fmla="*/ 26355 w 53088"/>
                <a:gd name="connsiteY6" fmla="*/ 140422 h 14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088" h="145293">
                  <a:moveTo>
                    <a:pt x="26355" y="140422"/>
                  </a:moveTo>
                  <a:cubicBezTo>
                    <a:pt x="30546" y="132319"/>
                    <a:pt x="38090" y="113598"/>
                    <a:pt x="45913" y="67216"/>
                  </a:cubicBezTo>
                  <a:cubicBezTo>
                    <a:pt x="50664" y="38995"/>
                    <a:pt x="50943" y="27260"/>
                    <a:pt x="51502" y="18598"/>
                  </a:cubicBezTo>
                  <a:cubicBezTo>
                    <a:pt x="52340" y="3510"/>
                    <a:pt x="40046" y="-681"/>
                    <a:pt x="33061" y="3789"/>
                  </a:cubicBezTo>
                  <a:cubicBezTo>
                    <a:pt x="21884" y="11334"/>
                    <a:pt x="13502" y="26981"/>
                    <a:pt x="12664" y="35084"/>
                  </a:cubicBezTo>
                  <a:cubicBezTo>
                    <a:pt x="7914" y="80628"/>
                    <a:pt x="5678" y="114995"/>
                    <a:pt x="2605" y="126451"/>
                  </a:cubicBezTo>
                  <a:cubicBezTo>
                    <a:pt x="-1586" y="142936"/>
                    <a:pt x="21325" y="149922"/>
                    <a:pt x="26355" y="140422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2" name="Forma libre 121">
              <a:extLst>
                <a:ext uri="{FF2B5EF4-FFF2-40B4-BE49-F238E27FC236}">
                  <a16:creationId xmlns:a16="http://schemas.microsoft.com/office/drawing/2014/main" id="{1B4B65A6-5517-0349-A1C0-0C2DC72034C4}"/>
                </a:ext>
              </a:extLst>
            </p:cNvPr>
            <p:cNvSpPr/>
            <p:nvPr/>
          </p:nvSpPr>
          <p:spPr>
            <a:xfrm>
              <a:off x="1803271" y="2490230"/>
              <a:ext cx="111764" cy="53088"/>
            </a:xfrm>
            <a:custGeom>
              <a:avLst/>
              <a:gdLst>
                <a:gd name="connsiteX0" fmla="*/ 2871 w 111764"/>
                <a:gd name="connsiteY0" fmla="*/ 15150 h 53088"/>
                <a:gd name="connsiteX1" fmla="*/ 33606 w 111764"/>
                <a:gd name="connsiteY1" fmla="*/ 28562 h 53088"/>
                <a:gd name="connsiteX2" fmla="*/ 94238 w 111764"/>
                <a:gd name="connsiteY2" fmla="*/ 51474 h 53088"/>
                <a:gd name="connsiteX3" fmla="*/ 103459 w 111764"/>
                <a:gd name="connsiteY3" fmla="*/ 26885 h 53088"/>
                <a:gd name="connsiteX4" fmla="*/ 10136 w 111764"/>
                <a:gd name="connsiteY4" fmla="*/ 2577 h 53088"/>
                <a:gd name="connsiteX5" fmla="*/ 2871 w 111764"/>
                <a:gd name="connsiteY5" fmla="*/ 15150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764" h="53088">
                  <a:moveTo>
                    <a:pt x="2871" y="15150"/>
                  </a:moveTo>
                  <a:cubicBezTo>
                    <a:pt x="5945" y="21297"/>
                    <a:pt x="13768" y="18224"/>
                    <a:pt x="33606" y="28562"/>
                  </a:cubicBezTo>
                  <a:cubicBezTo>
                    <a:pt x="62106" y="43650"/>
                    <a:pt x="70768" y="45885"/>
                    <a:pt x="94238" y="51474"/>
                  </a:cubicBezTo>
                  <a:cubicBezTo>
                    <a:pt x="109606" y="55106"/>
                    <a:pt x="120782" y="34709"/>
                    <a:pt x="103459" y="26885"/>
                  </a:cubicBezTo>
                  <a:cubicBezTo>
                    <a:pt x="88650" y="20180"/>
                    <a:pt x="19077" y="6488"/>
                    <a:pt x="10136" y="2577"/>
                  </a:cubicBezTo>
                  <a:cubicBezTo>
                    <a:pt x="4268" y="-217"/>
                    <a:pt x="356" y="9841"/>
                    <a:pt x="2871" y="15150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3" name="Forma libre 122">
              <a:extLst>
                <a:ext uri="{FF2B5EF4-FFF2-40B4-BE49-F238E27FC236}">
                  <a16:creationId xmlns:a16="http://schemas.microsoft.com/office/drawing/2014/main" id="{8D568B6D-7F5D-96C2-6295-1DDFE36391E4}"/>
                </a:ext>
              </a:extLst>
            </p:cNvPr>
            <p:cNvSpPr/>
            <p:nvPr/>
          </p:nvSpPr>
          <p:spPr>
            <a:xfrm>
              <a:off x="1993376" y="3048713"/>
              <a:ext cx="39118" cy="41912"/>
            </a:xfrm>
            <a:custGeom>
              <a:avLst/>
              <a:gdLst>
                <a:gd name="connsiteX0" fmla="*/ 13382 w 39117"/>
                <a:gd name="connsiteY0" fmla="*/ 8783 h 41911"/>
                <a:gd name="connsiteX1" fmla="*/ 11985 w 39117"/>
                <a:gd name="connsiteY1" fmla="*/ 19959 h 41911"/>
                <a:gd name="connsiteX2" fmla="*/ 4721 w 39117"/>
                <a:gd name="connsiteY2" fmla="*/ 30018 h 41911"/>
                <a:gd name="connsiteX3" fmla="*/ 14221 w 39117"/>
                <a:gd name="connsiteY3" fmla="*/ 41195 h 41911"/>
                <a:gd name="connsiteX4" fmla="*/ 39088 w 39117"/>
                <a:gd name="connsiteY4" fmla="*/ 30298 h 41911"/>
                <a:gd name="connsiteX5" fmla="*/ 35735 w 39117"/>
                <a:gd name="connsiteY5" fmla="*/ 12695 h 41911"/>
                <a:gd name="connsiteX6" fmla="*/ 33779 w 39117"/>
                <a:gd name="connsiteY6" fmla="*/ 4033 h 41911"/>
                <a:gd name="connsiteX7" fmla="*/ 13382 w 39117"/>
                <a:gd name="connsiteY7" fmla="*/ 8783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17" h="41911">
                  <a:moveTo>
                    <a:pt x="13382" y="8783"/>
                  </a:moveTo>
                  <a:cubicBezTo>
                    <a:pt x="11985" y="14371"/>
                    <a:pt x="12544" y="16327"/>
                    <a:pt x="11985" y="19959"/>
                  </a:cubicBezTo>
                  <a:cubicBezTo>
                    <a:pt x="11147" y="24430"/>
                    <a:pt x="6956" y="26106"/>
                    <a:pt x="4721" y="30018"/>
                  </a:cubicBezTo>
                  <a:cubicBezTo>
                    <a:pt x="1927" y="34209"/>
                    <a:pt x="-2265" y="40636"/>
                    <a:pt x="14221" y="41195"/>
                  </a:cubicBezTo>
                  <a:cubicBezTo>
                    <a:pt x="31824" y="41474"/>
                    <a:pt x="42162" y="40356"/>
                    <a:pt x="39088" y="30298"/>
                  </a:cubicBezTo>
                  <a:cubicBezTo>
                    <a:pt x="36015" y="20518"/>
                    <a:pt x="35456" y="16048"/>
                    <a:pt x="35735" y="12695"/>
                  </a:cubicBezTo>
                  <a:cubicBezTo>
                    <a:pt x="36015" y="9342"/>
                    <a:pt x="35735" y="5989"/>
                    <a:pt x="33779" y="4033"/>
                  </a:cubicBezTo>
                  <a:cubicBezTo>
                    <a:pt x="31544" y="2357"/>
                    <a:pt x="15897" y="-996"/>
                    <a:pt x="13382" y="8783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4" name="Forma libre 123">
              <a:extLst>
                <a:ext uri="{FF2B5EF4-FFF2-40B4-BE49-F238E27FC236}">
                  <a16:creationId xmlns:a16="http://schemas.microsoft.com/office/drawing/2014/main" id="{CEE63EF1-230F-4CEB-5BE4-5B197B9C1B3C}"/>
                </a:ext>
              </a:extLst>
            </p:cNvPr>
            <p:cNvSpPr/>
            <p:nvPr/>
          </p:nvSpPr>
          <p:spPr>
            <a:xfrm>
              <a:off x="1944564" y="2349608"/>
              <a:ext cx="33529" cy="72647"/>
            </a:xfrm>
            <a:custGeom>
              <a:avLst/>
              <a:gdLst>
                <a:gd name="connsiteX0" fmla="*/ 30062 w 33529"/>
                <a:gd name="connsiteY0" fmla="*/ 2096 h 72646"/>
                <a:gd name="connsiteX1" fmla="*/ 32577 w 33529"/>
                <a:gd name="connsiteY1" fmla="*/ 52390 h 72646"/>
                <a:gd name="connsiteX2" fmla="*/ 17768 w 33529"/>
                <a:gd name="connsiteY2" fmla="*/ 73066 h 72646"/>
                <a:gd name="connsiteX3" fmla="*/ 17489 w 33529"/>
                <a:gd name="connsiteY3" fmla="*/ 73066 h 72646"/>
                <a:gd name="connsiteX4" fmla="*/ 2121 w 33529"/>
                <a:gd name="connsiteY4" fmla="*/ 53507 h 72646"/>
                <a:gd name="connsiteX5" fmla="*/ 2401 w 33529"/>
                <a:gd name="connsiteY5" fmla="*/ 15787 h 72646"/>
                <a:gd name="connsiteX6" fmla="*/ 30062 w 33529"/>
                <a:gd name="connsiteY6" fmla="*/ 2096 h 7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29" h="72646">
                  <a:moveTo>
                    <a:pt x="30062" y="2096"/>
                  </a:moveTo>
                  <a:cubicBezTo>
                    <a:pt x="30342" y="3493"/>
                    <a:pt x="32298" y="31154"/>
                    <a:pt x="32577" y="52390"/>
                  </a:cubicBezTo>
                  <a:cubicBezTo>
                    <a:pt x="32857" y="62728"/>
                    <a:pt x="25312" y="72787"/>
                    <a:pt x="17768" y="73066"/>
                  </a:cubicBezTo>
                  <a:cubicBezTo>
                    <a:pt x="17768" y="73066"/>
                    <a:pt x="17489" y="73066"/>
                    <a:pt x="17489" y="73066"/>
                  </a:cubicBezTo>
                  <a:cubicBezTo>
                    <a:pt x="10224" y="73066"/>
                    <a:pt x="1563" y="63845"/>
                    <a:pt x="2121" y="53507"/>
                  </a:cubicBezTo>
                  <a:cubicBezTo>
                    <a:pt x="3239" y="35066"/>
                    <a:pt x="2401" y="16066"/>
                    <a:pt x="2401" y="15787"/>
                  </a:cubicBezTo>
                  <a:lnTo>
                    <a:pt x="30062" y="2096"/>
                  </a:ln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5" name="Forma libre 124">
              <a:extLst>
                <a:ext uri="{FF2B5EF4-FFF2-40B4-BE49-F238E27FC236}">
                  <a16:creationId xmlns:a16="http://schemas.microsoft.com/office/drawing/2014/main" id="{52C4D22C-788D-0F76-B91F-F9224B8A5DCA}"/>
                </a:ext>
              </a:extLst>
            </p:cNvPr>
            <p:cNvSpPr/>
            <p:nvPr/>
          </p:nvSpPr>
          <p:spPr>
            <a:xfrm>
              <a:off x="1873340" y="2388497"/>
              <a:ext cx="139706" cy="243088"/>
            </a:xfrm>
            <a:custGeom>
              <a:avLst/>
              <a:gdLst>
                <a:gd name="connsiteX0" fmla="*/ 122801 w 139705"/>
                <a:gd name="connsiteY0" fmla="*/ 83074 h 243087"/>
                <a:gd name="connsiteX1" fmla="*/ 109389 w 139705"/>
                <a:gd name="connsiteY1" fmla="*/ 141471 h 243087"/>
                <a:gd name="connsiteX2" fmla="*/ 109669 w 139705"/>
                <a:gd name="connsiteY2" fmla="*/ 185339 h 243087"/>
                <a:gd name="connsiteX3" fmla="*/ 114698 w 139705"/>
                <a:gd name="connsiteY3" fmla="*/ 211324 h 243087"/>
                <a:gd name="connsiteX4" fmla="*/ 122242 w 139705"/>
                <a:gd name="connsiteY4" fmla="*/ 243736 h 243087"/>
                <a:gd name="connsiteX5" fmla="*/ 2096 w 139705"/>
                <a:gd name="connsiteY5" fmla="*/ 243736 h 243087"/>
                <a:gd name="connsiteX6" fmla="*/ 11875 w 139705"/>
                <a:gd name="connsiteY6" fmla="*/ 98442 h 243087"/>
                <a:gd name="connsiteX7" fmla="*/ 27243 w 139705"/>
                <a:gd name="connsiteY7" fmla="*/ 36692 h 243087"/>
                <a:gd name="connsiteX8" fmla="*/ 36743 w 139705"/>
                <a:gd name="connsiteY8" fmla="*/ 16574 h 243087"/>
                <a:gd name="connsiteX9" fmla="*/ 55184 w 139705"/>
                <a:gd name="connsiteY9" fmla="*/ 5398 h 243087"/>
                <a:gd name="connsiteX10" fmla="*/ 66360 w 139705"/>
                <a:gd name="connsiteY10" fmla="*/ 3722 h 243087"/>
                <a:gd name="connsiteX11" fmla="*/ 139007 w 139705"/>
                <a:gd name="connsiteY11" fmla="*/ 25236 h 243087"/>
                <a:gd name="connsiteX12" fmla="*/ 136492 w 139705"/>
                <a:gd name="connsiteY12" fmla="*/ 48707 h 243087"/>
                <a:gd name="connsiteX13" fmla="*/ 126434 w 139705"/>
                <a:gd name="connsiteY13" fmla="*/ 73295 h 243087"/>
                <a:gd name="connsiteX14" fmla="*/ 122801 w 139705"/>
                <a:gd name="connsiteY14" fmla="*/ 83074 h 24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705" h="243087">
                  <a:moveTo>
                    <a:pt x="122801" y="83074"/>
                  </a:moveTo>
                  <a:cubicBezTo>
                    <a:pt x="116375" y="102074"/>
                    <a:pt x="112742" y="121633"/>
                    <a:pt x="109389" y="141471"/>
                  </a:cubicBezTo>
                  <a:cubicBezTo>
                    <a:pt x="106875" y="156001"/>
                    <a:pt x="107713" y="170809"/>
                    <a:pt x="109669" y="185339"/>
                  </a:cubicBezTo>
                  <a:cubicBezTo>
                    <a:pt x="110787" y="194001"/>
                    <a:pt x="112463" y="202662"/>
                    <a:pt x="114698" y="211324"/>
                  </a:cubicBezTo>
                  <a:cubicBezTo>
                    <a:pt x="115537" y="214677"/>
                    <a:pt x="121963" y="240942"/>
                    <a:pt x="122242" y="243736"/>
                  </a:cubicBezTo>
                  <a:cubicBezTo>
                    <a:pt x="122242" y="243736"/>
                    <a:pt x="8801" y="243736"/>
                    <a:pt x="2096" y="243736"/>
                  </a:cubicBezTo>
                  <a:cubicBezTo>
                    <a:pt x="3213" y="220265"/>
                    <a:pt x="30037" y="146221"/>
                    <a:pt x="11875" y="98442"/>
                  </a:cubicBezTo>
                  <a:cubicBezTo>
                    <a:pt x="-699" y="65192"/>
                    <a:pt x="16066" y="64354"/>
                    <a:pt x="27243" y="36692"/>
                  </a:cubicBezTo>
                  <a:cubicBezTo>
                    <a:pt x="30037" y="29986"/>
                    <a:pt x="32272" y="22442"/>
                    <a:pt x="36743" y="16574"/>
                  </a:cubicBezTo>
                  <a:cubicBezTo>
                    <a:pt x="41213" y="10986"/>
                    <a:pt x="48198" y="7075"/>
                    <a:pt x="55184" y="5398"/>
                  </a:cubicBezTo>
                  <a:cubicBezTo>
                    <a:pt x="58816" y="4560"/>
                    <a:pt x="62728" y="4001"/>
                    <a:pt x="66360" y="3722"/>
                  </a:cubicBezTo>
                  <a:cubicBezTo>
                    <a:pt x="86757" y="2045"/>
                    <a:pt x="134536" y="-3822"/>
                    <a:pt x="139007" y="25236"/>
                  </a:cubicBezTo>
                  <a:cubicBezTo>
                    <a:pt x="140125" y="33060"/>
                    <a:pt x="139007" y="41163"/>
                    <a:pt x="136492" y="48707"/>
                  </a:cubicBezTo>
                  <a:cubicBezTo>
                    <a:pt x="133698" y="57089"/>
                    <a:pt x="129787" y="65192"/>
                    <a:pt x="126434" y="73295"/>
                  </a:cubicBezTo>
                  <a:cubicBezTo>
                    <a:pt x="125316" y="76369"/>
                    <a:pt x="123919" y="79721"/>
                    <a:pt x="122801" y="83074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4132B820-0F7E-A610-1579-5A116FB16490}"/>
                </a:ext>
              </a:extLst>
            </p:cNvPr>
            <p:cNvSpPr/>
            <p:nvPr/>
          </p:nvSpPr>
          <p:spPr>
            <a:xfrm>
              <a:off x="1868590" y="2630137"/>
              <a:ext cx="131323" cy="78235"/>
            </a:xfrm>
            <a:custGeom>
              <a:avLst/>
              <a:gdLst>
                <a:gd name="connsiteX0" fmla="*/ 126154 w 131323"/>
                <a:gd name="connsiteY0" fmla="*/ 78375 h 78235"/>
                <a:gd name="connsiteX1" fmla="*/ 126713 w 131323"/>
                <a:gd name="connsiteY1" fmla="*/ 2096 h 78235"/>
                <a:gd name="connsiteX2" fmla="*/ 6566 w 131323"/>
                <a:gd name="connsiteY2" fmla="*/ 2096 h 78235"/>
                <a:gd name="connsiteX3" fmla="*/ 2096 w 131323"/>
                <a:gd name="connsiteY3" fmla="*/ 78375 h 78235"/>
                <a:gd name="connsiteX4" fmla="*/ 126154 w 131323"/>
                <a:gd name="connsiteY4" fmla="*/ 78375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323" h="78235">
                  <a:moveTo>
                    <a:pt x="126154" y="78375"/>
                  </a:moveTo>
                  <a:cubicBezTo>
                    <a:pt x="126154" y="78375"/>
                    <a:pt x="136492" y="52110"/>
                    <a:pt x="126713" y="2096"/>
                  </a:cubicBezTo>
                  <a:lnTo>
                    <a:pt x="6566" y="2096"/>
                  </a:lnTo>
                  <a:cubicBezTo>
                    <a:pt x="6566" y="2096"/>
                    <a:pt x="2375" y="37860"/>
                    <a:pt x="2096" y="78375"/>
                  </a:cubicBezTo>
                  <a:lnTo>
                    <a:pt x="126154" y="78375"/>
                  </a:ln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02A35AA9-E27C-1597-838A-B07596858EC7}"/>
                </a:ext>
              </a:extLst>
            </p:cNvPr>
            <p:cNvSpPr/>
            <p:nvPr/>
          </p:nvSpPr>
          <p:spPr>
            <a:xfrm>
              <a:off x="1967732" y="2833293"/>
              <a:ext cx="64265" cy="226323"/>
            </a:xfrm>
            <a:custGeom>
              <a:avLst/>
              <a:gdLst>
                <a:gd name="connsiteX0" fmla="*/ 3541 w 64264"/>
                <a:gd name="connsiteY0" fmla="*/ 38395 h 226323"/>
                <a:gd name="connsiteX1" fmla="*/ 46571 w 64264"/>
                <a:gd name="connsiteY1" fmla="*/ 19954 h 226323"/>
                <a:gd name="connsiteX2" fmla="*/ 61938 w 64264"/>
                <a:gd name="connsiteY2" fmla="*/ 220851 h 226323"/>
                <a:gd name="connsiteX3" fmla="*/ 58026 w 64264"/>
                <a:gd name="connsiteY3" fmla="*/ 223086 h 226323"/>
                <a:gd name="connsiteX4" fmla="*/ 45453 w 64264"/>
                <a:gd name="connsiteY4" fmla="*/ 220571 h 226323"/>
                <a:gd name="connsiteX5" fmla="*/ 38747 w 64264"/>
                <a:gd name="connsiteY5" fmla="*/ 226160 h 226323"/>
                <a:gd name="connsiteX6" fmla="*/ 3541 w 64264"/>
                <a:gd name="connsiteY6" fmla="*/ 38395 h 22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226323">
                  <a:moveTo>
                    <a:pt x="3541" y="38395"/>
                  </a:moveTo>
                  <a:cubicBezTo>
                    <a:pt x="-5959" y="-2119"/>
                    <a:pt x="33997" y="-9384"/>
                    <a:pt x="46571" y="19954"/>
                  </a:cubicBezTo>
                  <a:cubicBezTo>
                    <a:pt x="64453" y="61586"/>
                    <a:pt x="63056" y="194307"/>
                    <a:pt x="61938" y="220851"/>
                  </a:cubicBezTo>
                  <a:cubicBezTo>
                    <a:pt x="61938" y="224204"/>
                    <a:pt x="59982" y="223645"/>
                    <a:pt x="58026" y="223086"/>
                  </a:cubicBezTo>
                  <a:cubicBezTo>
                    <a:pt x="52438" y="221130"/>
                    <a:pt x="47688" y="220292"/>
                    <a:pt x="45453" y="220571"/>
                  </a:cubicBezTo>
                  <a:cubicBezTo>
                    <a:pt x="40982" y="221410"/>
                    <a:pt x="38747" y="226160"/>
                    <a:pt x="38747" y="226160"/>
                  </a:cubicBezTo>
                  <a:cubicBezTo>
                    <a:pt x="34835" y="189836"/>
                    <a:pt x="12762" y="77792"/>
                    <a:pt x="3541" y="38395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251FD89B-E76E-7AF0-106E-8EE31CDC17F4}"/>
                </a:ext>
              </a:extLst>
            </p:cNvPr>
            <p:cNvSpPr/>
            <p:nvPr/>
          </p:nvSpPr>
          <p:spPr>
            <a:xfrm>
              <a:off x="1932563" y="2635159"/>
              <a:ext cx="83823" cy="254264"/>
            </a:xfrm>
            <a:custGeom>
              <a:avLst/>
              <a:gdLst>
                <a:gd name="connsiteX0" fmla="*/ 2666 w 83823"/>
                <a:gd name="connsiteY0" fmla="*/ 78941 h 254264"/>
                <a:gd name="connsiteX1" fmla="*/ 47931 w 83823"/>
                <a:gd name="connsiteY1" fmla="*/ 6015 h 254264"/>
                <a:gd name="connsiteX2" fmla="*/ 66931 w 83823"/>
                <a:gd name="connsiteY2" fmla="*/ 40103 h 254264"/>
                <a:gd name="connsiteX3" fmla="*/ 81181 w 83823"/>
                <a:gd name="connsiteY3" fmla="*/ 215294 h 254264"/>
                <a:gd name="connsiteX4" fmla="*/ 41504 w 83823"/>
                <a:gd name="connsiteY4" fmla="*/ 240720 h 254264"/>
                <a:gd name="connsiteX5" fmla="*/ 2666 w 83823"/>
                <a:gd name="connsiteY5" fmla="*/ 78941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23" h="254264">
                  <a:moveTo>
                    <a:pt x="2666" y="78941"/>
                  </a:moveTo>
                  <a:cubicBezTo>
                    <a:pt x="-1525" y="28647"/>
                    <a:pt x="17754" y="-10750"/>
                    <a:pt x="47931" y="6015"/>
                  </a:cubicBezTo>
                  <a:cubicBezTo>
                    <a:pt x="60504" y="13000"/>
                    <a:pt x="65254" y="26971"/>
                    <a:pt x="66931" y="40103"/>
                  </a:cubicBezTo>
                  <a:cubicBezTo>
                    <a:pt x="68607" y="53235"/>
                    <a:pt x="77828" y="190426"/>
                    <a:pt x="81181" y="215294"/>
                  </a:cubicBezTo>
                  <a:cubicBezTo>
                    <a:pt x="88445" y="271176"/>
                    <a:pt x="45975" y="256088"/>
                    <a:pt x="41504" y="240720"/>
                  </a:cubicBezTo>
                  <a:cubicBezTo>
                    <a:pt x="29769" y="201603"/>
                    <a:pt x="4902" y="106323"/>
                    <a:pt x="2666" y="78941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5C9170CD-4776-FA7A-FA39-A93F5D746F0D}"/>
                </a:ext>
              </a:extLst>
            </p:cNvPr>
            <p:cNvSpPr/>
            <p:nvPr/>
          </p:nvSpPr>
          <p:spPr>
            <a:xfrm>
              <a:off x="1862106" y="2838186"/>
              <a:ext cx="50294" cy="237499"/>
            </a:xfrm>
            <a:custGeom>
              <a:avLst/>
              <a:gdLst>
                <a:gd name="connsiteX0" fmla="*/ 2153 w 50294"/>
                <a:gd name="connsiteY0" fmla="*/ 30987 h 237499"/>
                <a:gd name="connsiteX1" fmla="*/ 44903 w 50294"/>
                <a:gd name="connsiteY1" fmla="*/ 24840 h 237499"/>
                <a:gd name="connsiteX2" fmla="*/ 33168 w 50294"/>
                <a:gd name="connsiteY2" fmla="*/ 236634 h 237499"/>
                <a:gd name="connsiteX3" fmla="*/ 18359 w 50294"/>
                <a:gd name="connsiteY3" fmla="*/ 224061 h 237499"/>
                <a:gd name="connsiteX4" fmla="*/ 11374 w 50294"/>
                <a:gd name="connsiteY4" fmla="*/ 227972 h 237499"/>
                <a:gd name="connsiteX5" fmla="*/ 2153 w 50294"/>
                <a:gd name="connsiteY5" fmla="*/ 30987 h 2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294" h="237499">
                  <a:moveTo>
                    <a:pt x="2153" y="30987"/>
                  </a:moveTo>
                  <a:cubicBezTo>
                    <a:pt x="477" y="-6733"/>
                    <a:pt x="35962" y="-6174"/>
                    <a:pt x="44903" y="24840"/>
                  </a:cubicBezTo>
                  <a:cubicBezTo>
                    <a:pt x="58874" y="73179"/>
                    <a:pt x="34565" y="177399"/>
                    <a:pt x="33168" y="236634"/>
                  </a:cubicBezTo>
                  <a:cubicBezTo>
                    <a:pt x="27021" y="226296"/>
                    <a:pt x="21153" y="223781"/>
                    <a:pt x="18359" y="224061"/>
                  </a:cubicBezTo>
                  <a:cubicBezTo>
                    <a:pt x="13888" y="224340"/>
                    <a:pt x="11374" y="227972"/>
                    <a:pt x="11374" y="227972"/>
                  </a:cubicBezTo>
                  <a:cubicBezTo>
                    <a:pt x="12491" y="149737"/>
                    <a:pt x="3830" y="71502"/>
                    <a:pt x="2153" y="30987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6039695D-25E0-3427-F38E-C778D58D80A5}"/>
                </a:ext>
              </a:extLst>
            </p:cNvPr>
            <p:cNvSpPr/>
            <p:nvPr/>
          </p:nvSpPr>
          <p:spPr>
            <a:xfrm>
              <a:off x="1862139" y="2634667"/>
              <a:ext cx="75441" cy="254264"/>
            </a:xfrm>
            <a:custGeom>
              <a:avLst/>
              <a:gdLst>
                <a:gd name="connsiteX0" fmla="*/ 43473 w 75441"/>
                <a:gd name="connsiteY0" fmla="*/ 238418 h 254264"/>
                <a:gd name="connsiteX1" fmla="*/ 2399 w 75441"/>
                <a:gd name="connsiteY1" fmla="*/ 215506 h 254264"/>
                <a:gd name="connsiteX2" fmla="*/ 10223 w 75441"/>
                <a:gd name="connsiteY2" fmla="*/ 39477 h 254264"/>
                <a:gd name="connsiteX3" fmla="*/ 19723 w 75441"/>
                <a:gd name="connsiteY3" fmla="*/ 4272 h 254264"/>
                <a:gd name="connsiteX4" fmla="*/ 74487 w 75441"/>
                <a:gd name="connsiteY4" fmla="*/ 81668 h 254264"/>
                <a:gd name="connsiteX5" fmla="*/ 43473 w 75441"/>
                <a:gd name="connsiteY5" fmla="*/ 238418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41" h="254264">
                  <a:moveTo>
                    <a:pt x="43473" y="238418"/>
                  </a:moveTo>
                  <a:cubicBezTo>
                    <a:pt x="38723" y="253786"/>
                    <a:pt x="-1792" y="271668"/>
                    <a:pt x="2399" y="215506"/>
                  </a:cubicBezTo>
                  <a:cubicBezTo>
                    <a:pt x="4355" y="190639"/>
                    <a:pt x="9384" y="52889"/>
                    <a:pt x="10223" y="39477"/>
                  </a:cubicBezTo>
                  <a:cubicBezTo>
                    <a:pt x="11061" y="26066"/>
                    <a:pt x="13296" y="6786"/>
                    <a:pt x="19723" y="4272"/>
                  </a:cubicBezTo>
                  <a:cubicBezTo>
                    <a:pt x="51855" y="-7743"/>
                    <a:pt x="82870" y="31654"/>
                    <a:pt x="74487" y="81668"/>
                  </a:cubicBezTo>
                  <a:cubicBezTo>
                    <a:pt x="68899" y="115198"/>
                    <a:pt x="53252" y="206565"/>
                    <a:pt x="43473" y="238418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D889BC29-5AC7-A7F5-7082-425E31E9B1F2}"/>
                </a:ext>
              </a:extLst>
            </p:cNvPr>
            <p:cNvSpPr/>
            <p:nvPr/>
          </p:nvSpPr>
          <p:spPr>
            <a:xfrm>
              <a:off x="1899046" y="2501887"/>
              <a:ext cx="22353" cy="8382"/>
            </a:xfrm>
            <a:custGeom>
              <a:avLst/>
              <a:gdLst>
                <a:gd name="connsiteX0" fmla="*/ 4610 w 22352"/>
                <a:gd name="connsiteY0" fmla="*/ 6566 h 8382"/>
                <a:gd name="connsiteX1" fmla="*/ 21654 w 22352"/>
                <a:gd name="connsiteY1" fmla="*/ 6566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610" y="6566"/>
                  </a:moveTo>
                  <a:lnTo>
                    <a:pt x="21654" y="6566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7E7152F9-A357-03C9-64AE-7339AD11E575}"/>
                </a:ext>
              </a:extLst>
            </p:cNvPr>
            <p:cNvSpPr/>
            <p:nvPr/>
          </p:nvSpPr>
          <p:spPr>
            <a:xfrm>
              <a:off x="1850708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EE5D418C-57A4-E73A-7FD3-99226E8219B5}"/>
                </a:ext>
              </a:extLst>
            </p:cNvPr>
            <p:cNvSpPr/>
            <p:nvPr/>
          </p:nvSpPr>
          <p:spPr>
            <a:xfrm>
              <a:off x="1872502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4" name="Forma libre 133">
              <a:extLst>
                <a:ext uri="{FF2B5EF4-FFF2-40B4-BE49-F238E27FC236}">
                  <a16:creationId xmlns:a16="http://schemas.microsoft.com/office/drawing/2014/main" id="{F84FCB48-6582-5202-4A48-A13C7F16D8B8}"/>
                </a:ext>
              </a:extLst>
            </p:cNvPr>
            <p:cNvSpPr/>
            <p:nvPr/>
          </p:nvSpPr>
          <p:spPr>
            <a:xfrm>
              <a:off x="1836178" y="2511387"/>
              <a:ext cx="89412" cy="19559"/>
            </a:xfrm>
            <a:custGeom>
              <a:avLst/>
              <a:gdLst>
                <a:gd name="connsiteX0" fmla="*/ 10478 w 89411"/>
                <a:gd name="connsiteY0" fmla="*/ 17463 h 19558"/>
                <a:gd name="connsiteX1" fmla="*/ 89551 w 89411"/>
                <a:gd name="connsiteY1" fmla="*/ 17463 h 19558"/>
                <a:gd name="connsiteX2" fmla="*/ 81448 w 89411"/>
                <a:gd name="connsiteY2" fmla="*/ 2096 h 19558"/>
                <a:gd name="connsiteX3" fmla="*/ 2096 w 89411"/>
                <a:gd name="connsiteY3" fmla="*/ 2096 h 19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19558">
                  <a:moveTo>
                    <a:pt x="10478" y="17463"/>
                  </a:moveTo>
                  <a:lnTo>
                    <a:pt x="89551" y="17463"/>
                  </a:lnTo>
                  <a:lnTo>
                    <a:pt x="8144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5" name="Forma libre 134">
              <a:extLst>
                <a:ext uri="{FF2B5EF4-FFF2-40B4-BE49-F238E27FC236}">
                  <a16:creationId xmlns:a16="http://schemas.microsoft.com/office/drawing/2014/main" id="{4F8AF612-ED1E-4587-CFF6-24BE76BE5FD0}"/>
                </a:ext>
              </a:extLst>
            </p:cNvPr>
            <p:cNvSpPr/>
            <p:nvPr/>
          </p:nvSpPr>
          <p:spPr>
            <a:xfrm>
              <a:off x="1840649" y="2516417"/>
              <a:ext cx="22353" cy="13971"/>
            </a:xfrm>
            <a:custGeom>
              <a:avLst/>
              <a:gdLst>
                <a:gd name="connsiteX0" fmla="*/ 7684 w 22352"/>
                <a:gd name="connsiteY0" fmla="*/ 12993 h 13970"/>
                <a:gd name="connsiteX1" fmla="*/ 21375 w 22352"/>
                <a:gd name="connsiteY1" fmla="*/ 12993 h 13970"/>
                <a:gd name="connsiteX2" fmla="*/ 15507 w 22352"/>
                <a:gd name="connsiteY2" fmla="*/ 2096 h 13970"/>
                <a:gd name="connsiteX3" fmla="*/ 2096 w 22352"/>
                <a:gd name="connsiteY3" fmla="*/ 2096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13970">
                  <a:moveTo>
                    <a:pt x="7684" y="12993"/>
                  </a:moveTo>
                  <a:lnTo>
                    <a:pt x="21375" y="12993"/>
                  </a:lnTo>
                  <a:lnTo>
                    <a:pt x="15507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6" name="Forma libre 135">
              <a:extLst>
                <a:ext uri="{FF2B5EF4-FFF2-40B4-BE49-F238E27FC236}">
                  <a16:creationId xmlns:a16="http://schemas.microsoft.com/office/drawing/2014/main" id="{36459B03-F862-CDF6-87AD-41E460EA3FC1}"/>
                </a:ext>
              </a:extLst>
            </p:cNvPr>
            <p:cNvSpPr/>
            <p:nvPr/>
          </p:nvSpPr>
          <p:spPr>
            <a:xfrm>
              <a:off x="1891222" y="2514181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551 w 33529"/>
                <a:gd name="connsiteY1" fmla="*/ 4331 h 5588"/>
                <a:gd name="connsiteX2" fmla="*/ 3143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551" y="4331"/>
                  </a:lnTo>
                  <a:lnTo>
                    <a:pt x="3143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7" name="Forma libre 136">
              <a:extLst>
                <a:ext uri="{FF2B5EF4-FFF2-40B4-BE49-F238E27FC236}">
                  <a16:creationId xmlns:a16="http://schemas.microsoft.com/office/drawing/2014/main" id="{C50F2793-0396-325D-70F8-305DBB4186E6}"/>
                </a:ext>
              </a:extLst>
            </p:cNvPr>
            <p:cNvSpPr/>
            <p:nvPr/>
          </p:nvSpPr>
          <p:spPr>
            <a:xfrm>
              <a:off x="1883399" y="2520608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272 w 33529"/>
                <a:gd name="connsiteY1" fmla="*/ 4331 h 5588"/>
                <a:gd name="connsiteX2" fmla="*/ 3115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272" y="4331"/>
                  </a:lnTo>
                  <a:lnTo>
                    <a:pt x="31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8" name="Forma libre 137">
              <a:extLst>
                <a:ext uri="{FF2B5EF4-FFF2-40B4-BE49-F238E27FC236}">
                  <a16:creationId xmlns:a16="http://schemas.microsoft.com/office/drawing/2014/main" id="{64398474-7CCB-2F28-1B35-964F9967AC11}"/>
                </a:ext>
              </a:extLst>
            </p:cNvPr>
            <p:cNvSpPr/>
            <p:nvPr/>
          </p:nvSpPr>
          <p:spPr>
            <a:xfrm>
              <a:off x="1894855" y="2524520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786B6C4C-8737-C5D2-1B60-86DAB5CBA73E}"/>
                </a:ext>
              </a:extLst>
            </p:cNvPr>
            <p:cNvSpPr/>
            <p:nvPr/>
          </p:nvSpPr>
          <p:spPr>
            <a:xfrm>
              <a:off x="1875296" y="2533181"/>
              <a:ext cx="64265" cy="22353"/>
            </a:xfrm>
            <a:custGeom>
              <a:avLst/>
              <a:gdLst>
                <a:gd name="connsiteX0" fmla="*/ 12434 w 64264"/>
                <a:gd name="connsiteY0" fmla="*/ 21096 h 22352"/>
                <a:gd name="connsiteX1" fmla="*/ 62728 w 64264"/>
                <a:gd name="connsiteY1" fmla="*/ 21096 h 22352"/>
                <a:gd name="connsiteX2" fmla="*/ 52669 w 64264"/>
                <a:gd name="connsiteY2" fmla="*/ 2096 h 22352"/>
                <a:gd name="connsiteX3" fmla="*/ 2096 w 64264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64" h="22352">
                  <a:moveTo>
                    <a:pt x="12434" y="21096"/>
                  </a:moveTo>
                  <a:lnTo>
                    <a:pt x="62728" y="21096"/>
                  </a:lnTo>
                  <a:lnTo>
                    <a:pt x="52669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6061378E-339C-C532-0663-397B78469940}"/>
                </a:ext>
              </a:extLst>
            </p:cNvPr>
            <p:cNvSpPr/>
            <p:nvPr/>
          </p:nvSpPr>
          <p:spPr>
            <a:xfrm>
              <a:off x="1894855" y="2535976"/>
              <a:ext cx="30735" cy="5588"/>
            </a:xfrm>
            <a:custGeom>
              <a:avLst/>
              <a:gdLst>
                <a:gd name="connsiteX0" fmla="*/ 3213 w 30735"/>
                <a:gd name="connsiteY0" fmla="*/ 4331 h 5588"/>
                <a:gd name="connsiteX1" fmla="*/ 29198 w 30735"/>
                <a:gd name="connsiteY1" fmla="*/ 4331 h 5588"/>
                <a:gd name="connsiteX2" fmla="*/ 28081 w 30735"/>
                <a:gd name="connsiteY2" fmla="*/ 2096 h 5588"/>
                <a:gd name="connsiteX3" fmla="*/ 2096 w 30735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5" h="5588">
                  <a:moveTo>
                    <a:pt x="3213" y="4331"/>
                  </a:moveTo>
                  <a:lnTo>
                    <a:pt x="29198" y="4331"/>
                  </a:lnTo>
                  <a:lnTo>
                    <a:pt x="28081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F423E3C1-D8FC-426B-68D2-E5AC08AC65C2}"/>
                </a:ext>
              </a:extLst>
            </p:cNvPr>
            <p:cNvSpPr/>
            <p:nvPr/>
          </p:nvSpPr>
          <p:spPr>
            <a:xfrm>
              <a:off x="1903237" y="2539887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E7A0C7D6-BCB6-561C-5B9E-A9E136CE1062}"/>
                </a:ext>
              </a:extLst>
            </p:cNvPr>
            <p:cNvSpPr/>
            <p:nvPr/>
          </p:nvSpPr>
          <p:spPr>
            <a:xfrm>
              <a:off x="1911619" y="2543520"/>
              <a:ext cx="16765" cy="5588"/>
            </a:xfrm>
            <a:custGeom>
              <a:avLst/>
              <a:gdLst>
                <a:gd name="connsiteX0" fmla="*/ 3213 w 16764"/>
                <a:gd name="connsiteY0" fmla="*/ 4051 h 5588"/>
                <a:gd name="connsiteX1" fmla="*/ 16346 w 16764"/>
                <a:gd name="connsiteY1" fmla="*/ 4051 h 5588"/>
                <a:gd name="connsiteX2" fmla="*/ 15228 w 16764"/>
                <a:gd name="connsiteY2" fmla="*/ 2096 h 5588"/>
                <a:gd name="connsiteX3" fmla="*/ 2096 w 16764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" h="5588">
                  <a:moveTo>
                    <a:pt x="3213" y="4051"/>
                  </a:moveTo>
                  <a:lnTo>
                    <a:pt x="16346" y="4051"/>
                  </a:lnTo>
                  <a:lnTo>
                    <a:pt x="152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4DD303F2-3518-C14B-E564-B105B5FFB166}"/>
                </a:ext>
              </a:extLst>
            </p:cNvPr>
            <p:cNvSpPr/>
            <p:nvPr/>
          </p:nvSpPr>
          <p:spPr>
            <a:xfrm>
              <a:off x="1901840" y="2543520"/>
              <a:ext cx="11176" cy="5588"/>
            </a:xfrm>
            <a:custGeom>
              <a:avLst/>
              <a:gdLst>
                <a:gd name="connsiteX0" fmla="*/ 3213 w 11176"/>
                <a:gd name="connsiteY0" fmla="*/ 4051 h 5588"/>
                <a:gd name="connsiteX1" fmla="*/ 11316 w 11176"/>
                <a:gd name="connsiteY1" fmla="*/ 4051 h 5588"/>
                <a:gd name="connsiteX2" fmla="*/ 10198 w 11176"/>
                <a:gd name="connsiteY2" fmla="*/ 2096 h 5588"/>
                <a:gd name="connsiteX3" fmla="*/ 2096 w 11176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6" h="5588">
                  <a:moveTo>
                    <a:pt x="3213" y="4051"/>
                  </a:moveTo>
                  <a:lnTo>
                    <a:pt x="11316" y="4051"/>
                  </a:lnTo>
                  <a:lnTo>
                    <a:pt x="1019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4" name="Forma libre 143">
              <a:extLst>
                <a:ext uri="{FF2B5EF4-FFF2-40B4-BE49-F238E27FC236}">
                  <a16:creationId xmlns:a16="http://schemas.microsoft.com/office/drawing/2014/main" id="{64D28711-15F3-D410-F873-49229E10750C}"/>
                </a:ext>
              </a:extLst>
            </p:cNvPr>
            <p:cNvSpPr/>
            <p:nvPr/>
          </p:nvSpPr>
          <p:spPr>
            <a:xfrm>
              <a:off x="1908825" y="2547152"/>
              <a:ext cx="22353" cy="5588"/>
            </a:xfrm>
            <a:custGeom>
              <a:avLst/>
              <a:gdLst>
                <a:gd name="connsiteX0" fmla="*/ 3213 w 22352"/>
                <a:gd name="connsiteY0" fmla="*/ 4331 h 5588"/>
                <a:gd name="connsiteX1" fmla="*/ 21096 w 22352"/>
                <a:gd name="connsiteY1" fmla="*/ 4331 h 5588"/>
                <a:gd name="connsiteX2" fmla="*/ 19978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331"/>
                  </a:moveTo>
                  <a:lnTo>
                    <a:pt x="21096" y="4331"/>
                  </a:lnTo>
                  <a:lnTo>
                    <a:pt x="1997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0ED9424A-0519-D545-2B0D-E0A83F1FDE33}"/>
                </a:ext>
              </a:extLst>
            </p:cNvPr>
            <p:cNvSpPr/>
            <p:nvPr/>
          </p:nvSpPr>
          <p:spPr>
            <a:xfrm>
              <a:off x="1821928" y="2444887"/>
              <a:ext cx="89412" cy="53088"/>
            </a:xfrm>
            <a:custGeom>
              <a:avLst/>
              <a:gdLst>
                <a:gd name="connsiteX0" fmla="*/ 28360 w 89411"/>
                <a:gd name="connsiteY0" fmla="*/ 50993 h 53088"/>
                <a:gd name="connsiteX1" fmla="*/ 89272 w 89411"/>
                <a:gd name="connsiteY1" fmla="*/ 50993 h 53088"/>
                <a:gd name="connsiteX2" fmla="*/ 62728 w 89411"/>
                <a:gd name="connsiteY2" fmla="*/ 2096 h 53088"/>
                <a:gd name="connsiteX3" fmla="*/ 2096 w 89411"/>
                <a:gd name="connsiteY3" fmla="*/ 2096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53088">
                  <a:moveTo>
                    <a:pt x="28360" y="50993"/>
                  </a:moveTo>
                  <a:lnTo>
                    <a:pt x="89272" y="50993"/>
                  </a:lnTo>
                  <a:lnTo>
                    <a:pt x="627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638371C2-0C78-5163-65F1-26FF3B6842E4}"/>
                </a:ext>
              </a:extLst>
            </p:cNvPr>
            <p:cNvSpPr/>
            <p:nvPr/>
          </p:nvSpPr>
          <p:spPr>
            <a:xfrm>
              <a:off x="1846516" y="2533181"/>
              <a:ext cx="36323" cy="22353"/>
            </a:xfrm>
            <a:custGeom>
              <a:avLst/>
              <a:gdLst>
                <a:gd name="connsiteX0" fmla="*/ 12434 w 36323"/>
                <a:gd name="connsiteY0" fmla="*/ 21096 h 22352"/>
                <a:gd name="connsiteX1" fmla="*/ 36184 w 36323"/>
                <a:gd name="connsiteY1" fmla="*/ 21096 h 22352"/>
                <a:gd name="connsiteX2" fmla="*/ 25846 w 36323"/>
                <a:gd name="connsiteY2" fmla="*/ 2096 h 22352"/>
                <a:gd name="connsiteX3" fmla="*/ 2096 w 36323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22352">
                  <a:moveTo>
                    <a:pt x="12434" y="21096"/>
                  </a:moveTo>
                  <a:lnTo>
                    <a:pt x="36184" y="21096"/>
                  </a:lnTo>
                  <a:lnTo>
                    <a:pt x="25846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7" name="Forma libre 146">
              <a:extLst>
                <a:ext uri="{FF2B5EF4-FFF2-40B4-BE49-F238E27FC236}">
                  <a16:creationId xmlns:a16="http://schemas.microsoft.com/office/drawing/2014/main" id="{50226395-E15B-35AE-9F60-5451755EFE3F}"/>
                </a:ext>
              </a:extLst>
            </p:cNvPr>
            <p:cNvSpPr/>
            <p:nvPr/>
          </p:nvSpPr>
          <p:spPr>
            <a:xfrm>
              <a:off x="1858761" y="2537093"/>
              <a:ext cx="11176" cy="8382"/>
            </a:xfrm>
            <a:custGeom>
              <a:avLst/>
              <a:gdLst>
                <a:gd name="connsiteX0" fmla="*/ 7454 w 11176"/>
                <a:gd name="connsiteY0" fmla="*/ 8522 h 8382"/>
                <a:gd name="connsiteX1" fmla="*/ 7454 w 11176"/>
                <a:gd name="connsiteY1" fmla="*/ 8522 h 8382"/>
                <a:gd name="connsiteX2" fmla="*/ 9130 w 11176"/>
                <a:gd name="connsiteY2" fmla="*/ 6007 h 8382"/>
                <a:gd name="connsiteX3" fmla="*/ 8292 w 11176"/>
                <a:gd name="connsiteY3" fmla="*/ 4610 h 8382"/>
                <a:gd name="connsiteX4" fmla="*/ 4101 w 11176"/>
                <a:gd name="connsiteY4" fmla="*/ 2096 h 8382"/>
                <a:gd name="connsiteX5" fmla="*/ 4101 w 11176"/>
                <a:gd name="connsiteY5" fmla="*/ 2096 h 8382"/>
                <a:gd name="connsiteX6" fmla="*/ 2424 w 11176"/>
                <a:gd name="connsiteY6" fmla="*/ 4610 h 8382"/>
                <a:gd name="connsiteX7" fmla="*/ 3263 w 11176"/>
                <a:gd name="connsiteY7" fmla="*/ 6007 h 8382"/>
                <a:gd name="connsiteX8" fmla="*/ 7454 w 11176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76" h="8382">
                  <a:moveTo>
                    <a:pt x="7454" y="8522"/>
                  </a:moveTo>
                  <a:lnTo>
                    <a:pt x="7454" y="8522"/>
                  </a:lnTo>
                  <a:cubicBezTo>
                    <a:pt x="9130" y="8522"/>
                    <a:pt x="9969" y="7404"/>
                    <a:pt x="9130" y="6007"/>
                  </a:cubicBezTo>
                  <a:lnTo>
                    <a:pt x="8292" y="4610"/>
                  </a:lnTo>
                  <a:cubicBezTo>
                    <a:pt x="7454" y="3213"/>
                    <a:pt x="5498" y="2096"/>
                    <a:pt x="4101" y="2096"/>
                  </a:cubicBezTo>
                  <a:lnTo>
                    <a:pt x="4101" y="2096"/>
                  </a:lnTo>
                  <a:cubicBezTo>
                    <a:pt x="2424" y="2096"/>
                    <a:pt x="1586" y="3213"/>
                    <a:pt x="2424" y="4610"/>
                  </a:cubicBezTo>
                  <a:lnTo>
                    <a:pt x="3263" y="6007"/>
                  </a:lnTo>
                  <a:cubicBezTo>
                    <a:pt x="3821" y="7404"/>
                    <a:pt x="5777" y="8522"/>
                    <a:pt x="7454" y="8522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0585DD09-DFBB-EDD9-2236-9CB43F1B7F15}"/>
                </a:ext>
              </a:extLst>
            </p:cNvPr>
            <p:cNvSpPr/>
            <p:nvPr/>
          </p:nvSpPr>
          <p:spPr>
            <a:xfrm>
              <a:off x="1858531" y="2542402"/>
              <a:ext cx="16765" cy="8382"/>
            </a:xfrm>
            <a:custGeom>
              <a:avLst/>
              <a:gdLst>
                <a:gd name="connsiteX0" fmla="*/ 6846 w 16764"/>
                <a:gd name="connsiteY0" fmla="*/ 2096 h 8382"/>
                <a:gd name="connsiteX1" fmla="*/ 14949 w 16764"/>
                <a:gd name="connsiteY1" fmla="*/ 5449 h 8382"/>
                <a:gd name="connsiteX2" fmla="*/ 14390 w 16764"/>
                <a:gd name="connsiteY2" fmla="*/ 7963 h 8382"/>
                <a:gd name="connsiteX3" fmla="*/ 5448 w 16764"/>
                <a:gd name="connsiteY3" fmla="*/ 7963 h 8382"/>
                <a:gd name="connsiteX4" fmla="*/ 2096 w 16764"/>
                <a:gd name="connsiteY4" fmla="*/ 5449 h 8382"/>
                <a:gd name="connsiteX5" fmla="*/ 6846 w 16764"/>
                <a:gd name="connsiteY5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64" h="8382">
                  <a:moveTo>
                    <a:pt x="6846" y="2096"/>
                  </a:moveTo>
                  <a:cubicBezTo>
                    <a:pt x="9640" y="2096"/>
                    <a:pt x="12993" y="3493"/>
                    <a:pt x="14949" y="5449"/>
                  </a:cubicBezTo>
                  <a:cubicBezTo>
                    <a:pt x="16346" y="6566"/>
                    <a:pt x="15787" y="7963"/>
                    <a:pt x="14390" y="7963"/>
                  </a:cubicBezTo>
                  <a:lnTo>
                    <a:pt x="5448" y="7963"/>
                  </a:lnTo>
                  <a:cubicBezTo>
                    <a:pt x="3772" y="7963"/>
                    <a:pt x="2096" y="6566"/>
                    <a:pt x="2096" y="5449"/>
                  </a:cubicBezTo>
                  <a:cubicBezTo>
                    <a:pt x="2375" y="3493"/>
                    <a:pt x="4051" y="2096"/>
                    <a:pt x="6846" y="2096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233BCC56-AF8D-F8AD-64E2-2AABA9802428}"/>
                </a:ext>
              </a:extLst>
            </p:cNvPr>
            <p:cNvSpPr/>
            <p:nvPr/>
          </p:nvSpPr>
          <p:spPr>
            <a:xfrm>
              <a:off x="1808796" y="2452990"/>
              <a:ext cx="44706" cy="61470"/>
            </a:xfrm>
            <a:custGeom>
              <a:avLst/>
              <a:gdLst>
                <a:gd name="connsiteX0" fmla="*/ 12993 w 44705"/>
                <a:gd name="connsiteY0" fmla="*/ 2096 h 61470"/>
                <a:gd name="connsiteX1" fmla="*/ 2096 w 44705"/>
                <a:gd name="connsiteY1" fmla="*/ 2096 h 61470"/>
                <a:gd name="connsiteX2" fmla="*/ 33110 w 44705"/>
                <a:gd name="connsiteY2" fmla="*/ 59654 h 61470"/>
                <a:gd name="connsiteX3" fmla="*/ 44007 w 44705"/>
                <a:gd name="connsiteY3" fmla="*/ 59654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705" h="61470">
                  <a:moveTo>
                    <a:pt x="12993" y="2096"/>
                  </a:moveTo>
                  <a:lnTo>
                    <a:pt x="2096" y="2096"/>
                  </a:lnTo>
                  <a:lnTo>
                    <a:pt x="33110" y="59654"/>
                  </a:lnTo>
                  <a:lnTo>
                    <a:pt x="44007" y="59654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064431E6-D6B1-9E93-3D60-7967772D1FAB}"/>
                </a:ext>
              </a:extLst>
            </p:cNvPr>
            <p:cNvSpPr/>
            <p:nvPr/>
          </p:nvSpPr>
          <p:spPr>
            <a:xfrm>
              <a:off x="1898766" y="2275844"/>
              <a:ext cx="53088" cy="108970"/>
            </a:xfrm>
            <a:custGeom>
              <a:avLst/>
              <a:gdLst>
                <a:gd name="connsiteX0" fmla="*/ 11316 w 53088"/>
                <a:gd name="connsiteY0" fmla="*/ 26963 h 108970"/>
                <a:gd name="connsiteX1" fmla="*/ 2096 w 53088"/>
                <a:gd name="connsiteY1" fmla="*/ 108551 h 108970"/>
                <a:gd name="connsiteX2" fmla="*/ 48757 w 53088"/>
                <a:gd name="connsiteY2" fmla="*/ 86757 h 108970"/>
                <a:gd name="connsiteX3" fmla="*/ 24728 w 53088"/>
                <a:gd name="connsiteY3" fmla="*/ 2096 h 10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8" h="108970">
                  <a:moveTo>
                    <a:pt x="11316" y="26963"/>
                  </a:moveTo>
                  <a:cubicBezTo>
                    <a:pt x="10198" y="55184"/>
                    <a:pt x="6007" y="100728"/>
                    <a:pt x="2096" y="108551"/>
                  </a:cubicBezTo>
                  <a:cubicBezTo>
                    <a:pt x="2096" y="108551"/>
                    <a:pt x="41213" y="106316"/>
                    <a:pt x="48757" y="86757"/>
                  </a:cubicBezTo>
                  <a:cubicBezTo>
                    <a:pt x="56581" y="67198"/>
                    <a:pt x="46522" y="4331"/>
                    <a:pt x="24728" y="2096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DA0353E0-A566-4184-620B-EDE6DA1E3235}"/>
                </a:ext>
              </a:extLst>
            </p:cNvPr>
            <p:cNvSpPr/>
            <p:nvPr/>
          </p:nvSpPr>
          <p:spPr>
            <a:xfrm>
              <a:off x="1788399" y="2463329"/>
              <a:ext cx="139706" cy="97794"/>
            </a:xfrm>
            <a:custGeom>
              <a:avLst/>
              <a:gdLst>
                <a:gd name="connsiteX0" fmla="*/ 52948 w 139705"/>
                <a:gd name="connsiteY0" fmla="*/ 96537 h 97793"/>
                <a:gd name="connsiteX1" fmla="*/ 139007 w 139705"/>
                <a:gd name="connsiteY1" fmla="*/ 96537 h 97793"/>
                <a:gd name="connsiteX2" fmla="*/ 88154 w 139705"/>
                <a:gd name="connsiteY2" fmla="*/ 2096 h 97793"/>
                <a:gd name="connsiteX3" fmla="*/ 2096 w 139705"/>
                <a:gd name="connsiteY3" fmla="*/ 2096 h 97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705" h="97793">
                  <a:moveTo>
                    <a:pt x="52948" y="96537"/>
                  </a:moveTo>
                  <a:lnTo>
                    <a:pt x="139007" y="96537"/>
                  </a:lnTo>
                  <a:lnTo>
                    <a:pt x="88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D91C1C88-FFED-F462-9A45-F64BC6C268A7}"/>
                </a:ext>
              </a:extLst>
            </p:cNvPr>
            <p:cNvSpPr/>
            <p:nvPr/>
          </p:nvSpPr>
          <p:spPr>
            <a:xfrm>
              <a:off x="1889585" y="2509959"/>
              <a:ext cx="25147" cy="13971"/>
            </a:xfrm>
            <a:custGeom>
              <a:avLst/>
              <a:gdLst>
                <a:gd name="connsiteX0" fmla="*/ 22174 w 25147"/>
                <a:gd name="connsiteY0" fmla="*/ 11348 h 13970"/>
                <a:gd name="connsiteX1" fmla="*/ 3733 w 25147"/>
                <a:gd name="connsiteY1" fmla="*/ 2127 h 13970"/>
                <a:gd name="connsiteX2" fmla="*/ 11556 w 25147"/>
                <a:gd name="connsiteY2" fmla="*/ 12186 h 13970"/>
                <a:gd name="connsiteX3" fmla="*/ 22174 w 25147"/>
                <a:gd name="connsiteY3" fmla="*/ 11348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7" h="13970">
                  <a:moveTo>
                    <a:pt x="22174" y="11348"/>
                  </a:moveTo>
                  <a:cubicBezTo>
                    <a:pt x="16586" y="6877"/>
                    <a:pt x="9042" y="2686"/>
                    <a:pt x="3733" y="2127"/>
                  </a:cubicBezTo>
                  <a:cubicBezTo>
                    <a:pt x="-1576" y="1568"/>
                    <a:pt x="7365" y="8554"/>
                    <a:pt x="11556" y="12186"/>
                  </a:cubicBezTo>
                  <a:cubicBezTo>
                    <a:pt x="15747" y="15539"/>
                    <a:pt x="27203" y="14980"/>
                    <a:pt x="22174" y="11348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3" name="Forma libre 152">
              <a:extLst>
                <a:ext uri="{FF2B5EF4-FFF2-40B4-BE49-F238E27FC236}">
                  <a16:creationId xmlns:a16="http://schemas.microsoft.com/office/drawing/2014/main" id="{CD389CC7-E17A-9ECD-D560-D87B8A8244F6}"/>
                </a:ext>
              </a:extLst>
            </p:cNvPr>
            <p:cNvSpPr/>
            <p:nvPr/>
          </p:nvSpPr>
          <p:spPr>
            <a:xfrm>
              <a:off x="1870787" y="2515242"/>
              <a:ext cx="44706" cy="22353"/>
            </a:xfrm>
            <a:custGeom>
              <a:avLst/>
              <a:gdLst>
                <a:gd name="connsiteX0" fmla="*/ 33148 w 44705"/>
                <a:gd name="connsiteY0" fmla="*/ 6064 h 22352"/>
                <a:gd name="connsiteX1" fmla="*/ 4369 w 44705"/>
                <a:gd name="connsiteY1" fmla="*/ 2991 h 22352"/>
                <a:gd name="connsiteX2" fmla="*/ 12472 w 44705"/>
                <a:gd name="connsiteY2" fmla="*/ 16402 h 22352"/>
                <a:gd name="connsiteX3" fmla="*/ 40133 w 44705"/>
                <a:gd name="connsiteY3" fmla="*/ 20873 h 22352"/>
                <a:gd name="connsiteX4" fmla="*/ 33148 w 44705"/>
                <a:gd name="connsiteY4" fmla="*/ 6064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05" h="22352">
                  <a:moveTo>
                    <a:pt x="33148" y="6064"/>
                  </a:moveTo>
                  <a:cubicBezTo>
                    <a:pt x="18619" y="3829"/>
                    <a:pt x="11075" y="476"/>
                    <a:pt x="4369" y="2991"/>
                  </a:cubicBezTo>
                  <a:cubicBezTo>
                    <a:pt x="-2337" y="5505"/>
                    <a:pt x="7442" y="15005"/>
                    <a:pt x="12472" y="16402"/>
                  </a:cubicBezTo>
                  <a:cubicBezTo>
                    <a:pt x="17501" y="17799"/>
                    <a:pt x="35104" y="24505"/>
                    <a:pt x="40133" y="20873"/>
                  </a:cubicBezTo>
                  <a:cubicBezTo>
                    <a:pt x="45442" y="17520"/>
                    <a:pt x="44045" y="7461"/>
                    <a:pt x="33148" y="6064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35048283-7120-AAD1-02F1-68203E13ED61}"/>
                </a:ext>
              </a:extLst>
            </p:cNvPr>
            <p:cNvSpPr/>
            <p:nvPr/>
          </p:nvSpPr>
          <p:spPr>
            <a:xfrm>
              <a:off x="1976545" y="2397296"/>
              <a:ext cx="44706" cy="148088"/>
            </a:xfrm>
            <a:custGeom>
              <a:avLst/>
              <a:gdLst>
                <a:gd name="connsiteX0" fmla="*/ 42229 w 44705"/>
                <a:gd name="connsiteY0" fmla="*/ 139378 h 148087"/>
                <a:gd name="connsiteX1" fmla="*/ 42787 w 44705"/>
                <a:gd name="connsiteY1" fmla="*/ 63657 h 148087"/>
                <a:gd name="connsiteX2" fmla="*/ 35802 w 44705"/>
                <a:gd name="connsiteY2" fmla="*/ 15319 h 148087"/>
                <a:gd name="connsiteX3" fmla="*/ 14287 w 44705"/>
                <a:gd name="connsiteY3" fmla="*/ 5819 h 148087"/>
                <a:gd name="connsiteX4" fmla="*/ 2273 w 44705"/>
                <a:gd name="connsiteY4" fmla="*/ 41304 h 148087"/>
                <a:gd name="connsiteX5" fmla="*/ 15684 w 44705"/>
                <a:gd name="connsiteY5" fmla="*/ 132113 h 148087"/>
                <a:gd name="connsiteX6" fmla="*/ 42229 w 44705"/>
                <a:gd name="connsiteY6" fmla="*/ 139378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705" h="148087">
                  <a:moveTo>
                    <a:pt x="42229" y="139378"/>
                  </a:moveTo>
                  <a:cubicBezTo>
                    <a:pt x="44464" y="130437"/>
                    <a:pt x="46978" y="110319"/>
                    <a:pt x="42787" y="63657"/>
                  </a:cubicBezTo>
                  <a:cubicBezTo>
                    <a:pt x="40273" y="35157"/>
                    <a:pt x="37758" y="23702"/>
                    <a:pt x="35802" y="15319"/>
                  </a:cubicBezTo>
                  <a:cubicBezTo>
                    <a:pt x="32729" y="510"/>
                    <a:pt x="19596" y="-607"/>
                    <a:pt x="14287" y="5819"/>
                  </a:cubicBezTo>
                  <a:cubicBezTo>
                    <a:pt x="5346" y="15878"/>
                    <a:pt x="1155" y="33202"/>
                    <a:pt x="2273" y="41304"/>
                  </a:cubicBezTo>
                  <a:cubicBezTo>
                    <a:pt x="9258" y="86569"/>
                    <a:pt x="15405" y="120378"/>
                    <a:pt x="15684" y="132113"/>
                  </a:cubicBezTo>
                  <a:cubicBezTo>
                    <a:pt x="15964" y="148878"/>
                    <a:pt x="39714" y="149716"/>
                    <a:pt x="42229" y="139378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A2608868-BE9F-D8DD-7BC6-1448839575B7}"/>
                </a:ext>
              </a:extLst>
            </p:cNvPr>
            <p:cNvSpPr/>
            <p:nvPr/>
          </p:nvSpPr>
          <p:spPr>
            <a:xfrm>
              <a:off x="1903140" y="2516871"/>
              <a:ext cx="117353" cy="30735"/>
            </a:xfrm>
            <a:custGeom>
              <a:avLst/>
              <a:gdLst>
                <a:gd name="connsiteX0" fmla="*/ 4149 w 117352"/>
                <a:gd name="connsiteY0" fmla="*/ 17009 h 30735"/>
                <a:gd name="connsiteX1" fmla="*/ 37399 w 117352"/>
                <a:gd name="connsiteY1" fmla="*/ 22318 h 30735"/>
                <a:gd name="connsiteX2" fmla="*/ 101663 w 117352"/>
                <a:gd name="connsiteY2" fmla="*/ 29303 h 30735"/>
                <a:gd name="connsiteX3" fmla="*/ 104457 w 117352"/>
                <a:gd name="connsiteY3" fmla="*/ 3039 h 30735"/>
                <a:gd name="connsiteX4" fmla="*/ 8060 w 117352"/>
                <a:gd name="connsiteY4" fmla="*/ 3039 h 30735"/>
                <a:gd name="connsiteX5" fmla="*/ 4149 w 117352"/>
                <a:gd name="connsiteY5" fmla="*/ 17009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52" h="30735">
                  <a:moveTo>
                    <a:pt x="4149" y="17009"/>
                  </a:moveTo>
                  <a:cubicBezTo>
                    <a:pt x="8899" y="22318"/>
                    <a:pt x="15325" y="17289"/>
                    <a:pt x="37399" y="22318"/>
                  </a:cubicBezTo>
                  <a:cubicBezTo>
                    <a:pt x="68693" y="29583"/>
                    <a:pt x="77634" y="29862"/>
                    <a:pt x="101663" y="29303"/>
                  </a:cubicBezTo>
                  <a:cubicBezTo>
                    <a:pt x="117310" y="29024"/>
                    <a:pt x="123178" y="6392"/>
                    <a:pt x="104457" y="3039"/>
                  </a:cubicBezTo>
                  <a:cubicBezTo>
                    <a:pt x="88531" y="244"/>
                    <a:pt x="17840" y="4715"/>
                    <a:pt x="8060" y="3039"/>
                  </a:cubicBezTo>
                  <a:cubicBezTo>
                    <a:pt x="1634" y="1921"/>
                    <a:pt x="516" y="12818"/>
                    <a:pt x="4149" y="17009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50491FC9-CDF8-8283-C7DA-59E14812DE70}"/>
                </a:ext>
              </a:extLst>
            </p:cNvPr>
            <p:cNvSpPr/>
            <p:nvPr/>
          </p:nvSpPr>
          <p:spPr>
            <a:xfrm>
              <a:off x="1909378" y="2269697"/>
              <a:ext cx="81029" cy="114559"/>
            </a:xfrm>
            <a:custGeom>
              <a:avLst/>
              <a:gdLst>
                <a:gd name="connsiteX0" fmla="*/ 79778 w 81029"/>
                <a:gd name="connsiteY0" fmla="*/ 61890 h 114558"/>
                <a:gd name="connsiteX1" fmla="*/ 66366 w 81029"/>
                <a:gd name="connsiteY1" fmla="*/ 100448 h 114558"/>
                <a:gd name="connsiteX2" fmla="*/ 30043 w 81029"/>
                <a:gd name="connsiteY2" fmla="*/ 114698 h 114558"/>
                <a:gd name="connsiteX3" fmla="*/ 6293 w 81029"/>
                <a:gd name="connsiteY3" fmla="*/ 91787 h 114558"/>
                <a:gd name="connsiteX4" fmla="*/ 3499 w 81029"/>
                <a:gd name="connsiteY4" fmla="*/ 31154 h 114558"/>
                <a:gd name="connsiteX5" fmla="*/ 38146 w 81029"/>
                <a:gd name="connsiteY5" fmla="*/ 2096 h 114558"/>
                <a:gd name="connsiteX6" fmla="*/ 79778 w 81029"/>
                <a:gd name="connsiteY6" fmla="*/ 61890 h 11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029" h="114558">
                  <a:moveTo>
                    <a:pt x="79778" y="61890"/>
                  </a:moveTo>
                  <a:cubicBezTo>
                    <a:pt x="77543" y="85640"/>
                    <a:pt x="76705" y="90948"/>
                    <a:pt x="66366" y="100448"/>
                  </a:cubicBezTo>
                  <a:cubicBezTo>
                    <a:pt x="56028" y="110228"/>
                    <a:pt x="41219" y="114698"/>
                    <a:pt x="30043" y="114698"/>
                  </a:cubicBezTo>
                  <a:cubicBezTo>
                    <a:pt x="18028" y="114698"/>
                    <a:pt x="8808" y="101845"/>
                    <a:pt x="6293" y="91787"/>
                  </a:cubicBezTo>
                  <a:cubicBezTo>
                    <a:pt x="3499" y="81448"/>
                    <a:pt x="146" y="57140"/>
                    <a:pt x="3499" y="31154"/>
                  </a:cubicBezTo>
                  <a:cubicBezTo>
                    <a:pt x="5175" y="18022"/>
                    <a:pt x="21381" y="2096"/>
                    <a:pt x="38146" y="2096"/>
                  </a:cubicBezTo>
                  <a:cubicBezTo>
                    <a:pt x="54631" y="2096"/>
                    <a:pt x="85366" y="4051"/>
                    <a:pt x="79778" y="6189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E2B304AF-AE71-CDC6-CFEF-CE9DCFEF0463}"/>
                </a:ext>
              </a:extLst>
            </p:cNvPr>
            <p:cNvSpPr/>
            <p:nvPr/>
          </p:nvSpPr>
          <p:spPr>
            <a:xfrm>
              <a:off x="1795859" y="2479078"/>
              <a:ext cx="22353" cy="27941"/>
            </a:xfrm>
            <a:custGeom>
              <a:avLst/>
              <a:gdLst>
                <a:gd name="connsiteX0" fmla="*/ 18944 w 22352"/>
                <a:gd name="connsiteY0" fmla="*/ 15685 h 27941"/>
                <a:gd name="connsiteX1" fmla="*/ 12239 w 22352"/>
                <a:gd name="connsiteY1" fmla="*/ 3391 h 27941"/>
                <a:gd name="connsiteX2" fmla="*/ 2739 w 22352"/>
                <a:gd name="connsiteY2" fmla="*/ 5626 h 27941"/>
                <a:gd name="connsiteX3" fmla="*/ 5533 w 22352"/>
                <a:gd name="connsiteY3" fmla="*/ 21832 h 27941"/>
                <a:gd name="connsiteX4" fmla="*/ 18106 w 22352"/>
                <a:gd name="connsiteY4" fmla="*/ 26023 h 27941"/>
                <a:gd name="connsiteX5" fmla="*/ 18944 w 22352"/>
                <a:gd name="connsiteY5" fmla="*/ 15685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2" h="27941">
                  <a:moveTo>
                    <a:pt x="18944" y="15685"/>
                  </a:moveTo>
                  <a:cubicBezTo>
                    <a:pt x="16989" y="12052"/>
                    <a:pt x="13636" y="6464"/>
                    <a:pt x="12239" y="3391"/>
                  </a:cubicBezTo>
                  <a:cubicBezTo>
                    <a:pt x="10841" y="317"/>
                    <a:pt x="3577" y="3391"/>
                    <a:pt x="2739" y="5626"/>
                  </a:cubicBezTo>
                  <a:cubicBezTo>
                    <a:pt x="1621" y="8979"/>
                    <a:pt x="1621" y="18479"/>
                    <a:pt x="5533" y="21832"/>
                  </a:cubicBezTo>
                  <a:cubicBezTo>
                    <a:pt x="8886" y="24905"/>
                    <a:pt x="13915" y="26302"/>
                    <a:pt x="18106" y="26023"/>
                  </a:cubicBezTo>
                  <a:cubicBezTo>
                    <a:pt x="22018" y="25744"/>
                    <a:pt x="22018" y="21552"/>
                    <a:pt x="18944" y="15685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7A843B36-D695-5445-3281-34EBAD2A1DE6}"/>
                </a:ext>
              </a:extLst>
            </p:cNvPr>
            <p:cNvSpPr/>
            <p:nvPr/>
          </p:nvSpPr>
          <p:spPr>
            <a:xfrm>
              <a:off x="1832095" y="3059087"/>
              <a:ext cx="64265" cy="30735"/>
            </a:xfrm>
            <a:custGeom>
              <a:avLst/>
              <a:gdLst>
                <a:gd name="connsiteX0" fmla="*/ 39988 w 64264"/>
                <a:gd name="connsiteY0" fmla="*/ 6792 h 30735"/>
                <a:gd name="connsiteX1" fmla="*/ 22944 w 64264"/>
                <a:gd name="connsiteY1" fmla="*/ 19645 h 30735"/>
                <a:gd name="connsiteX2" fmla="*/ 5341 w 64264"/>
                <a:gd name="connsiteY2" fmla="*/ 29145 h 30735"/>
                <a:gd name="connsiteX3" fmla="*/ 34959 w 64264"/>
                <a:gd name="connsiteY3" fmla="*/ 29424 h 30735"/>
                <a:gd name="connsiteX4" fmla="*/ 54797 w 64264"/>
                <a:gd name="connsiteY4" fmla="*/ 28307 h 30735"/>
                <a:gd name="connsiteX5" fmla="*/ 63459 w 64264"/>
                <a:gd name="connsiteY5" fmla="*/ 16572 h 30735"/>
                <a:gd name="connsiteX6" fmla="*/ 39988 w 64264"/>
                <a:gd name="connsiteY6" fmla="*/ 6792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30735">
                  <a:moveTo>
                    <a:pt x="39988" y="6792"/>
                  </a:moveTo>
                  <a:cubicBezTo>
                    <a:pt x="38591" y="9586"/>
                    <a:pt x="32164" y="15733"/>
                    <a:pt x="22944" y="19645"/>
                  </a:cubicBezTo>
                  <a:cubicBezTo>
                    <a:pt x="13723" y="23836"/>
                    <a:pt x="-5556" y="25513"/>
                    <a:pt x="5341" y="29145"/>
                  </a:cubicBezTo>
                  <a:cubicBezTo>
                    <a:pt x="15959" y="32777"/>
                    <a:pt x="28532" y="30542"/>
                    <a:pt x="34959" y="29424"/>
                  </a:cubicBezTo>
                  <a:cubicBezTo>
                    <a:pt x="41385" y="28307"/>
                    <a:pt x="47532" y="28307"/>
                    <a:pt x="54797" y="28307"/>
                  </a:cubicBezTo>
                  <a:cubicBezTo>
                    <a:pt x="64576" y="28307"/>
                    <a:pt x="64576" y="27748"/>
                    <a:pt x="63459" y="16572"/>
                  </a:cubicBezTo>
                  <a:cubicBezTo>
                    <a:pt x="61503" y="1483"/>
                    <a:pt x="44459" y="-1870"/>
                    <a:pt x="39988" y="6792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9" name="Forma libre 158">
              <a:extLst>
                <a:ext uri="{FF2B5EF4-FFF2-40B4-BE49-F238E27FC236}">
                  <a16:creationId xmlns:a16="http://schemas.microsoft.com/office/drawing/2014/main" id="{EE395743-06C2-21EF-FA61-2532016FA077}"/>
                </a:ext>
              </a:extLst>
            </p:cNvPr>
            <p:cNvSpPr/>
            <p:nvPr/>
          </p:nvSpPr>
          <p:spPr>
            <a:xfrm>
              <a:off x="1977727" y="2317725"/>
              <a:ext cx="22353" cy="33529"/>
            </a:xfrm>
            <a:custGeom>
              <a:avLst/>
              <a:gdLst>
                <a:gd name="connsiteX0" fmla="*/ 4165 w 22352"/>
                <a:gd name="connsiteY0" fmla="*/ 14140 h 33529"/>
                <a:gd name="connsiteX1" fmla="*/ 5841 w 22352"/>
                <a:gd name="connsiteY1" fmla="*/ 32023 h 33529"/>
                <a:gd name="connsiteX2" fmla="*/ 19812 w 22352"/>
                <a:gd name="connsiteY2" fmla="*/ 20287 h 33529"/>
                <a:gd name="connsiteX3" fmla="*/ 18135 w 22352"/>
                <a:gd name="connsiteY3" fmla="*/ 2405 h 33529"/>
                <a:gd name="connsiteX4" fmla="*/ 4165 w 22352"/>
                <a:gd name="connsiteY4" fmla="*/ 141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33529">
                  <a:moveTo>
                    <a:pt x="4165" y="14140"/>
                  </a:moveTo>
                  <a:cubicBezTo>
                    <a:pt x="812" y="22243"/>
                    <a:pt x="1650" y="30346"/>
                    <a:pt x="5841" y="32023"/>
                  </a:cubicBezTo>
                  <a:cubicBezTo>
                    <a:pt x="10032" y="33699"/>
                    <a:pt x="16459" y="28670"/>
                    <a:pt x="19812" y="20287"/>
                  </a:cubicBezTo>
                  <a:cubicBezTo>
                    <a:pt x="23164" y="12184"/>
                    <a:pt x="22326" y="4082"/>
                    <a:pt x="18135" y="2405"/>
                  </a:cubicBezTo>
                  <a:cubicBezTo>
                    <a:pt x="13944" y="729"/>
                    <a:pt x="7517" y="6037"/>
                    <a:pt x="4165" y="1414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91734368-1AF7-E43A-7E8B-F2C84CB714B0}"/>
                </a:ext>
              </a:extLst>
            </p:cNvPr>
            <p:cNvSpPr/>
            <p:nvPr/>
          </p:nvSpPr>
          <p:spPr>
            <a:xfrm>
              <a:off x="1913550" y="2264870"/>
              <a:ext cx="86617" cy="67059"/>
            </a:xfrm>
            <a:custGeom>
              <a:avLst/>
              <a:gdLst>
                <a:gd name="connsiteX0" fmla="*/ 2959 w 86617"/>
                <a:gd name="connsiteY0" fmla="*/ 23687 h 67058"/>
                <a:gd name="connsiteX1" fmla="*/ 76165 w 86617"/>
                <a:gd name="connsiteY1" fmla="*/ 66157 h 67058"/>
                <a:gd name="connsiteX2" fmla="*/ 76165 w 86617"/>
                <a:gd name="connsiteY2" fmla="*/ 20613 h 67058"/>
                <a:gd name="connsiteX3" fmla="*/ 2959 w 86617"/>
                <a:gd name="connsiteY3" fmla="*/ 23687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17" h="67058">
                  <a:moveTo>
                    <a:pt x="2959" y="23687"/>
                  </a:moveTo>
                  <a:cubicBezTo>
                    <a:pt x="-6262" y="39613"/>
                    <a:pt x="61076" y="68672"/>
                    <a:pt x="76165" y="66157"/>
                  </a:cubicBezTo>
                  <a:cubicBezTo>
                    <a:pt x="91253" y="63643"/>
                    <a:pt x="87621" y="35143"/>
                    <a:pt x="76165" y="20613"/>
                  </a:cubicBezTo>
                  <a:cubicBezTo>
                    <a:pt x="64709" y="5805"/>
                    <a:pt x="25032" y="-13754"/>
                    <a:pt x="2959" y="23687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62CB9B97-1FEB-B60F-7DD0-A97FAD32D0B0}"/>
                </a:ext>
              </a:extLst>
            </p:cNvPr>
            <p:cNvSpPr/>
            <p:nvPr/>
          </p:nvSpPr>
          <p:spPr>
            <a:xfrm>
              <a:off x="1907594" y="2268943"/>
              <a:ext cx="36323" cy="44706"/>
            </a:xfrm>
            <a:custGeom>
              <a:avLst/>
              <a:gdLst>
                <a:gd name="connsiteX0" fmla="*/ 34061 w 36323"/>
                <a:gd name="connsiteY0" fmla="*/ 15702 h 44705"/>
                <a:gd name="connsiteX1" fmla="*/ 4164 w 36323"/>
                <a:gd name="connsiteY1" fmla="*/ 43364 h 44705"/>
                <a:gd name="connsiteX2" fmla="*/ 6120 w 36323"/>
                <a:gd name="connsiteY2" fmla="*/ 18496 h 44705"/>
                <a:gd name="connsiteX3" fmla="*/ 34061 w 36323"/>
                <a:gd name="connsiteY3" fmla="*/ 15702 h 4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44705">
                  <a:moveTo>
                    <a:pt x="34061" y="15702"/>
                  </a:moveTo>
                  <a:cubicBezTo>
                    <a:pt x="31547" y="29114"/>
                    <a:pt x="8076" y="32187"/>
                    <a:pt x="4164" y="43364"/>
                  </a:cubicBezTo>
                  <a:cubicBezTo>
                    <a:pt x="1650" y="50349"/>
                    <a:pt x="532" y="28555"/>
                    <a:pt x="6120" y="18496"/>
                  </a:cubicBezTo>
                  <a:cubicBezTo>
                    <a:pt x="11429" y="8717"/>
                    <a:pt x="38811" y="-11401"/>
                    <a:pt x="34061" y="15702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2" name="Forma libre 161">
              <a:extLst>
                <a:ext uri="{FF2B5EF4-FFF2-40B4-BE49-F238E27FC236}">
                  <a16:creationId xmlns:a16="http://schemas.microsoft.com/office/drawing/2014/main" id="{B6225811-6A23-0D36-5954-329497F19E29}"/>
                </a:ext>
              </a:extLst>
            </p:cNvPr>
            <p:cNvSpPr/>
            <p:nvPr/>
          </p:nvSpPr>
          <p:spPr>
            <a:xfrm>
              <a:off x="1945428" y="2264649"/>
              <a:ext cx="69853" cy="120147"/>
            </a:xfrm>
            <a:custGeom>
              <a:avLst/>
              <a:gdLst>
                <a:gd name="connsiteX0" fmla="*/ 25007 w 69852"/>
                <a:gd name="connsiteY0" fmla="*/ 51011 h 120146"/>
                <a:gd name="connsiteX1" fmla="*/ 18022 w 69852"/>
                <a:gd name="connsiteY1" fmla="*/ 119746 h 120146"/>
                <a:gd name="connsiteX2" fmla="*/ 64684 w 69852"/>
                <a:gd name="connsiteY2" fmla="*/ 97952 h 120146"/>
                <a:gd name="connsiteX3" fmla="*/ 2096 w 69852"/>
                <a:gd name="connsiteY3" fmla="*/ 2114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52" h="120146">
                  <a:moveTo>
                    <a:pt x="25007" y="51011"/>
                  </a:moveTo>
                  <a:cubicBezTo>
                    <a:pt x="25566" y="79232"/>
                    <a:pt x="21934" y="111923"/>
                    <a:pt x="18022" y="119746"/>
                  </a:cubicBezTo>
                  <a:cubicBezTo>
                    <a:pt x="18022" y="119746"/>
                    <a:pt x="57140" y="117511"/>
                    <a:pt x="64684" y="97952"/>
                  </a:cubicBezTo>
                  <a:cubicBezTo>
                    <a:pt x="72507" y="78393"/>
                    <a:pt x="77816" y="717"/>
                    <a:pt x="2096" y="2114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66" name="Título 165">
            <a:extLst>
              <a:ext uri="{FF2B5EF4-FFF2-40B4-BE49-F238E27FC236}">
                <a16:creationId xmlns:a16="http://schemas.microsoft.com/office/drawing/2014/main" id="{199C9886-9654-4244-2F20-7886A00D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项目目标</a:t>
            </a:r>
            <a:endParaRPr lang="es-ES" dirty="0"/>
          </a:p>
        </p:txBody>
      </p:sp>
      <p:sp>
        <p:nvSpPr>
          <p:cNvPr id="167" name="Marcador de texto 166">
            <a:extLst>
              <a:ext uri="{FF2B5EF4-FFF2-40B4-BE49-F238E27FC236}">
                <a16:creationId xmlns:a16="http://schemas.microsoft.com/office/drawing/2014/main" id="{16C41608-94BB-0F05-B192-234159CAA1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956715-D8CF-B871-D653-B4729DD5CAB4}"/>
              </a:ext>
            </a:extLst>
          </p:cNvPr>
          <p:cNvSpPr txBox="1"/>
          <p:nvPr/>
        </p:nvSpPr>
        <p:spPr>
          <a:xfrm>
            <a:off x="6180748" y="2186249"/>
            <a:ext cx="52101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1.</a:t>
            </a:r>
            <a:r>
              <a:rPr lang="zh-CN" altLang="en-US" sz="2400" b="1" dirty="0"/>
              <a:t>看懂一个项目的活动变化曲线</a:t>
            </a:r>
            <a:endParaRPr lang="en-US" altLang="zh-CN" sz="2400" b="1" dirty="0"/>
          </a:p>
          <a:p>
            <a:r>
              <a:rPr lang="en-US" altLang="zh-CN" sz="2400" b="1" dirty="0"/>
              <a:t>2.</a:t>
            </a:r>
            <a:r>
              <a:rPr lang="zh-CN" altLang="en-US" sz="2400" b="1" dirty="0"/>
              <a:t>试试看能不能对未来几个月做预测</a:t>
            </a:r>
            <a:endParaRPr lang="en-US" altLang="zh-CN" sz="2400" b="1" dirty="0"/>
          </a:p>
          <a:p>
            <a:r>
              <a:rPr lang="en-US" altLang="zh-CN" sz="2400" b="1" dirty="0"/>
              <a:t>3.</a:t>
            </a:r>
            <a:r>
              <a:rPr lang="zh-CN" altLang="en-US" sz="2400" b="1" dirty="0"/>
              <a:t>把变化趋势和贡献结构结合起来，    看看哪些项目可能存在风险</a:t>
            </a:r>
            <a:endParaRPr lang="en-US" altLang="zh-CN" sz="2400" b="1" dirty="0"/>
          </a:p>
          <a:p>
            <a:r>
              <a:rPr lang="en-US" altLang="zh-CN" sz="2400" b="1" dirty="0"/>
              <a:t>4.</a:t>
            </a:r>
            <a:r>
              <a:rPr lang="zh-CN" altLang="en-US" sz="2400" b="1" dirty="0"/>
              <a:t>做一个简单可视化</a:t>
            </a:r>
          </a:p>
        </p:txBody>
      </p:sp>
    </p:spTree>
    <p:extLst>
      <p:ext uri="{BB962C8B-B14F-4D97-AF65-F5344CB8AC3E}">
        <p14:creationId xmlns:p14="http://schemas.microsoft.com/office/powerpoint/2010/main" val="3960229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43244-2B2A-3E64-3F09-10A3DC800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ángulo 162">
            <a:extLst>
              <a:ext uri="{FF2B5EF4-FFF2-40B4-BE49-F238E27FC236}">
                <a16:creationId xmlns:a16="http://schemas.microsoft.com/office/drawing/2014/main" id="{E6F1E421-0F03-D8CE-DAE9-915A5C670BA2}"/>
              </a:ext>
            </a:extLst>
          </p:cNvPr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D8D4F6E-3721-6518-1911-6EFC9CDB7320}"/>
              </a:ext>
            </a:extLst>
          </p:cNvPr>
          <p:cNvSpPr/>
          <p:nvPr/>
        </p:nvSpPr>
        <p:spPr>
          <a:xfrm>
            <a:off x="79255" y="300027"/>
            <a:ext cx="3984745" cy="2735273"/>
          </a:xfrm>
          <a:custGeom>
            <a:avLst/>
            <a:gdLst>
              <a:gd name="connsiteX0" fmla="*/ 0 w 4470400"/>
              <a:gd name="connsiteY0" fmla="*/ 2235200 h 4470400"/>
              <a:gd name="connsiteX1" fmla="*/ 2235200 w 4470400"/>
              <a:gd name="connsiteY1" fmla="*/ 0 h 4470400"/>
              <a:gd name="connsiteX2" fmla="*/ 4470400 w 4470400"/>
              <a:gd name="connsiteY2" fmla="*/ 2235200 h 4470400"/>
              <a:gd name="connsiteX3" fmla="*/ 2235200 w 4470400"/>
              <a:gd name="connsiteY3" fmla="*/ 4470400 h 4470400"/>
              <a:gd name="connsiteX4" fmla="*/ 0 w 4470400"/>
              <a:gd name="connsiteY4" fmla="*/ 2235200 h 4470400"/>
              <a:gd name="connsiteX0" fmla="*/ 20592 w 4490992"/>
              <a:gd name="connsiteY0" fmla="*/ 1511300 h 3746500"/>
              <a:gd name="connsiteX1" fmla="*/ 1531892 w 4490992"/>
              <a:gd name="connsiteY1" fmla="*/ 0 h 3746500"/>
              <a:gd name="connsiteX2" fmla="*/ 4490992 w 4490992"/>
              <a:gd name="connsiteY2" fmla="*/ 1511300 h 3746500"/>
              <a:gd name="connsiteX3" fmla="*/ 2255792 w 4490992"/>
              <a:gd name="connsiteY3" fmla="*/ 3746500 h 3746500"/>
              <a:gd name="connsiteX4" fmla="*/ 20592 w 4490992"/>
              <a:gd name="connsiteY4" fmla="*/ 1511300 h 3746500"/>
              <a:gd name="connsiteX0" fmla="*/ 12039 w 4965039"/>
              <a:gd name="connsiteY0" fmla="*/ 1797845 h 4044607"/>
              <a:gd name="connsiteX1" fmla="*/ 1523339 w 4965039"/>
              <a:gd name="connsiteY1" fmla="*/ 286545 h 4044607"/>
              <a:gd name="connsiteX2" fmla="*/ 4965039 w 4965039"/>
              <a:gd name="connsiteY2" fmla="*/ 769145 h 4044607"/>
              <a:gd name="connsiteX3" fmla="*/ 2247239 w 4965039"/>
              <a:gd name="connsiteY3" fmla="*/ 4033045 h 4044607"/>
              <a:gd name="connsiteX4" fmla="*/ 12039 w 4965039"/>
              <a:gd name="connsiteY4" fmla="*/ 1797845 h 4044607"/>
              <a:gd name="connsiteX0" fmla="*/ 10236 w 4963236"/>
              <a:gd name="connsiteY0" fmla="*/ 1797845 h 3200509"/>
              <a:gd name="connsiteX1" fmla="*/ 1521536 w 4963236"/>
              <a:gd name="connsiteY1" fmla="*/ 286545 h 3200509"/>
              <a:gd name="connsiteX2" fmla="*/ 4963236 w 4963236"/>
              <a:gd name="connsiteY2" fmla="*/ 769145 h 3200509"/>
              <a:gd name="connsiteX3" fmla="*/ 2181936 w 4963236"/>
              <a:gd name="connsiteY3" fmla="*/ 3182145 h 3200509"/>
              <a:gd name="connsiteX4" fmla="*/ 10236 w 4963236"/>
              <a:gd name="connsiteY4" fmla="*/ 1797845 h 3200509"/>
              <a:gd name="connsiteX0" fmla="*/ 10586 w 4963586"/>
              <a:gd name="connsiteY0" fmla="*/ 1797845 h 4107795"/>
              <a:gd name="connsiteX1" fmla="*/ 1521886 w 4963586"/>
              <a:gd name="connsiteY1" fmla="*/ 286545 h 4107795"/>
              <a:gd name="connsiteX2" fmla="*/ 4963586 w 4963586"/>
              <a:gd name="connsiteY2" fmla="*/ 769145 h 4107795"/>
              <a:gd name="connsiteX3" fmla="*/ 2194986 w 4963586"/>
              <a:gd name="connsiteY3" fmla="*/ 4096545 h 4107795"/>
              <a:gd name="connsiteX4" fmla="*/ 10586 w 4963586"/>
              <a:gd name="connsiteY4" fmla="*/ 1797845 h 4107795"/>
              <a:gd name="connsiteX0" fmla="*/ 10586 w 4963586"/>
              <a:gd name="connsiteY0" fmla="*/ 1797845 h 4139511"/>
              <a:gd name="connsiteX1" fmla="*/ 1521886 w 4963586"/>
              <a:gd name="connsiteY1" fmla="*/ 286545 h 4139511"/>
              <a:gd name="connsiteX2" fmla="*/ 4963586 w 4963586"/>
              <a:gd name="connsiteY2" fmla="*/ 769145 h 4139511"/>
              <a:gd name="connsiteX3" fmla="*/ 2194986 w 4963586"/>
              <a:gd name="connsiteY3" fmla="*/ 4096545 h 4139511"/>
              <a:gd name="connsiteX4" fmla="*/ 10586 w 4963586"/>
              <a:gd name="connsiteY4" fmla="*/ 1797845 h 4139511"/>
              <a:gd name="connsiteX0" fmla="*/ 26370 w 4979370"/>
              <a:gd name="connsiteY0" fmla="*/ 1797845 h 3246403"/>
              <a:gd name="connsiteX1" fmla="*/ 1537670 w 4979370"/>
              <a:gd name="connsiteY1" fmla="*/ 286545 h 3246403"/>
              <a:gd name="connsiteX2" fmla="*/ 4979370 w 4979370"/>
              <a:gd name="connsiteY2" fmla="*/ 769145 h 3246403"/>
              <a:gd name="connsiteX3" fmla="*/ 2680670 w 4979370"/>
              <a:gd name="connsiteY3" fmla="*/ 3182145 h 3246403"/>
              <a:gd name="connsiteX4" fmla="*/ 26370 w 4979370"/>
              <a:gd name="connsiteY4" fmla="*/ 1797845 h 3246403"/>
              <a:gd name="connsiteX0" fmla="*/ 26370 w 4979370"/>
              <a:gd name="connsiteY0" fmla="*/ 1797845 h 3378043"/>
              <a:gd name="connsiteX1" fmla="*/ 1537670 w 4979370"/>
              <a:gd name="connsiteY1" fmla="*/ 286545 h 3378043"/>
              <a:gd name="connsiteX2" fmla="*/ 4979370 w 4979370"/>
              <a:gd name="connsiteY2" fmla="*/ 769145 h 3378043"/>
              <a:gd name="connsiteX3" fmla="*/ 2680670 w 4979370"/>
              <a:gd name="connsiteY3" fmla="*/ 3182145 h 3378043"/>
              <a:gd name="connsiteX4" fmla="*/ 26370 w 4979370"/>
              <a:gd name="connsiteY4" fmla="*/ 1797845 h 337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9370" h="3378043">
                <a:moveTo>
                  <a:pt x="26370" y="1797845"/>
                </a:moveTo>
                <a:cubicBezTo>
                  <a:pt x="-164130" y="1315245"/>
                  <a:pt x="712170" y="457995"/>
                  <a:pt x="1537670" y="286545"/>
                </a:cubicBezTo>
                <a:cubicBezTo>
                  <a:pt x="2363170" y="115095"/>
                  <a:pt x="4979370" y="-465322"/>
                  <a:pt x="4979370" y="769145"/>
                </a:cubicBezTo>
                <a:cubicBezTo>
                  <a:pt x="4979370" y="2003612"/>
                  <a:pt x="4928570" y="4013995"/>
                  <a:pt x="2680670" y="3182145"/>
                </a:cubicBezTo>
                <a:cubicBezTo>
                  <a:pt x="432770" y="2350295"/>
                  <a:pt x="216870" y="2280445"/>
                  <a:pt x="26370" y="1797845"/>
                </a:cubicBezTo>
                <a:close/>
              </a:path>
            </a:pathLst>
          </a:custGeom>
          <a:solidFill>
            <a:srgbClr val="CB62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áfico 20">
            <a:extLst>
              <a:ext uri="{FF2B5EF4-FFF2-40B4-BE49-F238E27FC236}">
                <a16:creationId xmlns:a16="http://schemas.microsoft.com/office/drawing/2014/main" id="{C30CB7E9-04F2-C46C-9D72-59ABDE9B9DBF}"/>
              </a:ext>
            </a:extLst>
          </p:cNvPr>
          <p:cNvGrpSpPr/>
          <p:nvPr/>
        </p:nvGrpSpPr>
        <p:grpSpPr>
          <a:xfrm>
            <a:off x="666023" y="2531529"/>
            <a:ext cx="4312864" cy="3724670"/>
            <a:chOff x="964136" y="1891933"/>
            <a:chExt cx="1401555" cy="1210409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270A66B-4269-B67C-0AD1-B460CBD60494}"/>
                </a:ext>
              </a:extLst>
            </p:cNvPr>
            <p:cNvSpPr/>
            <p:nvPr/>
          </p:nvSpPr>
          <p:spPr>
            <a:xfrm>
              <a:off x="2077898" y="2477458"/>
              <a:ext cx="287793" cy="452646"/>
            </a:xfrm>
            <a:custGeom>
              <a:avLst/>
              <a:gdLst>
                <a:gd name="connsiteX0" fmla="*/ 63537 w 287793"/>
                <a:gd name="connsiteY0" fmla="*/ 289731 h 452646"/>
                <a:gd name="connsiteX1" fmla="*/ 102655 w 287793"/>
                <a:gd name="connsiteY1" fmla="*/ 127672 h 452646"/>
                <a:gd name="connsiteX2" fmla="*/ 74713 w 287793"/>
                <a:gd name="connsiteY2" fmla="*/ 96378 h 452646"/>
                <a:gd name="connsiteX3" fmla="*/ 123052 w 287793"/>
                <a:gd name="connsiteY3" fmla="*/ 39099 h 452646"/>
                <a:gd name="connsiteX4" fmla="*/ 148757 w 287793"/>
                <a:gd name="connsiteY4" fmla="*/ 15069 h 452646"/>
                <a:gd name="connsiteX5" fmla="*/ 159096 w 287793"/>
                <a:gd name="connsiteY5" fmla="*/ 24290 h 452646"/>
                <a:gd name="connsiteX6" fmla="*/ 188154 w 287793"/>
                <a:gd name="connsiteY6" fmla="*/ 6687 h 452646"/>
                <a:gd name="connsiteX7" fmla="*/ 231463 w 287793"/>
                <a:gd name="connsiteY7" fmla="*/ 17025 h 452646"/>
                <a:gd name="connsiteX8" fmla="*/ 260242 w 287793"/>
                <a:gd name="connsiteY8" fmla="*/ 63966 h 452646"/>
                <a:gd name="connsiteX9" fmla="*/ 249904 w 287793"/>
                <a:gd name="connsiteY9" fmla="*/ 107275 h 452646"/>
                <a:gd name="connsiteX10" fmla="*/ 220845 w 287793"/>
                <a:gd name="connsiteY10" fmla="*/ 124878 h 452646"/>
                <a:gd name="connsiteX11" fmla="*/ 230066 w 287793"/>
                <a:gd name="connsiteY11" fmla="*/ 191657 h 452646"/>
                <a:gd name="connsiteX12" fmla="*/ 262757 w 287793"/>
                <a:gd name="connsiteY12" fmla="*/ 200878 h 452646"/>
                <a:gd name="connsiteX13" fmla="*/ 284551 w 287793"/>
                <a:gd name="connsiteY13" fmla="*/ 239716 h 452646"/>
                <a:gd name="connsiteX14" fmla="*/ 269742 w 287793"/>
                <a:gd name="connsiteY14" fmla="*/ 292804 h 452646"/>
                <a:gd name="connsiteX15" fmla="*/ 230904 w 287793"/>
                <a:gd name="connsiteY15" fmla="*/ 314598 h 452646"/>
                <a:gd name="connsiteX16" fmla="*/ 198213 w 287793"/>
                <a:gd name="connsiteY16" fmla="*/ 305378 h 452646"/>
                <a:gd name="connsiteX17" fmla="*/ 167199 w 287793"/>
                <a:gd name="connsiteY17" fmla="*/ 346451 h 452646"/>
                <a:gd name="connsiteX18" fmla="*/ 184801 w 287793"/>
                <a:gd name="connsiteY18" fmla="*/ 375510 h 452646"/>
                <a:gd name="connsiteX19" fmla="*/ 174463 w 287793"/>
                <a:gd name="connsiteY19" fmla="*/ 418819 h 452646"/>
                <a:gd name="connsiteX20" fmla="*/ 127522 w 287793"/>
                <a:gd name="connsiteY20" fmla="*/ 447598 h 452646"/>
                <a:gd name="connsiteX21" fmla="*/ 84213 w 287793"/>
                <a:gd name="connsiteY21" fmla="*/ 437260 h 452646"/>
                <a:gd name="connsiteX22" fmla="*/ 66611 w 287793"/>
                <a:gd name="connsiteY22" fmla="*/ 408201 h 452646"/>
                <a:gd name="connsiteX23" fmla="*/ 15199 w 287793"/>
                <a:gd name="connsiteY23" fmla="*/ 417142 h 452646"/>
                <a:gd name="connsiteX24" fmla="*/ 2346 w 287793"/>
                <a:gd name="connsiteY24" fmla="*/ 307613 h 452646"/>
                <a:gd name="connsiteX25" fmla="*/ 63537 w 287793"/>
                <a:gd name="connsiteY25" fmla="*/ 289731 h 4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7793" h="452646">
                  <a:moveTo>
                    <a:pt x="63537" y="289731"/>
                  </a:moveTo>
                  <a:cubicBezTo>
                    <a:pt x="119140" y="255922"/>
                    <a:pt x="136463" y="183275"/>
                    <a:pt x="102655" y="127672"/>
                  </a:cubicBezTo>
                  <a:cubicBezTo>
                    <a:pt x="95110" y="115378"/>
                    <a:pt x="85610" y="105040"/>
                    <a:pt x="74713" y="96378"/>
                  </a:cubicBezTo>
                  <a:cubicBezTo>
                    <a:pt x="88684" y="76540"/>
                    <a:pt x="104890" y="57260"/>
                    <a:pt x="123052" y="39099"/>
                  </a:cubicBezTo>
                  <a:cubicBezTo>
                    <a:pt x="131434" y="30716"/>
                    <a:pt x="140096" y="22613"/>
                    <a:pt x="148757" y="15069"/>
                  </a:cubicBezTo>
                  <a:cubicBezTo>
                    <a:pt x="152110" y="18143"/>
                    <a:pt x="155743" y="20937"/>
                    <a:pt x="159096" y="24290"/>
                  </a:cubicBezTo>
                  <a:lnTo>
                    <a:pt x="188154" y="6687"/>
                  </a:lnTo>
                  <a:cubicBezTo>
                    <a:pt x="202963" y="-2254"/>
                    <a:pt x="222243" y="2217"/>
                    <a:pt x="231463" y="17025"/>
                  </a:cubicBezTo>
                  <a:lnTo>
                    <a:pt x="260242" y="63966"/>
                  </a:lnTo>
                  <a:cubicBezTo>
                    <a:pt x="269184" y="78775"/>
                    <a:pt x="264713" y="98054"/>
                    <a:pt x="249904" y="107275"/>
                  </a:cubicBezTo>
                  <a:lnTo>
                    <a:pt x="220845" y="124878"/>
                  </a:lnTo>
                  <a:cubicBezTo>
                    <a:pt x="227272" y="146951"/>
                    <a:pt x="230345" y="169304"/>
                    <a:pt x="230066" y="191657"/>
                  </a:cubicBezTo>
                  <a:lnTo>
                    <a:pt x="262757" y="200878"/>
                  </a:lnTo>
                  <a:cubicBezTo>
                    <a:pt x="279522" y="205628"/>
                    <a:pt x="289301" y="222951"/>
                    <a:pt x="284551" y="239716"/>
                  </a:cubicBezTo>
                  <a:lnTo>
                    <a:pt x="269742" y="292804"/>
                  </a:lnTo>
                  <a:cubicBezTo>
                    <a:pt x="264992" y="309569"/>
                    <a:pt x="247669" y="319348"/>
                    <a:pt x="230904" y="314598"/>
                  </a:cubicBezTo>
                  <a:lnTo>
                    <a:pt x="198213" y="305378"/>
                  </a:lnTo>
                  <a:cubicBezTo>
                    <a:pt x="189551" y="320186"/>
                    <a:pt x="179213" y="333877"/>
                    <a:pt x="167199" y="346451"/>
                  </a:cubicBezTo>
                  <a:lnTo>
                    <a:pt x="184801" y="375510"/>
                  </a:lnTo>
                  <a:cubicBezTo>
                    <a:pt x="193743" y="390319"/>
                    <a:pt x="189272" y="409598"/>
                    <a:pt x="174463" y="418819"/>
                  </a:cubicBezTo>
                  <a:lnTo>
                    <a:pt x="127522" y="447598"/>
                  </a:lnTo>
                  <a:cubicBezTo>
                    <a:pt x="112713" y="456539"/>
                    <a:pt x="93434" y="452068"/>
                    <a:pt x="84213" y="437260"/>
                  </a:cubicBezTo>
                  <a:lnTo>
                    <a:pt x="66611" y="408201"/>
                  </a:lnTo>
                  <a:cubicBezTo>
                    <a:pt x="49566" y="413230"/>
                    <a:pt x="32522" y="416024"/>
                    <a:pt x="15199" y="417142"/>
                  </a:cubicBezTo>
                  <a:cubicBezTo>
                    <a:pt x="5419" y="381936"/>
                    <a:pt x="949" y="344775"/>
                    <a:pt x="2346" y="307613"/>
                  </a:cubicBezTo>
                  <a:cubicBezTo>
                    <a:pt x="23022" y="306775"/>
                    <a:pt x="44258" y="301466"/>
                    <a:pt x="63537" y="289731"/>
                  </a:cubicBezTo>
                  <a:close/>
                </a:path>
              </a:pathLst>
            </a:custGeom>
            <a:solidFill>
              <a:srgbClr val="5E91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3C73A998-F7CB-F593-4695-A043550E98A7}"/>
                </a:ext>
              </a:extLst>
            </p:cNvPr>
            <p:cNvSpPr/>
            <p:nvPr/>
          </p:nvSpPr>
          <p:spPr>
            <a:xfrm>
              <a:off x="996268" y="2112668"/>
              <a:ext cx="1112056" cy="790734"/>
            </a:xfrm>
            <a:custGeom>
              <a:avLst/>
              <a:gdLst>
                <a:gd name="connsiteX0" fmla="*/ 1093476 w 1112056"/>
                <a:gd name="connsiteY0" fmla="*/ 791153 h 790733"/>
                <a:gd name="connsiteX1" fmla="*/ 21375 w 1112056"/>
                <a:gd name="connsiteY1" fmla="*/ 791153 h 790733"/>
                <a:gd name="connsiteX2" fmla="*/ 2096 w 1112056"/>
                <a:gd name="connsiteY2" fmla="*/ 771873 h 790733"/>
                <a:gd name="connsiteX3" fmla="*/ 2096 w 1112056"/>
                <a:gd name="connsiteY3" fmla="*/ 21375 h 790733"/>
                <a:gd name="connsiteX4" fmla="*/ 21375 w 1112056"/>
                <a:gd name="connsiteY4" fmla="*/ 2096 h 790733"/>
                <a:gd name="connsiteX5" fmla="*/ 1093196 w 1112056"/>
                <a:gd name="connsiteY5" fmla="*/ 2096 h 790733"/>
                <a:gd name="connsiteX6" fmla="*/ 1112475 w 1112056"/>
                <a:gd name="connsiteY6" fmla="*/ 21375 h 790733"/>
                <a:gd name="connsiteX7" fmla="*/ 1112475 w 1112056"/>
                <a:gd name="connsiteY7" fmla="*/ 771873 h 790733"/>
                <a:gd name="connsiteX8" fmla="*/ 1093476 w 1112056"/>
                <a:gd name="connsiteY8" fmla="*/ 791153 h 79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056" h="790733">
                  <a:moveTo>
                    <a:pt x="1093476" y="791153"/>
                  </a:moveTo>
                  <a:lnTo>
                    <a:pt x="21375" y="791153"/>
                  </a:lnTo>
                  <a:cubicBezTo>
                    <a:pt x="10757" y="791153"/>
                    <a:pt x="2096" y="782491"/>
                    <a:pt x="2096" y="771873"/>
                  </a:cubicBezTo>
                  <a:lnTo>
                    <a:pt x="2096" y="21375"/>
                  </a:lnTo>
                  <a:cubicBezTo>
                    <a:pt x="2096" y="10757"/>
                    <a:pt x="10757" y="2096"/>
                    <a:pt x="21375" y="2096"/>
                  </a:cubicBezTo>
                  <a:lnTo>
                    <a:pt x="1093196" y="2096"/>
                  </a:lnTo>
                  <a:cubicBezTo>
                    <a:pt x="1103814" y="2096"/>
                    <a:pt x="1112475" y="10757"/>
                    <a:pt x="1112475" y="21375"/>
                  </a:cubicBezTo>
                  <a:lnTo>
                    <a:pt x="1112475" y="771873"/>
                  </a:lnTo>
                  <a:cubicBezTo>
                    <a:pt x="1112755" y="782491"/>
                    <a:pt x="1104093" y="791153"/>
                    <a:pt x="1093476" y="79115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EA931CC-0A04-96A7-BDEE-53DAF143570B}"/>
                </a:ext>
              </a:extLst>
            </p:cNvPr>
            <p:cNvSpPr/>
            <p:nvPr/>
          </p:nvSpPr>
          <p:spPr>
            <a:xfrm>
              <a:off x="1011077" y="2123006"/>
              <a:ext cx="1084115" cy="771175"/>
            </a:xfrm>
            <a:custGeom>
              <a:avLst/>
              <a:gdLst>
                <a:gd name="connsiteX0" fmla="*/ 1068049 w 1084115"/>
                <a:gd name="connsiteY0" fmla="*/ 770476 h 771174"/>
                <a:gd name="connsiteX1" fmla="*/ 17463 w 1084115"/>
                <a:gd name="connsiteY1" fmla="*/ 770476 h 771174"/>
                <a:gd name="connsiteX2" fmla="*/ 2096 w 1084115"/>
                <a:gd name="connsiteY2" fmla="*/ 755109 h 771174"/>
                <a:gd name="connsiteX3" fmla="*/ 2096 w 1084115"/>
                <a:gd name="connsiteY3" fmla="*/ 17463 h 771174"/>
                <a:gd name="connsiteX4" fmla="*/ 17463 w 1084115"/>
                <a:gd name="connsiteY4" fmla="*/ 2096 h 771174"/>
                <a:gd name="connsiteX5" fmla="*/ 1068049 w 1084115"/>
                <a:gd name="connsiteY5" fmla="*/ 2096 h 771174"/>
                <a:gd name="connsiteX6" fmla="*/ 1083417 w 1084115"/>
                <a:gd name="connsiteY6" fmla="*/ 17463 h 771174"/>
                <a:gd name="connsiteX7" fmla="*/ 1083417 w 1084115"/>
                <a:gd name="connsiteY7" fmla="*/ 755109 h 771174"/>
                <a:gd name="connsiteX8" fmla="*/ 1068049 w 1084115"/>
                <a:gd name="connsiteY8" fmla="*/ 770476 h 77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4115" h="771174">
                  <a:moveTo>
                    <a:pt x="1068049" y="770476"/>
                  </a:moveTo>
                  <a:lnTo>
                    <a:pt x="17463" y="770476"/>
                  </a:lnTo>
                  <a:cubicBezTo>
                    <a:pt x="9081" y="770476"/>
                    <a:pt x="2096" y="763491"/>
                    <a:pt x="2096" y="755109"/>
                  </a:cubicBezTo>
                  <a:lnTo>
                    <a:pt x="2096" y="17463"/>
                  </a:lnTo>
                  <a:cubicBezTo>
                    <a:pt x="2096" y="9081"/>
                    <a:pt x="9081" y="2096"/>
                    <a:pt x="17463" y="2096"/>
                  </a:cubicBezTo>
                  <a:lnTo>
                    <a:pt x="1068049" y="2096"/>
                  </a:lnTo>
                  <a:cubicBezTo>
                    <a:pt x="1076431" y="2096"/>
                    <a:pt x="1083417" y="9081"/>
                    <a:pt x="1083417" y="17463"/>
                  </a:cubicBezTo>
                  <a:lnTo>
                    <a:pt x="1083417" y="755109"/>
                  </a:lnTo>
                  <a:cubicBezTo>
                    <a:pt x="1083417" y="763491"/>
                    <a:pt x="1076431" y="770476"/>
                    <a:pt x="1068049" y="77047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F3E1BC5E-7162-8116-8623-FBCD71D5E816}"/>
                </a:ext>
              </a:extLst>
            </p:cNvPr>
            <p:cNvSpPr/>
            <p:nvPr/>
          </p:nvSpPr>
          <p:spPr>
            <a:xfrm>
              <a:off x="1057739" y="2159050"/>
              <a:ext cx="991910" cy="667793"/>
            </a:xfrm>
            <a:custGeom>
              <a:avLst/>
              <a:gdLst>
                <a:gd name="connsiteX0" fmla="*/ 980314 w 991909"/>
                <a:gd name="connsiteY0" fmla="*/ 666535 h 667792"/>
                <a:gd name="connsiteX1" fmla="*/ 11596 w 991909"/>
                <a:gd name="connsiteY1" fmla="*/ 666535 h 667792"/>
                <a:gd name="connsiteX2" fmla="*/ 2096 w 991909"/>
                <a:gd name="connsiteY2" fmla="*/ 657035 h 667792"/>
                <a:gd name="connsiteX3" fmla="*/ 2096 w 991909"/>
                <a:gd name="connsiteY3" fmla="*/ 11596 h 667792"/>
                <a:gd name="connsiteX4" fmla="*/ 11596 w 991909"/>
                <a:gd name="connsiteY4" fmla="*/ 2096 h 667792"/>
                <a:gd name="connsiteX5" fmla="*/ 980593 w 991909"/>
                <a:gd name="connsiteY5" fmla="*/ 2096 h 667792"/>
                <a:gd name="connsiteX6" fmla="*/ 990093 w 991909"/>
                <a:gd name="connsiteY6" fmla="*/ 11596 h 667792"/>
                <a:gd name="connsiteX7" fmla="*/ 990093 w 991909"/>
                <a:gd name="connsiteY7" fmla="*/ 657035 h 667792"/>
                <a:gd name="connsiteX8" fmla="*/ 980314 w 991909"/>
                <a:gd name="connsiteY8" fmla="*/ 666535 h 6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1909" h="667792">
                  <a:moveTo>
                    <a:pt x="980314" y="666535"/>
                  </a:moveTo>
                  <a:lnTo>
                    <a:pt x="11596" y="666535"/>
                  </a:lnTo>
                  <a:cubicBezTo>
                    <a:pt x="6287" y="666535"/>
                    <a:pt x="2096" y="662344"/>
                    <a:pt x="2096" y="657035"/>
                  </a:cubicBezTo>
                  <a:lnTo>
                    <a:pt x="2096" y="11596"/>
                  </a:lnTo>
                  <a:cubicBezTo>
                    <a:pt x="2096" y="6287"/>
                    <a:pt x="6287" y="2096"/>
                    <a:pt x="11596" y="2096"/>
                  </a:cubicBezTo>
                  <a:lnTo>
                    <a:pt x="980593" y="2096"/>
                  </a:lnTo>
                  <a:cubicBezTo>
                    <a:pt x="985902" y="2096"/>
                    <a:pt x="990093" y="6287"/>
                    <a:pt x="990093" y="11596"/>
                  </a:cubicBezTo>
                  <a:lnTo>
                    <a:pt x="990093" y="657035"/>
                  </a:lnTo>
                  <a:cubicBezTo>
                    <a:pt x="989814" y="662344"/>
                    <a:pt x="985623" y="666535"/>
                    <a:pt x="980314" y="666535"/>
                  </a:cubicBezTo>
                  <a:close/>
                </a:path>
              </a:pathLst>
            </a:custGeom>
            <a:solidFill>
              <a:srgbClr val="3F65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5FC6272A-EA08-17E0-EDDE-861EF89B75DC}"/>
                </a:ext>
              </a:extLst>
            </p:cNvPr>
            <p:cNvSpPr/>
            <p:nvPr/>
          </p:nvSpPr>
          <p:spPr>
            <a:xfrm>
              <a:off x="964136" y="2860931"/>
              <a:ext cx="1179115" cy="64265"/>
            </a:xfrm>
            <a:custGeom>
              <a:avLst/>
              <a:gdLst>
                <a:gd name="connsiteX0" fmla="*/ 7404 w 1179114"/>
                <a:gd name="connsiteY0" fmla="*/ 2096 h 64264"/>
                <a:gd name="connsiteX1" fmla="*/ 2096 w 1179114"/>
                <a:gd name="connsiteY1" fmla="*/ 21934 h 64264"/>
                <a:gd name="connsiteX2" fmla="*/ 43728 w 1179114"/>
                <a:gd name="connsiteY2" fmla="*/ 63566 h 64264"/>
                <a:gd name="connsiteX3" fmla="*/ 1135387 w 1179114"/>
                <a:gd name="connsiteY3" fmla="*/ 63566 h 64264"/>
                <a:gd name="connsiteX4" fmla="*/ 1177019 w 1179114"/>
                <a:gd name="connsiteY4" fmla="*/ 21934 h 64264"/>
                <a:gd name="connsiteX5" fmla="*/ 1171711 w 1179114"/>
                <a:gd name="connsiteY5" fmla="*/ 2096 h 64264"/>
                <a:gd name="connsiteX6" fmla="*/ 7404 w 1179114"/>
                <a:gd name="connsiteY6" fmla="*/ 2096 h 6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9114" h="64264">
                  <a:moveTo>
                    <a:pt x="7404" y="2096"/>
                  </a:moveTo>
                  <a:cubicBezTo>
                    <a:pt x="4331" y="7963"/>
                    <a:pt x="2096" y="14669"/>
                    <a:pt x="2096" y="21934"/>
                  </a:cubicBezTo>
                  <a:cubicBezTo>
                    <a:pt x="2096" y="44846"/>
                    <a:pt x="20816" y="63566"/>
                    <a:pt x="43728" y="63566"/>
                  </a:cubicBezTo>
                  <a:lnTo>
                    <a:pt x="1135387" y="63566"/>
                  </a:lnTo>
                  <a:cubicBezTo>
                    <a:pt x="1158299" y="63566"/>
                    <a:pt x="1177019" y="44846"/>
                    <a:pt x="1177019" y="21934"/>
                  </a:cubicBezTo>
                  <a:cubicBezTo>
                    <a:pt x="1177019" y="14669"/>
                    <a:pt x="1175064" y="7963"/>
                    <a:pt x="1171711" y="2096"/>
                  </a:cubicBezTo>
                  <a:lnTo>
                    <a:pt x="7404" y="2096"/>
                  </a:ln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C0D1C17E-1CD9-87E2-D87F-9F5BD5294573}"/>
                </a:ext>
              </a:extLst>
            </p:cNvPr>
            <p:cNvSpPr/>
            <p:nvPr/>
          </p:nvSpPr>
          <p:spPr>
            <a:xfrm>
              <a:off x="969445" y="2900328"/>
              <a:ext cx="1167939" cy="25147"/>
            </a:xfrm>
            <a:custGeom>
              <a:avLst/>
              <a:gdLst>
                <a:gd name="connsiteX0" fmla="*/ 2096 w 1167938"/>
                <a:gd name="connsiteY0" fmla="*/ 2096 h 25147"/>
                <a:gd name="connsiteX1" fmla="*/ 38698 w 1167938"/>
                <a:gd name="connsiteY1" fmla="*/ 23890 h 25147"/>
                <a:gd name="connsiteX2" fmla="*/ 1130358 w 1167938"/>
                <a:gd name="connsiteY2" fmla="*/ 23890 h 25147"/>
                <a:gd name="connsiteX3" fmla="*/ 1166961 w 1167938"/>
                <a:gd name="connsiteY3" fmla="*/ 2096 h 25147"/>
                <a:gd name="connsiteX4" fmla="*/ 2096 w 1167938"/>
                <a:gd name="connsiteY4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938" h="25147">
                  <a:moveTo>
                    <a:pt x="2096" y="2096"/>
                  </a:moveTo>
                  <a:cubicBezTo>
                    <a:pt x="9081" y="15228"/>
                    <a:pt x="22772" y="23890"/>
                    <a:pt x="38698" y="23890"/>
                  </a:cubicBezTo>
                  <a:lnTo>
                    <a:pt x="1130358" y="23890"/>
                  </a:lnTo>
                  <a:cubicBezTo>
                    <a:pt x="1146284" y="23890"/>
                    <a:pt x="1159696" y="14949"/>
                    <a:pt x="1166961" y="2096"/>
                  </a:cubicBezTo>
                  <a:lnTo>
                    <a:pt x="2096" y="2096"/>
                  </a:lnTo>
                  <a:close/>
                </a:path>
              </a:pathLst>
            </a:custGeom>
            <a:solidFill>
              <a:srgbClr val="C9D6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0F09DA1F-6A65-C122-2441-11525D9D63FC}"/>
                </a:ext>
              </a:extLst>
            </p:cNvPr>
            <p:cNvSpPr/>
            <p:nvPr/>
          </p:nvSpPr>
          <p:spPr>
            <a:xfrm>
              <a:off x="1316194" y="2112668"/>
              <a:ext cx="793528" cy="516911"/>
            </a:xfrm>
            <a:custGeom>
              <a:avLst/>
              <a:gdLst>
                <a:gd name="connsiteX0" fmla="*/ 743094 w 793527"/>
                <a:gd name="connsiteY0" fmla="*/ 2096 h 516910"/>
                <a:gd name="connsiteX1" fmla="*/ 2096 w 793527"/>
                <a:gd name="connsiteY1" fmla="*/ 2096 h 516910"/>
                <a:gd name="connsiteX2" fmla="*/ 2096 w 793527"/>
                <a:gd name="connsiteY2" fmla="*/ 497492 h 516910"/>
                <a:gd name="connsiteX3" fmla="*/ 21934 w 793527"/>
                <a:gd name="connsiteY3" fmla="*/ 517330 h 516910"/>
                <a:gd name="connsiteX4" fmla="*/ 792829 w 793527"/>
                <a:gd name="connsiteY4" fmla="*/ 517330 h 516910"/>
                <a:gd name="connsiteX5" fmla="*/ 792829 w 793527"/>
                <a:gd name="connsiteY5" fmla="*/ 51831 h 516910"/>
                <a:gd name="connsiteX6" fmla="*/ 743094 w 793527"/>
                <a:gd name="connsiteY6" fmla="*/ 2096 h 51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3527" h="516910">
                  <a:moveTo>
                    <a:pt x="743094" y="2096"/>
                  </a:moveTo>
                  <a:lnTo>
                    <a:pt x="2096" y="2096"/>
                  </a:lnTo>
                  <a:lnTo>
                    <a:pt x="2096" y="497492"/>
                  </a:lnTo>
                  <a:cubicBezTo>
                    <a:pt x="2096" y="508389"/>
                    <a:pt x="11037" y="517330"/>
                    <a:pt x="21934" y="517330"/>
                  </a:cubicBezTo>
                  <a:lnTo>
                    <a:pt x="792829" y="517330"/>
                  </a:lnTo>
                  <a:lnTo>
                    <a:pt x="792829" y="51831"/>
                  </a:lnTo>
                  <a:cubicBezTo>
                    <a:pt x="792829" y="24448"/>
                    <a:pt x="770476" y="2096"/>
                    <a:pt x="743094" y="2096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53A67522-173C-3BA7-1F3A-3B3F724CF74F}"/>
                </a:ext>
              </a:extLst>
            </p:cNvPr>
            <p:cNvSpPr/>
            <p:nvPr/>
          </p:nvSpPr>
          <p:spPr>
            <a:xfrm>
              <a:off x="1343297" y="2055109"/>
              <a:ext cx="871763" cy="553234"/>
            </a:xfrm>
            <a:custGeom>
              <a:avLst/>
              <a:gdLst>
                <a:gd name="connsiteX0" fmla="*/ 862123 w 871762"/>
                <a:gd name="connsiteY0" fmla="*/ 552536 h 553234"/>
                <a:gd name="connsiteX1" fmla="*/ 9919 w 871762"/>
                <a:gd name="connsiteY1" fmla="*/ 552536 h 553234"/>
                <a:gd name="connsiteX2" fmla="*/ 2096 w 871762"/>
                <a:gd name="connsiteY2" fmla="*/ 544712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53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536"/>
                  </a:moveTo>
                  <a:lnTo>
                    <a:pt x="9919" y="552536"/>
                  </a:lnTo>
                  <a:cubicBezTo>
                    <a:pt x="5728" y="552536"/>
                    <a:pt x="2096" y="549183"/>
                    <a:pt x="2096" y="544712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536"/>
                    <a:pt x="862123" y="552536"/>
                  </a:cubicBezTo>
                  <a:close/>
                </a:path>
              </a:pathLst>
            </a:custGeom>
            <a:solidFill>
              <a:srgbClr val="E4E9F7">
                <a:alpha val="21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C05CFEB3-B3C3-B634-62A2-9B9D18F0A745}"/>
                </a:ext>
              </a:extLst>
            </p:cNvPr>
            <p:cNvSpPr/>
            <p:nvPr/>
          </p:nvSpPr>
          <p:spPr>
            <a:xfrm>
              <a:off x="1377944" y="2017947"/>
              <a:ext cx="871763" cy="553234"/>
            </a:xfrm>
            <a:custGeom>
              <a:avLst/>
              <a:gdLst>
                <a:gd name="connsiteX0" fmla="*/ 862123 w 871762"/>
                <a:gd name="connsiteY0" fmla="*/ 552256 h 553234"/>
                <a:gd name="connsiteX1" fmla="*/ 9919 w 871762"/>
                <a:gd name="connsiteY1" fmla="*/ 552256 h 553234"/>
                <a:gd name="connsiteX2" fmla="*/ 2096 w 871762"/>
                <a:gd name="connsiteY2" fmla="*/ 544433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25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256"/>
                  </a:moveTo>
                  <a:lnTo>
                    <a:pt x="9919" y="552256"/>
                  </a:lnTo>
                  <a:cubicBezTo>
                    <a:pt x="5728" y="552256"/>
                    <a:pt x="2096" y="548903"/>
                    <a:pt x="2096" y="544433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256"/>
                    <a:pt x="862123" y="552256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52D2992C-FFBE-F760-3240-CC213AAAED79}"/>
                </a:ext>
              </a:extLst>
            </p:cNvPr>
            <p:cNvSpPr/>
            <p:nvPr/>
          </p:nvSpPr>
          <p:spPr>
            <a:xfrm>
              <a:off x="1117533" y="2275844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97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0A57B4CC-F435-5358-436C-6A7B95430712}"/>
                </a:ext>
              </a:extLst>
            </p:cNvPr>
            <p:cNvSpPr/>
            <p:nvPr/>
          </p:nvSpPr>
          <p:spPr>
            <a:xfrm>
              <a:off x="1111106" y="2446843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EA5A8287-E90D-3BC3-6E79-1ABFF52C1570}"/>
                </a:ext>
              </a:extLst>
            </p:cNvPr>
            <p:cNvSpPr/>
            <p:nvPr/>
          </p:nvSpPr>
          <p:spPr>
            <a:xfrm>
              <a:off x="1111106" y="2614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D2BE8683-FC06-4B5B-A284-CF1EF0668D1C}"/>
                </a:ext>
              </a:extLst>
            </p:cNvPr>
            <p:cNvSpPr/>
            <p:nvPr/>
          </p:nvSpPr>
          <p:spPr>
            <a:xfrm>
              <a:off x="1138328" y="2633211"/>
              <a:ext cx="55882" cy="81029"/>
            </a:xfrm>
            <a:custGeom>
              <a:avLst/>
              <a:gdLst>
                <a:gd name="connsiteX0" fmla="*/ 55904 w 55882"/>
                <a:gd name="connsiteY0" fmla="*/ 28919 h 81029"/>
                <a:gd name="connsiteX1" fmla="*/ 29080 w 55882"/>
                <a:gd name="connsiteY1" fmla="*/ 2096 h 81029"/>
                <a:gd name="connsiteX2" fmla="*/ 2257 w 55882"/>
                <a:gd name="connsiteY2" fmla="*/ 28919 h 81029"/>
                <a:gd name="connsiteX3" fmla="*/ 29080 w 55882"/>
                <a:gd name="connsiteY3" fmla="*/ 79772 h 81029"/>
                <a:gd name="connsiteX4" fmla="*/ 55904 w 55882"/>
                <a:gd name="connsiteY4" fmla="*/ 28919 h 8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82" h="81029">
                  <a:moveTo>
                    <a:pt x="55904" y="28919"/>
                  </a:moveTo>
                  <a:cubicBezTo>
                    <a:pt x="55904" y="14110"/>
                    <a:pt x="43889" y="2096"/>
                    <a:pt x="29080" y="2096"/>
                  </a:cubicBezTo>
                  <a:cubicBezTo>
                    <a:pt x="14271" y="2096"/>
                    <a:pt x="2257" y="14110"/>
                    <a:pt x="2257" y="28919"/>
                  </a:cubicBezTo>
                  <a:cubicBezTo>
                    <a:pt x="2257" y="28919"/>
                    <a:pt x="-1655" y="57419"/>
                    <a:pt x="29080" y="79772"/>
                  </a:cubicBezTo>
                  <a:cubicBezTo>
                    <a:pt x="59536" y="57419"/>
                    <a:pt x="55904" y="28919"/>
                    <a:pt x="55904" y="2891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331A122-56FB-F76C-3C1C-DF53D65F4011}"/>
                </a:ext>
              </a:extLst>
            </p:cNvPr>
            <p:cNvSpPr/>
            <p:nvPr/>
          </p:nvSpPr>
          <p:spPr>
            <a:xfrm>
              <a:off x="1145703" y="2640425"/>
              <a:ext cx="41912" cy="41912"/>
            </a:xfrm>
            <a:custGeom>
              <a:avLst/>
              <a:gdLst>
                <a:gd name="connsiteX0" fmla="*/ 23102 w 41911"/>
                <a:gd name="connsiteY0" fmla="*/ 40984 h 41911"/>
                <a:gd name="connsiteX1" fmla="*/ 2146 w 41911"/>
                <a:gd name="connsiteY1" fmla="*/ 20028 h 41911"/>
                <a:gd name="connsiteX2" fmla="*/ 20028 w 41911"/>
                <a:gd name="connsiteY2" fmla="*/ 2146 h 41911"/>
                <a:gd name="connsiteX3" fmla="*/ 40984 w 41911"/>
                <a:gd name="connsiteY3" fmla="*/ 23102 h 41911"/>
                <a:gd name="connsiteX4" fmla="*/ 23102 w 41911"/>
                <a:gd name="connsiteY4" fmla="*/ 40984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11" h="41911">
                  <a:moveTo>
                    <a:pt x="23102" y="40984"/>
                  </a:moveTo>
                  <a:cubicBezTo>
                    <a:pt x="11087" y="41822"/>
                    <a:pt x="1308" y="32043"/>
                    <a:pt x="2146" y="20028"/>
                  </a:cubicBezTo>
                  <a:cubicBezTo>
                    <a:pt x="2984" y="10528"/>
                    <a:pt x="10528" y="2984"/>
                    <a:pt x="20028" y="2146"/>
                  </a:cubicBezTo>
                  <a:cubicBezTo>
                    <a:pt x="32043" y="1308"/>
                    <a:pt x="41822" y="11087"/>
                    <a:pt x="40984" y="23102"/>
                  </a:cubicBezTo>
                  <a:cubicBezTo>
                    <a:pt x="40146" y="32602"/>
                    <a:pt x="32602" y="40425"/>
                    <a:pt x="23102" y="40984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2BDA30DC-CFFC-B2DD-B3AD-49DAF686A348}"/>
                </a:ext>
              </a:extLst>
            </p:cNvPr>
            <p:cNvSpPr/>
            <p:nvPr/>
          </p:nvSpPr>
          <p:spPr>
            <a:xfrm>
              <a:off x="1127592" y="2466961"/>
              <a:ext cx="78235" cy="78235"/>
            </a:xfrm>
            <a:custGeom>
              <a:avLst/>
              <a:gdLst>
                <a:gd name="connsiteX0" fmla="*/ 76419 w 78235"/>
                <a:gd name="connsiteY0" fmla="*/ 39257 h 78235"/>
                <a:gd name="connsiteX1" fmla="*/ 39257 w 78235"/>
                <a:gd name="connsiteY1" fmla="*/ 76419 h 78235"/>
                <a:gd name="connsiteX2" fmla="*/ 2096 w 78235"/>
                <a:gd name="connsiteY2" fmla="*/ 39257 h 78235"/>
                <a:gd name="connsiteX3" fmla="*/ 39257 w 78235"/>
                <a:gd name="connsiteY3" fmla="*/ 2096 h 78235"/>
                <a:gd name="connsiteX4" fmla="*/ 76419 w 78235"/>
                <a:gd name="connsiteY4" fmla="*/ 39257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5" h="78235">
                  <a:moveTo>
                    <a:pt x="76419" y="39257"/>
                  </a:moveTo>
                  <a:cubicBezTo>
                    <a:pt x="76419" y="59654"/>
                    <a:pt x="59934" y="76419"/>
                    <a:pt x="39257" y="76419"/>
                  </a:cubicBezTo>
                  <a:cubicBezTo>
                    <a:pt x="18581" y="76419"/>
                    <a:pt x="2096" y="59934"/>
                    <a:pt x="2096" y="39257"/>
                  </a:cubicBezTo>
                  <a:cubicBezTo>
                    <a:pt x="2096" y="18860"/>
                    <a:pt x="18581" y="2096"/>
                    <a:pt x="39257" y="2096"/>
                  </a:cubicBezTo>
                  <a:cubicBezTo>
                    <a:pt x="59934" y="2096"/>
                    <a:pt x="76419" y="18860"/>
                    <a:pt x="76419" y="39257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5D89C011-2E99-B2DD-5392-6687A5C84777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8D9ABA3-116C-51BF-1205-2B8787ACCD9A}"/>
                </a:ext>
              </a:extLst>
            </p:cNvPr>
            <p:cNvSpPr/>
            <p:nvPr/>
          </p:nvSpPr>
          <p:spPr>
            <a:xfrm>
              <a:off x="1133666" y="2471990"/>
              <a:ext cx="64265" cy="27941"/>
            </a:xfrm>
            <a:custGeom>
              <a:avLst/>
              <a:gdLst>
                <a:gd name="connsiteX0" fmla="*/ 33183 w 64264"/>
                <a:gd name="connsiteY0" fmla="*/ 4331 h 27941"/>
                <a:gd name="connsiteX1" fmla="*/ 61962 w 64264"/>
                <a:gd name="connsiteY1" fmla="*/ 25846 h 27941"/>
                <a:gd name="connsiteX2" fmla="*/ 63080 w 64264"/>
                <a:gd name="connsiteY2" fmla="*/ 26684 h 27941"/>
                <a:gd name="connsiteX3" fmla="*/ 63080 w 64264"/>
                <a:gd name="connsiteY3" fmla="*/ 26684 h 27941"/>
                <a:gd name="connsiteX4" fmla="*/ 64198 w 64264"/>
                <a:gd name="connsiteY4" fmla="*/ 25287 h 27941"/>
                <a:gd name="connsiteX5" fmla="*/ 33183 w 64264"/>
                <a:gd name="connsiteY5" fmla="*/ 2096 h 27941"/>
                <a:gd name="connsiteX6" fmla="*/ 2168 w 64264"/>
                <a:gd name="connsiteY6" fmla="*/ 25287 h 27941"/>
                <a:gd name="connsiteX7" fmla="*/ 3286 w 64264"/>
                <a:gd name="connsiteY7" fmla="*/ 26684 h 27941"/>
                <a:gd name="connsiteX8" fmla="*/ 3286 w 64264"/>
                <a:gd name="connsiteY8" fmla="*/ 26684 h 27941"/>
                <a:gd name="connsiteX9" fmla="*/ 4404 w 64264"/>
                <a:gd name="connsiteY9" fmla="*/ 25846 h 27941"/>
                <a:gd name="connsiteX10" fmla="*/ 33183 w 64264"/>
                <a:gd name="connsiteY10" fmla="*/ 4331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7941">
                  <a:moveTo>
                    <a:pt x="33183" y="4331"/>
                  </a:moveTo>
                  <a:cubicBezTo>
                    <a:pt x="46874" y="4331"/>
                    <a:pt x="58050" y="13272"/>
                    <a:pt x="61962" y="25846"/>
                  </a:cubicBezTo>
                  <a:cubicBezTo>
                    <a:pt x="62242" y="26404"/>
                    <a:pt x="62521" y="26684"/>
                    <a:pt x="63080" y="26684"/>
                  </a:cubicBezTo>
                  <a:lnTo>
                    <a:pt x="63080" y="26684"/>
                  </a:lnTo>
                  <a:cubicBezTo>
                    <a:pt x="63918" y="26684"/>
                    <a:pt x="64477" y="25846"/>
                    <a:pt x="64198" y="25287"/>
                  </a:cubicBezTo>
                  <a:cubicBezTo>
                    <a:pt x="60286" y="11875"/>
                    <a:pt x="47992" y="2096"/>
                    <a:pt x="33183" y="2096"/>
                  </a:cubicBezTo>
                  <a:cubicBezTo>
                    <a:pt x="18654" y="2096"/>
                    <a:pt x="6080" y="11875"/>
                    <a:pt x="2168" y="25287"/>
                  </a:cubicBezTo>
                  <a:cubicBezTo>
                    <a:pt x="1889" y="26125"/>
                    <a:pt x="2448" y="26684"/>
                    <a:pt x="3286" y="26684"/>
                  </a:cubicBezTo>
                  <a:lnTo>
                    <a:pt x="3286" y="26684"/>
                  </a:lnTo>
                  <a:cubicBezTo>
                    <a:pt x="3845" y="26684"/>
                    <a:pt x="4404" y="26404"/>
                    <a:pt x="4404" y="25846"/>
                  </a:cubicBezTo>
                  <a:cubicBezTo>
                    <a:pt x="8036" y="13272"/>
                    <a:pt x="19492" y="4331"/>
                    <a:pt x="33183" y="4331"/>
                  </a:cubicBezTo>
                  <a:close/>
                </a:path>
              </a:pathLst>
            </a:custGeom>
            <a:solidFill>
              <a:srgbClr val="A488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88A8F98E-40A6-F4C3-5517-4EC8BA9B7E13}"/>
                </a:ext>
              </a:extLst>
            </p:cNvPr>
            <p:cNvSpPr/>
            <p:nvPr/>
          </p:nvSpPr>
          <p:spPr>
            <a:xfrm>
              <a:off x="1127841" y="2504961"/>
              <a:ext cx="75441" cy="39118"/>
            </a:xfrm>
            <a:custGeom>
              <a:avLst/>
              <a:gdLst>
                <a:gd name="connsiteX0" fmla="*/ 72258 w 75441"/>
                <a:gd name="connsiteY0" fmla="*/ 2096 h 39117"/>
                <a:gd name="connsiteX1" fmla="*/ 68626 w 75441"/>
                <a:gd name="connsiteY1" fmla="*/ 5169 h 39117"/>
                <a:gd name="connsiteX2" fmla="*/ 39008 w 75441"/>
                <a:gd name="connsiteY2" fmla="*/ 31154 h 39117"/>
                <a:gd name="connsiteX3" fmla="*/ 9391 w 75441"/>
                <a:gd name="connsiteY3" fmla="*/ 5169 h 39117"/>
                <a:gd name="connsiteX4" fmla="*/ 5758 w 75441"/>
                <a:gd name="connsiteY4" fmla="*/ 2096 h 39117"/>
                <a:gd name="connsiteX5" fmla="*/ 5758 w 75441"/>
                <a:gd name="connsiteY5" fmla="*/ 2096 h 39117"/>
                <a:gd name="connsiteX6" fmla="*/ 2126 w 75441"/>
                <a:gd name="connsiteY6" fmla="*/ 6007 h 39117"/>
                <a:gd name="connsiteX7" fmla="*/ 39008 w 75441"/>
                <a:gd name="connsiteY7" fmla="*/ 38140 h 39117"/>
                <a:gd name="connsiteX8" fmla="*/ 75891 w 75441"/>
                <a:gd name="connsiteY8" fmla="*/ 6007 h 39117"/>
                <a:gd name="connsiteX9" fmla="*/ 72258 w 75441"/>
                <a:gd name="connsiteY9" fmla="*/ 2096 h 39117"/>
                <a:gd name="connsiteX10" fmla="*/ 72258 w 75441"/>
                <a:gd name="connsiteY10" fmla="*/ 2096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441" h="39117">
                  <a:moveTo>
                    <a:pt x="72258" y="2096"/>
                  </a:moveTo>
                  <a:cubicBezTo>
                    <a:pt x="70582" y="2096"/>
                    <a:pt x="68905" y="3493"/>
                    <a:pt x="68626" y="5169"/>
                  </a:cubicBezTo>
                  <a:cubicBezTo>
                    <a:pt x="66670" y="19699"/>
                    <a:pt x="54097" y="31154"/>
                    <a:pt x="39008" y="31154"/>
                  </a:cubicBezTo>
                  <a:cubicBezTo>
                    <a:pt x="23920" y="31154"/>
                    <a:pt x="11347" y="19978"/>
                    <a:pt x="9391" y="5169"/>
                  </a:cubicBezTo>
                  <a:cubicBezTo>
                    <a:pt x="9111" y="3493"/>
                    <a:pt x="7714" y="2096"/>
                    <a:pt x="5758" y="2096"/>
                  </a:cubicBezTo>
                  <a:lnTo>
                    <a:pt x="5758" y="2096"/>
                  </a:lnTo>
                  <a:cubicBezTo>
                    <a:pt x="3523" y="2096"/>
                    <a:pt x="1847" y="4051"/>
                    <a:pt x="2126" y="6007"/>
                  </a:cubicBezTo>
                  <a:cubicBezTo>
                    <a:pt x="4641" y="24169"/>
                    <a:pt x="20008" y="38140"/>
                    <a:pt x="39008" y="38140"/>
                  </a:cubicBezTo>
                  <a:cubicBezTo>
                    <a:pt x="57729" y="38140"/>
                    <a:pt x="73376" y="24169"/>
                    <a:pt x="75891" y="6007"/>
                  </a:cubicBezTo>
                  <a:cubicBezTo>
                    <a:pt x="75891" y="4051"/>
                    <a:pt x="74214" y="2096"/>
                    <a:pt x="72258" y="2096"/>
                  </a:cubicBezTo>
                  <a:lnTo>
                    <a:pt x="72258" y="2096"/>
                  </a:lnTo>
                  <a:close/>
                </a:path>
              </a:pathLst>
            </a:custGeom>
            <a:solidFill>
              <a:srgbClr val="6056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482E60D-0644-8698-124B-F65C47EDE55F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3F002C81-83FA-F77B-6FFA-4AEE48D7AA19}"/>
                </a:ext>
              </a:extLst>
            </p:cNvPr>
            <p:cNvSpPr/>
            <p:nvPr/>
          </p:nvSpPr>
          <p:spPr>
            <a:xfrm>
              <a:off x="1134504" y="2513623"/>
              <a:ext cx="64265" cy="25147"/>
            </a:xfrm>
            <a:custGeom>
              <a:avLst/>
              <a:gdLst>
                <a:gd name="connsiteX0" fmla="*/ 61403 w 64264"/>
                <a:gd name="connsiteY0" fmla="*/ 2096 h 25147"/>
                <a:gd name="connsiteX1" fmla="*/ 60286 w 64264"/>
                <a:gd name="connsiteY1" fmla="*/ 2934 h 25147"/>
                <a:gd name="connsiteX2" fmla="*/ 32345 w 64264"/>
                <a:gd name="connsiteY2" fmla="*/ 22493 h 25147"/>
                <a:gd name="connsiteX3" fmla="*/ 4404 w 64264"/>
                <a:gd name="connsiteY3" fmla="*/ 2934 h 25147"/>
                <a:gd name="connsiteX4" fmla="*/ 3286 w 64264"/>
                <a:gd name="connsiteY4" fmla="*/ 2096 h 25147"/>
                <a:gd name="connsiteX5" fmla="*/ 3286 w 64264"/>
                <a:gd name="connsiteY5" fmla="*/ 2096 h 25147"/>
                <a:gd name="connsiteX6" fmla="*/ 2168 w 64264"/>
                <a:gd name="connsiteY6" fmla="*/ 3772 h 25147"/>
                <a:gd name="connsiteX7" fmla="*/ 32345 w 64264"/>
                <a:gd name="connsiteY7" fmla="*/ 24728 h 25147"/>
                <a:gd name="connsiteX8" fmla="*/ 62521 w 64264"/>
                <a:gd name="connsiteY8" fmla="*/ 3772 h 25147"/>
                <a:gd name="connsiteX9" fmla="*/ 61403 w 64264"/>
                <a:gd name="connsiteY9" fmla="*/ 2096 h 25147"/>
                <a:gd name="connsiteX10" fmla="*/ 61403 w 64264"/>
                <a:gd name="connsiteY10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5147">
                  <a:moveTo>
                    <a:pt x="61403" y="2096"/>
                  </a:moveTo>
                  <a:cubicBezTo>
                    <a:pt x="60845" y="2096"/>
                    <a:pt x="60565" y="2375"/>
                    <a:pt x="60286" y="2934"/>
                  </a:cubicBezTo>
                  <a:cubicBezTo>
                    <a:pt x="56095" y="14390"/>
                    <a:pt x="45198" y="22493"/>
                    <a:pt x="32345" y="22493"/>
                  </a:cubicBezTo>
                  <a:cubicBezTo>
                    <a:pt x="19492" y="22493"/>
                    <a:pt x="8595" y="14390"/>
                    <a:pt x="4404" y="2934"/>
                  </a:cubicBezTo>
                  <a:cubicBezTo>
                    <a:pt x="4124" y="2375"/>
                    <a:pt x="3845" y="2096"/>
                    <a:pt x="3286" y="2096"/>
                  </a:cubicBezTo>
                  <a:lnTo>
                    <a:pt x="3286" y="2096"/>
                  </a:lnTo>
                  <a:cubicBezTo>
                    <a:pt x="2448" y="2096"/>
                    <a:pt x="1889" y="2934"/>
                    <a:pt x="2168" y="3772"/>
                  </a:cubicBezTo>
                  <a:cubicBezTo>
                    <a:pt x="6639" y="16066"/>
                    <a:pt x="18654" y="24728"/>
                    <a:pt x="32345" y="24728"/>
                  </a:cubicBezTo>
                  <a:cubicBezTo>
                    <a:pt x="46315" y="24728"/>
                    <a:pt x="58050" y="16066"/>
                    <a:pt x="62521" y="3772"/>
                  </a:cubicBezTo>
                  <a:cubicBezTo>
                    <a:pt x="62800" y="2934"/>
                    <a:pt x="62242" y="2096"/>
                    <a:pt x="61403" y="2096"/>
                  </a:cubicBezTo>
                  <a:lnTo>
                    <a:pt x="61403" y="2096"/>
                  </a:ln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616F1B7A-4CBE-AE38-95AF-BB225118CD8F}"/>
                </a:ext>
              </a:extLst>
            </p:cNvPr>
            <p:cNvSpPr/>
            <p:nvPr/>
          </p:nvSpPr>
          <p:spPr>
            <a:xfrm>
              <a:off x="1163356" y="2482887"/>
              <a:ext cx="5588" cy="27941"/>
            </a:xfrm>
            <a:custGeom>
              <a:avLst/>
              <a:gdLst>
                <a:gd name="connsiteX0" fmla="*/ 3493 w 5588"/>
                <a:gd name="connsiteY0" fmla="*/ 25846 h 27941"/>
                <a:gd name="connsiteX1" fmla="*/ 3493 w 5588"/>
                <a:gd name="connsiteY1" fmla="*/ 25846 h 27941"/>
                <a:gd name="connsiteX2" fmla="*/ 2096 w 5588"/>
                <a:gd name="connsiteY2" fmla="*/ 24448 h 27941"/>
                <a:gd name="connsiteX3" fmla="*/ 2096 w 5588"/>
                <a:gd name="connsiteY3" fmla="*/ 3493 h 27941"/>
                <a:gd name="connsiteX4" fmla="*/ 3493 w 5588"/>
                <a:gd name="connsiteY4" fmla="*/ 2096 h 27941"/>
                <a:gd name="connsiteX5" fmla="*/ 3493 w 5588"/>
                <a:gd name="connsiteY5" fmla="*/ 2096 h 27941"/>
                <a:gd name="connsiteX6" fmla="*/ 4890 w 5588"/>
                <a:gd name="connsiteY6" fmla="*/ 3493 h 27941"/>
                <a:gd name="connsiteX7" fmla="*/ 4890 w 5588"/>
                <a:gd name="connsiteY7" fmla="*/ 24448 h 27941"/>
                <a:gd name="connsiteX8" fmla="*/ 3493 w 5588"/>
                <a:gd name="connsiteY8" fmla="*/ 25846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" h="27941">
                  <a:moveTo>
                    <a:pt x="3493" y="25846"/>
                  </a:moveTo>
                  <a:lnTo>
                    <a:pt x="3493" y="25846"/>
                  </a:lnTo>
                  <a:cubicBezTo>
                    <a:pt x="2654" y="25846"/>
                    <a:pt x="2096" y="25287"/>
                    <a:pt x="2096" y="24448"/>
                  </a:cubicBezTo>
                  <a:lnTo>
                    <a:pt x="2096" y="3493"/>
                  </a:lnTo>
                  <a:cubicBezTo>
                    <a:pt x="2096" y="2654"/>
                    <a:pt x="2654" y="2096"/>
                    <a:pt x="3493" y="2096"/>
                  </a:cubicBezTo>
                  <a:lnTo>
                    <a:pt x="3493" y="2096"/>
                  </a:lnTo>
                  <a:cubicBezTo>
                    <a:pt x="4331" y="2096"/>
                    <a:pt x="4890" y="2654"/>
                    <a:pt x="4890" y="3493"/>
                  </a:cubicBezTo>
                  <a:lnTo>
                    <a:pt x="4890" y="24448"/>
                  </a:lnTo>
                  <a:cubicBezTo>
                    <a:pt x="4890" y="25287"/>
                    <a:pt x="4051" y="25846"/>
                    <a:pt x="3493" y="2584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A5BCF509-1C3A-2E74-1F91-3928B8C84A8B}"/>
                </a:ext>
              </a:extLst>
            </p:cNvPr>
            <p:cNvSpPr/>
            <p:nvPr/>
          </p:nvSpPr>
          <p:spPr>
            <a:xfrm>
              <a:off x="1163246" y="2503939"/>
              <a:ext cx="19559" cy="16765"/>
            </a:xfrm>
            <a:custGeom>
              <a:avLst/>
              <a:gdLst>
                <a:gd name="connsiteX0" fmla="*/ 2485 w 19558"/>
                <a:gd name="connsiteY0" fmla="*/ 2559 h 16764"/>
                <a:gd name="connsiteX1" fmla="*/ 2485 w 19558"/>
                <a:gd name="connsiteY1" fmla="*/ 2559 h 16764"/>
                <a:gd name="connsiteX2" fmla="*/ 4441 w 19558"/>
                <a:gd name="connsiteY2" fmla="*/ 2279 h 16764"/>
                <a:gd name="connsiteX3" fmla="*/ 17294 w 19558"/>
                <a:gd name="connsiteY3" fmla="*/ 13176 h 16764"/>
                <a:gd name="connsiteX4" fmla="*/ 17573 w 19558"/>
                <a:gd name="connsiteY4" fmla="*/ 15132 h 16764"/>
                <a:gd name="connsiteX5" fmla="*/ 17573 w 19558"/>
                <a:gd name="connsiteY5" fmla="*/ 15132 h 16764"/>
                <a:gd name="connsiteX6" fmla="*/ 15617 w 19558"/>
                <a:gd name="connsiteY6" fmla="*/ 15411 h 16764"/>
                <a:gd name="connsiteX7" fmla="*/ 2764 w 19558"/>
                <a:gd name="connsiteY7" fmla="*/ 4514 h 16764"/>
                <a:gd name="connsiteX8" fmla="*/ 2485 w 19558"/>
                <a:gd name="connsiteY8" fmla="*/ 2559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58" h="16764">
                  <a:moveTo>
                    <a:pt x="2485" y="2559"/>
                  </a:moveTo>
                  <a:lnTo>
                    <a:pt x="2485" y="2559"/>
                  </a:lnTo>
                  <a:cubicBezTo>
                    <a:pt x="3044" y="2000"/>
                    <a:pt x="3882" y="2000"/>
                    <a:pt x="4441" y="2279"/>
                  </a:cubicBezTo>
                  <a:lnTo>
                    <a:pt x="17294" y="13176"/>
                  </a:lnTo>
                  <a:cubicBezTo>
                    <a:pt x="17853" y="13735"/>
                    <a:pt x="17853" y="14573"/>
                    <a:pt x="17573" y="15132"/>
                  </a:cubicBezTo>
                  <a:lnTo>
                    <a:pt x="17573" y="15132"/>
                  </a:lnTo>
                  <a:cubicBezTo>
                    <a:pt x="17014" y="15691"/>
                    <a:pt x="16176" y="15691"/>
                    <a:pt x="15617" y="15411"/>
                  </a:cubicBezTo>
                  <a:lnTo>
                    <a:pt x="2764" y="4514"/>
                  </a:lnTo>
                  <a:cubicBezTo>
                    <a:pt x="1926" y="4235"/>
                    <a:pt x="1926" y="3397"/>
                    <a:pt x="2485" y="255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EBA874A1-F9CD-5EE9-9B53-393F7862A8B6}"/>
                </a:ext>
              </a:extLst>
            </p:cNvPr>
            <p:cNvSpPr/>
            <p:nvPr/>
          </p:nvSpPr>
          <p:spPr>
            <a:xfrm>
              <a:off x="1163915" y="2476182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697159F-DE42-3D22-10DA-FF148EDAA00F}"/>
                </a:ext>
              </a:extLst>
            </p:cNvPr>
            <p:cNvSpPr/>
            <p:nvPr/>
          </p:nvSpPr>
          <p:spPr>
            <a:xfrm>
              <a:off x="1163915" y="2528711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00294F1A-2A12-E99F-B767-6B487CF3F7B5}"/>
                </a:ext>
              </a:extLst>
            </p:cNvPr>
            <p:cNvSpPr/>
            <p:nvPr/>
          </p:nvSpPr>
          <p:spPr>
            <a:xfrm>
              <a:off x="1136779" y="2503289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34190E38-44B4-3A26-BF7A-8BE10D634C53}"/>
                </a:ext>
              </a:extLst>
            </p:cNvPr>
            <p:cNvSpPr/>
            <p:nvPr/>
          </p:nvSpPr>
          <p:spPr>
            <a:xfrm>
              <a:off x="1189182" y="2503163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8DC52DF6-4D68-8AAD-6277-9AD40626F852}"/>
                </a:ext>
              </a:extLst>
            </p:cNvPr>
            <p:cNvSpPr/>
            <p:nvPr/>
          </p:nvSpPr>
          <p:spPr>
            <a:xfrm>
              <a:off x="1143577" y="2483212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29 w 8382"/>
                <a:gd name="connsiteY2" fmla="*/ 4940 h 8382"/>
                <a:gd name="connsiteX3" fmla="*/ 4938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29" y="4940"/>
                  </a:lnTo>
                  <a:lnTo>
                    <a:pt x="4938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28B75B1F-059D-80C3-E4EE-4A2EF2074DF2}"/>
                </a:ext>
              </a:extLst>
            </p:cNvPr>
            <p:cNvSpPr/>
            <p:nvPr/>
          </p:nvSpPr>
          <p:spPr>
            <a:xfrm>
              <a:off x="1180585" y="2520067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30 w 8382"/>
                <a:gd name="connsiteY2" fmla="*/ 4939 h 8382"/>
                <a:gd name="connsiteX3" fmla="*/ 4939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30" y="4939"/>
                  </a:lnTo>
                  <a:lnTo>
                    <a:pt x="4939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0BE18FA5-BE7C-643F-D151-F387BAE493C7}"/>
                </a:ext>
              </a:extLst>
            </p:cNvPr>
            <p:cNvSpPr/>
            <p:nvPr/>
          </p:nvSpPr>
          <p:spPr>
            <a:xfrm>
              <a:off x="1143589" y="2520283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39 h 8382"/>
                <a:gd name="connsiteX2" fmla="*/ 4939 w 8382"/>
                <a:gd name="connsiteY2" fmla="*/ 2964 h 8382"/>
                <a:gd name="connsiteX3" fmla="*/ 5730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39"/>
                  </a:lnTo>
                  <a:lnTo>
                    <a:pt x="4939" y="2964"/>
                  </a:lnTo>
                  <a:lnTo>
                    <a:pt x="5730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4E2FEF4D-271F-F0D2-C8C2-A76B26C1D685}"/>
                </a:ext>
              </a:extLst>
            </p:cNvPr>
            <p:cNvSpPr/>
            <p:nvPr/>
          </p:nvSpPr>
          <p:spPr>
            <a:xfrm>
              <a:off x="1180755" y="2483065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40 h 8382"/>
                <a:gd name="connsiteX2" fmla="*/ 4938 w 8382"/>
                <a:gd name="connsiteY2" fmla="*/ 2964 h 8382"/>
                <a:gd name="connsiteX3" fmla="*/ 5729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40"/>
                  </a:lnTo>
                  <a:lnTo>
                    <a:pt x="4938" y="2964"/>
                  </a:lnTo>
                  <a:lnTo>
                    <a:pt x="5729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B5CFB61F-959C-425E-106C-2EB6F584E5E0}"/>
                </a:ext>
              </a:extLst>
            </p:cNvPr>
            <p:cNvSpPr/>
            <p:nvPr/>
          </p:nvSpPr>
          <p:spPr>
            <a:xfrm>
              <a:off x="1111106" y="2272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AC352461-5C48-D998-89CF-7E88E0244E05}"/>
                </a:ext>
              </a:extLst>
            </p:cNvPr>
            <p:cNvSpPr/>
            <p:nvPr/>
          </p:nvSpPr>
          <p:spPr>
            <a:xfrm>
              <a:off x="1431311" y="2075506"/>
              <a:ext cx="262646" cy="441470"/>
            </a:xfrm>
            <a:custGeom>
              <a:avLst/>
              <a:gdLst>
                <a:gd name="connsiteX0" fmla="*/ 258874 w 262646"/>
                <a:gd name="connsiteY0" fmla="*/ 441050 h 441469"/>
                <a:gd name="connsiteX1" fmla="*/ 5728 w 262646"/>
                <a:gd name="connsiteY1" fmla="*/ 441050 h 441469"/>
                <a:gd name="connsiteX2" fmla="*/ 2096 w 262646"/>
                <a:gd name="connsiteY2" fmla="*/ 437418 h 441469"/>
                <a:gd name="connsiteX3" fmla="*/ 2096 w 262646"/>
                <a:gd name="connsiteY3" fmla="*/ 5728 h 441469"/>
                <a:gd name="connsiteX4" fmla="*/ 5728 w 262646"/>
                <a:gd name="connsiteY4" fmla="*/ 2096 h 441469"/>
                <a:gd name="connsiteX5" fmla="*/ 258874 w 262646"/>
                <a:gd name="connsiteY5" fmla="*/ 2096 h 441469"/>
                <a:gd name="connsiteX6" fmla="*/ 262507 w 262646"/>
                <a:gd name="connsiteY6" fmla="*/ 5728 h 441469"/>
                <a:gd name="connsiteX7" fmla="*/ 262507 w 262646"/>
                <a:gd name="connsiteY7" fmla="*/ 437139 h 441469"/>
                <a:gd name="connsiteX8" fmla="*/ 258874 w 262646"/>
                <a:gd name="connsiteY8" fmla="*/ 441050 h 44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646" h="441469">
                  <a:moveTo>
                    <a:pt x="258874" y="441050"/>
                  </a:moveTo>
                  <a:lnTo>
                    <a:pt x="5728" y="441050"/>
                  </a:lnTo>
                  <a:cubicBezTo>
                    <a:pt x="3772" y="441050"/>
                    <a:pt x="2096" y="439374"/>
                    <a:pt x="2096" y="437418"/>
                  </a:cubicBezTo>
                  <a:lnTo>
                    <a:pt x="2096" y="5728"/>
                  </a:lnTo>
                  <a:cubicBezTo>
                    <a:pt x="2096" y="3772"/>
                    <a:pt x="3772" y="2096"/>
                    <a:pt x="5728" y="2096"/>
                  </a:cubicBezTo>
                  <a:lnTo>
                    <a:pt x="258874" y="2096"/>
                  </a:lnTo>
                  <a:cubicBezTo>
                    <a:pt x="260830" y="2096"/>
                    <a:pt x="262507" y="3772"/>
                    <a:pt x="262507" y="5728"/>
                  </a:cubicBezTo>
                  <a:lnTo>
                    <a:pt x="262507" y="437139"/>
                  </a:lnTo>
                  <a:cubicBezTo>
                    <a:pt x="262507" y="439374"/>
                    <a:pt x="260830" y="441050"/>
                    <a:pt x="258874" y="44105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8941130F-E521-9D47-725C-9454FA775323}"/>
                </a:ext>
              </a:extLst>
            </p:cNvPr>
            <p:cNvSpPr/>
            <p:nvPr/>
          </p:nvSpPr>
          <p:spPr>
            <a:xfrm>
              <a:off x="1476017" y="2111271"/>
              <a:ext cx="170441" cy="39118"/>
            </a:xfrm>
            <a:custGeom>
              <a:avLst/>
              <a:gdLst>
                <a:gd name="connsiteX0" fmla="*/ 167786 w 170440"/>
                <a:gd name="connsiteY0" fmla="*/ 38978 h 39117"/>
                <a:gd name="connsiteX1" fmla="*/ 4890 w 170440"/>
                <a:gd name="connsiteY1" fmla="*/ 38978 h 39117"/>
                <a:gd name="connsiteX2" fmla="*/ 2096 w 170440"/>
                <a:gd name="connsiteY2" fmla="*/ 36184 h 39117"/>
                <a:gd name="connsiteX3" fmla="*/ 2096 w 170440"/>
                <a:gd name="connsiteY3" fmla="*/ 4890 h 39117"/>
                <a:gd name="connsiteX4" fmla="*/ 4890 w 170440"/>
                <a:gd name="connsiteY4" fmla="*/ 2096 h 39117"/>
                <a:gd name="connsiteX5" fmla="*/ 167786 w 170440"/>
                <a:gd name="connsiteY5" fmla="*/ 2096 h 39117"/>
                <a:gd name="connsiteX6" fmla="*/ 170581 w 170440"/>
                <a:gd name="connsiteY6" fmla="*/ 4890 h 39117"/>
                <a:gd name="connsiteX7" fmla="*/ 170581 w 170440"/>
                <a:gd name="connsiteY7" fmla="*/ 36184 h 39117"/>
                <a:gd name="connsiteX8" fmla="*/ 167786 w 170440"/>
                <a:gd name="connsiteY8" fmla="*/ 38978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0440" h="39117">
                  <a:moveTo>
                    <a:pt x="167786" y="38978"/>
                  </a:moveTo>
                  <a:lnTo>
                    <a:pt x="4890" y="38978"/>
                  </a:lnTo>
                  <a:cubicBezTo>
                    <a:pt x="3213" y="38978"/>
                    <a:pt x="2096" y="37581"/>
                    <a:pt x="2096" y="36184"/>
                  </a:cubicBezTo>
                  <a:lnTo>
                    <a:pt x="2096" y="4890"/>
                  </a:lnTo>
                  <a:cubicBezTo>
                    <a:pt x="2096" y="3213"/>
                    <a:pt x="3493" y="2096"/>
                    <a:pt x="4890" y="2096"/>
                  </a:cubicBezTo>
                  <a:lnTo>
                    <a:pt x="167786" y="2096"/>
                  </a:lnTo>
                  <a:cubicBezTo>
                    <a:pt x="169463" y="2096"/>
                    <a:pt x="170581" y="3493"/>
                    <a:pt x="170581" y="4890"/>
                  </a:cubicBezTo>
                  <a:lnTo>
                    <a:pt x="170581" y="36184"/>
                  </a:lnTo>
                  <a:cubicBezTo>
                    <a:pt x="170581" y="37581"/>
                    <a:pt x="169463" y="38978"/>
                    <a:pt x="167786" y="3897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6972AEE7-0196-52EB-1BAA-F02A66AE4A7D}"/>
                </a:ext>
              </a:extLst>
            </p:cNvPr>
            <p:cNvSpPr/>
            <p:nvPr/>
          </p:nvSpPr>
          <p:spPr>
            <a:xfrm>
              <a:off x="1484679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26B3A282-7EA0-C9C6-8F89-C34ED13FB3E1}"/>
                </a:ext>
              </a:extLst>
            </p:cNvPr>
            <p:cNvSpPr/>
            <p:nvPr/>
          </p:nvSpPr>
          <p:spPr>
            <a:xfrm>
              <a:off x="1581355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817B3310-9BE2-74DC-F0FF-7B58FFFF19BD}"/>
                </a:ext>
              </a:extLst>
            </p:cNvPr>
            <p:cNvSpPr/>
            <p:nvPr/>
          </p:nvSpPr>
          <p:spPr>
            <a:xfrm>
              <a:off x="1472385" y="2185315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46F55F5D-7E6F-55A1-0A92-E544E12735ED}"/>
                </a:ext>
              </a:extLst>
            </p:cNvPr>
            <p:cNvSpPr/>
            <p:nvPr/>
          </p:nvSpPr>
          <p:spPr>
            <a:xfrm>
              <a:off x="1472385" y="2233653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574A43F1-8766-85E3-DF2B-6CC681BC9D6A}"/>
                </a:ext>
              </a:extLst>
            </p:cNvPr>
            <p:cNvSpPr/>
            <p:nvPr/>
          </p:nvSpPr>
          <p:spPr>
            <a:xfrm>
              <a:off x="1511223" y="2280035"/>
              <a:ext cx="106176" cy="8382"/>
            </a:xfrm>
            <a:custGeom>
              <a:avLst/>
              <a:gdLst>
                <a:gd name="connsiteX0" fmla="*/ 2096 w 106176"/>
                <a:gd name="connsiteY0" fmla="*/ 2096 h 8382"/>
                <a:gd name="connsiteX1" fmla="*/ 106316 w 106176"/>
                <a:gd name="connsiteY1" fmla="*/ 2096 h 8382"/>
                <a:gd name="connsiteX2" fmla="*/ 106316 w 106176"/>
                <a:gd name="connsiteY2" fmla="*/ 8522 h 8382"/>
                <a:gd name="connsiteX3" fmla="*/ 2096 w 106176"/>
                <a:gd name="connsiteY3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176" h="8382">
                  <a:moveTo>
                    <a:pt x="2096" y="2096"/>
                  </a:moveTo>
                  <a:lnTo>
                    <a:pt x="106316" y="2096"/>
                  </a:lnTo>
                  <a:lnTo>
                    <a:pt x="106316" y="8522"/>
                  </a:lnTo>
                  <a:lnTo>
                    <a:pt x="2096" y="8522"/>
                  </a:lnTo>
                  <a:close/>
                </a:path>
              </a:pathLst>
            </a:custGeom>
            <a:solidFill>
              <a:srgbClr val="CED2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A9CEBE44-BE24-2736-B474-B327FA87FF5E}"/>
                </a:ext>
              </a:extLst>
            </p:cNvPr>
            <p:cNvSpPr/>
            <p:nvPr/>
          </p:nvSpPr>
          <p:spPr>
            <a:xfrm>
              <a:off x="1866355" y="2360505"/>
              <a:ext cx="399558" cy="75441"/>
            </a:xfrm>
            <a:custGeom>
              <a:avLst/>
              <a:gdLst>
                <a:gd name="connsiteX0" fmla="*/ 363654 w 399557"/>
                <a:gd name="connsiteY0" fmla="*/ 74742 h 75441"/>
                <a:gd name="connsiteX1" fmla="*/ 38419 w 399557"/>
                <a:gd name="connsiteY1" fmla="*/ 74742 h 75441"/>
                <a:gd name="connsiteX2" fmla="*/ 2096 w 399557"/>
                <a:gd name="connsiteY2" fmla="*/ 38419 h 75441"/>
                <a:gd name="connsiteX3" fmla="*/ 2096 w 399557"/>
                <a:gd name="connsiteY3" fmla="*/ 38419 h 75441"/>
                <a:gd name="connsiteX4" fmla="*/ 38419 w 399557"/>
                <a:gd name="connsiteY4" fmla="*/ 2096 h 75441"/>
                <a:gd name="connsiteX5" fmla="*/ 363654 w 399557"/>
                <a:gd name="connsiteY5" fmla="*/ 2096 h 75441"/>
                <a:gd name="connsiteX6" fmla="*/ 399977 w 399557"/>
                <a:gd name="connsiteY6" fmla="*/ 38419 h 75441"/>
                <a:gd name="connsiteX7" fmla="*/ 399977 w 399557"/>
                <a:gd name="connsiteY7" fmla="*/ 38419 h 75441"/>
                <a:gd name="connsiteX8" fmla="*/ 363654 w 399557"/>
                <a:gd name="connsiteY8" fmla="*/ 74742 h 7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557" h="75441">
                  <a:moveTo>
                    <a:pt x="363654" y="74742"/>
                  </a:moveTo>
                  <a:lnTo>
                    <a:pt x="38419" y="74742"/>
                  </a:lnTo>
                  <a:cubicBezTo>
                    <a:pt x="18301" y="74742"/>
                    <a:pt x="2096" y="58537"/>
                    <a:pt x="2096" y="38419"/>
                  </a:cubicBezTo>
                  <a:lnTo>
                    <a:pt x="2096" y="38419"/>
                  </a:lnTo>
                  <a:cubicBezTo>
                    <a:pt x="2096" y="18301"/>
                    <a:pt x="18301" y="2096"/>
                    <a:pt x="38419" y="2096"/>
                  </a:cubicBezTo>
                  <a:lnTo>
                    <a:pt x="363654" y="2096"/>
                  </a:lnTo>
                  <a:cubicBezTo>
                    <a:pt x="383771" y="2096"/>
                    <a:pt x="399977" y="18301"/>
                    <a:pt x="399977" y="38419"/>
                  </a:cubicBezTo>
                  <a:lnTo>
                    <a:pt x="399977" y="38419"/>
                  </a:lnTo>
                  <a:cubicBezTo>
                    <a:pt x="399977" y="58537"/>
                    <a:pt x="383771" y="74742"/>
                    <a:pt x="363654" y="74742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26CB7990-7705-1C14-B915-4CE0481175EC}"/>
                </a:ext>
              </a:extLst>
            </p:cNvPr>
            <p:cNvSpPr/>
            <p:nvPr/>
          </p:nvSpPr>
          <p:spPr>
            <a:xfrm>
              <a:off x="1714076" y="2066565"/>
              <a:ext cx="265441" cy="61470"/>
            </a:xfrm>
            <a:custGeom>
              <a:avLst/>
              <a:gdLst>
                <a:gd name="connsiteX0" fmla="*/ 234286 w 265440"/>
                <a:gd name="connsiteY0" fmla="*/ 61331 h 61470"/>
                <a:gd name="connsiteX1" fmla="*/ 31713 w 265440"/>
                <a:gd name="connsiteY1" fmla="*/ 61331 h 61470"/>
                <a:gd name="connsiteX2" fmla="*/ 2096 w 265440"/>
                <a:gd name="connsiteY2" fmla="*/ 31713 h 61470"/>
                <a:gd name="connsiteX3" fmla="*/ 2096 w 265440"/>
                <a:gd name="connsiteY3" fmla="*/ 31713 h 61470"/>
                <a:gd name="connsiteX4" fmla="*/ 31713 w 265440"/>
                <a:gd name="connsiteY4" fmla="*/ 2096 h 61470"/>
                <a:gd name="connsiteX5" fmla="*/ 234286 w 265440"/>
                <a:gd name="connsiteY5" fmla="*/ 2096 h 61470"/>
                <a:gd name="connsiteX6" fmla="*/ 263904 w 265440"/>
                <a:gd name="connsiteY6" fmla="*/ 31713 h 61470"/>
                <a:gd name="connsiteX7" fmla="*/ 263904 w 265440"/>
                <a:gd name="connsiteY7" fmla="*/ 31713 h 61470"/>
                <a:gd name="connsiteX8" fmla="*/ 234286 w 265440"/>
                <a:gd name="connsiteY8" fmla="*/ 61331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440" h="61470">
                  <a:moveTo>
                    <a:pt x="234286" y="61331"/>
                  </a:moveTo>
                  <a:lnTo>
                    <a:pt x="31713" y="61331"/>
                  </a:lnTo>
                  <a:cubicBezTo>
                    <a:pt x="15228" y="61331"/>
                    <a:pt x="2096" y="47919"/>
                    <a:pt x="2096" y="31713"/>
                  </a:cubicBezTo>
                  <a:lnTo>
                    <a:pt x="2096" y="31713"/>
                  </a:lnTo>
                  <a:cubicBezTo>
                    <a:pt x="2096" y="15228"/>
                    <a:pt x="15507" y="2096"/>
                    <a:pt x="31713" y="2096"/>
                  </a:cubicBezTo>
                  <a:lnTo>
                    <a:pt x="234286" y="2096"/>
                  </a:lnTo>
                  <a:cubicBezTo>
                    <a:pt x="250771" y="2096"/>
                    <a:pt x="263904" y="15507"/>
                    <a:pt x="263904" y="31713"/>
                  </a:cubicBezTo>
                  <a:lnTo>
                    <a:pt x="263904" y="31713"/>
                  </a:lnTo>
                  <a:cubicBezTo>
                    <a:pt x="264183" y="47919"/>
                    <a:pt x="250771" y="61331"/>
                    <a:pt x="234286" y="61331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235E2925-B13A-ECB5-572A-73B402E1836F}"/>
                </a:ext>
              </a:extLst>
            </p:cNvPr>
            <p:cNvSpPr/>
            <p:nvPr/>
          </p:nvSpPr>
          <p:spPr>
            <a:xfrm>
              <a:off x="1773590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5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5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8AF87F5F-5123-D248-82CD-98CBB4737052}"/>
                </a:ext>
              </a:extLst>
            </p:cNvPr>
            <p:cNvSpPr/>
            <p:nvPr/>
          </p:nvSpPr>
          <p:spPr>
            <a:xfrm>
              <a:off x="1837296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6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6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91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B78E1B07-9FAC-9B17-E12A-F91DCC38342C}"/>
                </a:ext>
              </a:extLst>
            </p:cNvPr>
            <p:cNvSpPr/>
            <p:nvPr/>
          </p:nvSpPr>
          <p:spPr>
            <a:xfrm>
              <a:off x="1896252" y="2086949"/>
              <a:ext cx="22353" cy="22353"/>
            </a:xfrm>
            <a:custGeom>
              <a:avLst/>
              <a:gdLst>
                <a:gd name="connsiteX0" fmla="*/ 20537 w 22352"/>
                <a:gd name="connsiteY0" fmla="*/ 11329 h 22352"/>
                <a:gd name="connsiteX1" fmla="*/ 11316 w 22352"/>
                <a:gd name="connsiteY1" fmla="*/ 20550 h 22352"/>
                <a:gd name="connsiteX2" fmla="*/ 2096 w 22352"/>
                <a:gd name="connsiteY2" fmla="*/ 11329 h 22352"/>
                <a:gd name="connsiteX3" fmla="*/ 11316 w 22352"/>
                <a:gd name="connsiteY3" fmla="*/ 2109 h 22352"/>
                <a:gd name="connsiteX4" fmla="*/ 20537 w 22352"/>
                <a:gd name="connsiteY4" fmla="*/ 11329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29"/>
                  </a:moveTo>
                  <a:cubicBezTo>
                    <a:pt x="20537" y="16359"/>
                    <a:pt x="16346" y="20550"/>
                    <a:pt x="11316" y="20550"/>
                  </a:cubicBezTo>
                  <a:cubicBezTo>
                    <a:pt x="6287" y="20550"/>
                    <a:pt x="2096" y="16359"/>
                    <a:pt x="2096" y="11329"/>
                  </a:cubicBezTo>
                  <a:cubicBezTo>
                    <a:pt x="2096" y="6300"/>
                    <a:pt x="6287" y="2109"/>
                    <a:pt x="11316" y="2109"/>
                  </a:cubicBezTo>
                  <a:cubicBezTo>
                    <a:pt x="16346" y="1829"/>
                    <a:pt x="20537" y="6021"/>
                    <a:pt x="20537" y="11329"/>
                  </a:cubicBezTo>
                  <a:close/>
                </a:path>
              </a:pathLst>
            </a:custGeom>
            <a:solidFill>
              <a:srgbClr val="E94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5E321B57-622C-7D22-A61B-3D25D8B15C7C}"/>
                </a:ext>
              </a:extLst>
            </p:cNvPr>
            <p:cNvSpPr/>
            <p:nvPr/>
          </p:nvSpPr>
          <p:spPr>
            <a:xfrm>
              <a:off x="1143518" y="2315520"/>
              <a:ext cx="47500" cy="47500"/>
            </a:xfrm>
            <a:custGeom>
              <a:avLst/>
              <a:gdLst>
                <a:gd name="connsiteX0" fmla="*/ 47360 w 47499"/>
                <a:gd name="connsiteY0" fmla="*/ 24728 h 47499"/>
                <a:gd name="connsiteX1" fmla="*/ 24728 w 47499"/>
                <a:gd name="connsiteY1" fmla="*/ 47360 h 47499"/>
                <a:gd name="connsiteX2" fmla="*/ 2096 w 47499"/>
                <a:gd name="connsiteY2" fmla="*/ 24728 h 47499"/>
                <a:gd name="connsiteX3" fmla="*/ 24728 w 47499"/>
                <a:gd name="connsiteY3" fmla="*/ 2096 h 47499"/>
                <a:gd name="connsiteX4" fmla="*/ 47360 w 47499"/>
                <a:gd name="connsiteY4" fmla="*/ 24728 h 4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99" h="47499">
                  <a:moveTo>
                    <a:pt x="47360" y="24728"/>
                  </a:moveTo>
                  <a:cubicBezTo>
                    <a:pt x="47360" y="37227"/>
                    <a:pt x="37227" y="47360"/>
                    <a:pt x="24728" y="47360"/>
                  </a:cubicBezTo>
                  <a:cubicBezTo>
                    <a:pt x="12228" y="47360"/>
                    <a:pt x="2096" y="37227"/>
                    <a:pt x="2096" y="24728"/>
                  </a:cubicBezTo>
                  <a:cubicBezTo>
                    <a:pt x="2096" y="12228"/>
                    <a:pt x="12228" y="2096"/>
                    <a:pt x="24728" y="2096"/>
                  </a:cubicBezTo>
                  <a:cubicBezTo>
                    <a:pt x="37227" y="2096"/>
                    <a:pt x="47360" y="12228"/>
                    <a:pt x="47360" y="247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98D39390-4442-D9E3-08AF-1267B3263487}"/>
                </a:ext>
              </a:extLst>
            </p:cNvPr>
            <p:cNvSpPr/>
            <p:nvPr/>
          </p:nvSpPr>
          <p:spPr>
            <a:xfrm>
              <a:off x="1132062" y="2301550"/>
              <a:ext cx="72647" cy="67059"/>
            </a:xfrm>
            <a:custGeom>
              <a:avLst/>
              <a:gdLst>
                <a:gd name="connsiteX0" fmla="*/ 59654 w 72646"/>
                <a:gd name="connsiteY0" fmla="*/ 11316 h 67058"/>
                <a:gd name="connsiteX1" fmla="*/ 55743 w 72646"/>
                <a:gd name="connsiteY1" fmla="*/ 11316 h 67058"/>
                <a:gd name="connsiteX2" fmla="*/ 49875 w 72646"/>
                <a:gd name="connsiteY2" fmla="*/ 3213 h 67058"/>
                <a:gd name="connsiteX3" fmla="*/ 47919 w 72646"/>
                <a:gd name="connsiteY3" fmla="*/ 2096 h 67058"/>
                <a:gd name="connsiteX4" fmla="*/ 25007 w 72646"/>
                <a:gd name="connsiteY4" fmla="*/ 2096 h 67058"/>
                <a:gd name="connsiteX5" fmla="*/ 23051 w 72646"/>
                <a:gd name="connsiteY5" fmla="*/ 3213 h 67058"/>
                <a:gd name="connsiteX6" fmla="*/ 17184 w 72646"/>
                <a:gd name="connsiteY6" fmla="*/ 11316 h 67058"/>
                <a:gd name="connsiteX7" fmla="*/ 13272 w 72646"/>
                <a:gd name="connsiteY7" fmla="*/ 11316 h 67058"/>
                <a:gd name="connsiteX8" fmla="*/ 2096 w 72646"/>
                <a:gd name="connsiteY8" fmla="*/ 22493 h 67058"/>
                <a:gd name="connsiteX9" fmla="*/ 2096 w 72646"/>
                <a:gd name="connsiteY9" fmla="*/ 55184 h 67058"/>
                <a:gd name="connsiteX10" fmla="*/ 13272 w 72646"/>
                <a:gd name="connsiteY10" fmla="*/ 66360 h 67058"/>
                <a:gd name="connsiteX11" fmla="*/ 59654 w 72646"/>
                <a:gd name="connsiteY11" fmla="*/ 66360 h 67058"/>
                <a:gd name="connsiteX12" fmla="*/ 70831 w 72646"/>
                <a:gd name="connsiteY12" fmla="*/ 55184 h 67058"/>
                <a:gd name="connsiteX13" fmla="*/ 70831 w 72646"/>
                <a:gd name="connsiteY13" fmla="*/ 22772 h 67058"/>
                <a:gd name="connsiteX14" fmla="*/ 59654 w 72646"/>
                <a:gd name="connsiteY14" fmla="*/ 11316 h 67058"/>
                <a:gd name="connsiteX15" fmla="*/ 36463 w 72646"/>
                <a:gd name="connsiteY15" fmla="*/ 55463 h 67058"/>
                <a:gd name="connsiteX16" fmla="*/ 19698 w 72646"/>
                <a:gd name="connsiteY16" fmla="*/ 38698 h 67058"/>
                <a:gd name="connsiteX17" fmla="*/ 36463 w 72646"/>
                <a:gd name="connsiteY17" fmla="*/ 21934 h 67058"/>
                <a:gd name="connsiteX18" fmla="*/ 53228 w 72646"/>
                <a:gd name="connsiteY18" fmla="*/ 38698 h 67058"/>
                <a:gd name="connsiteX19" fmla="*/ 36463 w 72646"/>
                <a:gd name="connsiteY19" fmla="*/ 55463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2646" h="67058">
                  <a:moveTo>
                    <a:pt x="59654" y="11316"/>
                  </a:moveTo>
                  <a:lnTo>
                    <a:pt x="55743" y="11316"/>
                  </a:lnTo>
                  <a:lnTo>
                    <a:pt x="49875" y="3213"/>
                  </a:lnTo>
                  <a:cubicBezTo>
                    <a:pt x="49316" y="2654"/>
                    <a:pt x="48757" y="2096"/>
                    <a:pt x="47919" y="2096"/>
                  </a:cubicBezTo>
                  <a:lnTo>
                    <a:pt x="25007" y="2096"/>
                  </a:lnTo>
                  <a:cubicBezTo>
                    <a:pt x="24169" y="2096"/>
                    <a:pt x="23610" y="2375"/>
                    <a:pt x="23051" y="3213"/>
                  </a:cubicBezTo>
                  <a:lnTo>
                    <a:pt x="17184" y="11316"/>
                  </a:lnTo>
                  <a:lnTo>
                    <a:pt x="13272" y="11316"/>
                  </a:lnTo>
                  <a:cubicBezTo>
                    <a:pt x="7125" y="11316"/>
                    <a:pt x="2096" y="16346"/>
                    <a:pt x="2096" y="22493"/>
                  </a:cubicBezTo>
                  <a:lnTo>
                    <a:pt x="2096" y="55184"/>
                  </a:lnTo>
                  <a:cubicBezTo>
                    <a:pt x="2096" y="61331"/>
                    <a:pt x="7125" y="66360"/>
                    <a:pt x="13272" y="66360"/>
                  </a:cubicBezTo>
                  <a:lnTo>
                    <a:pt x="59654" y="66360"/>
                  </a:lnTo>
                  <a:cubicBezTo>
                    <a:pt x="65801" y="66360"/>
                    <a:pt x="70831" y="61331"/>
                    <a:pt x="70831" y="55184"/>
                  </a:cubicBezTo>
                  <a:lnTo>
                    <a:pt x="70831" y="22772"/>
                  </a:lnTo>
                  <a:cubicBezTo>
                    <a:pt x="70831" y="16346"/>
                    <a:pt x="65801" y="11316"/>
                    <a:pt x="59654" y="11316"/>
                  </a:cubicBezTo>
                  <a:close/>
                  <a:moveTo>
                    <a:pt x="36463" y="55463"/>
                  </a:moveTo>
                  <a:cubicBezTo>
                    <a:pt x="27243" y="55463"/>
                    <a:pt x="19698" y="47919"/>
                    <a:pt x="19698" y="38698"/>
                  </a:cubicBezTo>
                  <a:cubicBezTo>
                    <a:pt x="19698" y="29478"/>
                    <a:pt x="27243" y="21934"/>
                    <a:pt x="36463" y="21934"/>
                  </a:cubicBezTo>
                  <a:cubicBezTo>
                    <a:pt x="45684" y="21934"/>
                    <a:pt x="53228" y="29478"/>
                    <a:pt x="53228" y="38698"/>
                  </a:cubicBezTo>
                  <a:cubicBezTo>
                    <a:pt x="53228" y="47919"/>
                    <a:pt x="45684" y="55463"/>
                    <a:pt x="36463" y="55463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4" name="Forma libre 53">
              <a:extLst>
                <a:ext uri="{FF2B5EF4-FFF2-40B4-BE49-F238E27FC236}">
                  <a16:creationId xmlns:a16="http://schemas.microsoft.com/office/drawing/2014/main" id="{ADAC8CCF-1497-4D6E-B62E-2E8292F0BE5D}"/>
                </a:ext>
              </a:extLst>
            </p:cNvPr>
            <p:cNvSpPr/>
            <p:nvPr/>
          </p:nvSpPr>
          <p:spPr>
            <a:xfrm>
              <a:off x="1155533" y="2327255"/>
              <a:ext cx="25147" cy="25147"/>
            </a:xfrm>
            <a:custGeom>
              <a:avLst/>
              <a:gdLst>
                <a:gd name="connsiteX0" fmla="*/ 23890 w 25147"/>
                <a:gd name="connsiteY0" fmla="*/ 12993 h 25147"/>
                <a:gd name="connsiteX1" fmla="*/ 12993 w 25147"/>
                <a:gd name="connsiteY1" fmla="*/ 23890 h 25147"/>
                <a:gd name="connsiteX2" fmla="*/ 2096 w 25147"/>
                <a:gd name="connsiteY2" fmla="*/ 12993 h 25147"/>
                <a:gd name="connsiteX3" fmla="*/ 12993 w 25147"/>
                <a:gd name="connsiteY3" fmla="*/ 2096 h 25147"/>
                <a:gd name="connsiteX4" fmla="*/ 23890 w 25147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3890" y="12993"/>
                  </a:moveTo>
                  <a:cubicBezTo>
                    <a:pt x="23890" y="19011"/>
                    <a:pt x="19011" y="23890"/>
                    <a:pt x="12993" y="23890"/>
                  </a:cubicBezTo>
                  <a:cubicBezTo>
                    <a:pt x="6974" y="23890"/>
                    <a:pt x="2096" y="19011"/>
                    <a:pt x="2096" y="12993"/>
                  </a:cubicBezTo>
                  <a:cubicBezTo>
                    <a:pt x="2096" y="6974"/>
                    <a:pt x="6974" y="2096"/>
                    <a:pt x="12993" y="2096"/>
                  </a:cubicBezTo>
                  <a:cubicBezTo>
                    <a:pt x="19011" y="2096"/>
                    <a:pt x="23890" y="6974"/>
                    <a:pt x="23890" y="12993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65FD1BFC-AABF-7133-E590-41F7135D88D8}"/>
                </a:ext>
              </a:extLst>
            </p:cNvPr>
            <p:cNvSpPr/>
            <p:nvPr/>
          </p:nvSpPr>
          <p:spPr>
            <a:xfrm>
              <a:off x="1791193" y="2186991"/>
              <a:ext cx="201176" cy="134117"/>
            </a:xfrm>
            <a:custGeom>
              <a:avLst/>
              <a:gdLst>
                <a:gd name="connsiteX0" fmla="*/ 195727 w 201176"/>
                <a:gd name="connsiteY0" fmla="*/ 132860 h 134117"/>
                <a:gd name="connsiteX1" fmla="*/ 7684 w 201176"/>
                <a:gd name="connsiteY1" fmla="*/ 132860 h 134117"/>
                <a:gd name="connsiteX2" fmla="*/ 2096 w 201176"/>
                <a:gd name="connsiteY2" fmla="*/ 127272 h 134117"/>
                <a:gd name="connsiteX3" fmla="*/ 2096 w 201176"/>
                <a:gd name="connsiteY3" fmla="*/ 7684 h 134117"/>
                <a:gd name="connsiteX4" fmla="*/ 7684 w 201176"/>
                <a:gd name="connsiteY4" fmla="*/ 2096 h 134117"/>
                <a:gd name="connsiteX5" fmla="*/ 195727 w 201176"/>
                <a:gd name="connsiteY5" fmla="*/ 2096 h 134117"/>
                <a:gd name="connsiteX6" fmla="*/ 201316 w 201176"/>
                <a:gd name="connsiteY6" fmla="*/ 7684 h 134117"/>
                <a:gd name="connsiteX7" fmla="*/ 201316 w 201176"/>
                <a:gd name="connsiteY7" fmla="*/ 127272 h 134117"/>
                <a:gd name="connsiteX8" fmla="*/ 195727 w 201176"/>
                <a:gd name="connsiteY8" fmla="*/ 132860 h 13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176" h="134117">
                  <a:moveTo>
                    <a:pt x="195727" y="132860"/>
                  </a:moveTo>
                  <a:lnTo>
                    <a:pt x="7684" y="132860"/>
                  </a:lnTo>
                  <a:cubicBezTo>
                    <a:pt x="4610" y="132860"/>
                    <a:pt x="2096" y="130345"/>
                    <a:pt x="2096" y="127272"/>
                  </a:cubicBezTo>
                  <a:lnTo>
                    <a:pt x="2096" y="7684"/>
                  </a:lnTo>
                  <a:cubicBezTo>
                    <a:pt x="2096" y="4610"/>
                    <a:pt x="4610" y="2096"/>
                    <a:pt x="7684" y="2096"/>
                  </a:cubicBezTo>
                  <a:lnTo>
                    <a:pt x="195727" y="2096"/>
                  </a:lnTo>
                  <a:cubicBezTo>
                    <a:pt x="198801" y="2096"/>
                    <a:pt x="201316" y="4610"/>
                    <a:pt x="201316" y="7684"/>
                  </a:cubicBezTo>
                  <a:lnTo>
                    <a:pt x="201316" y="127272"/>
                  </a:lnTo>
                  <a:cubicBezTo>
                    <a:pt x="201316" y="130345"/>
                    <a:pt x="198801" y="132860"/>
                    <a:pt x="195727" y="13286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0EC57CEB-6A7F-8D83-7A6E-60CFB392A91A}"/>
                </a:ext>
              </a:extLst>
            </p:cNvPr>
            <p:cNvSpPr/>
            <p:nvPr/>
          </p:nvSpPr>
          <p:spPr>
            <a:xfrm>
              <a:off x="1808682" y="2198053"/>
              <a:ext cx="167647" cy="55882"/>
            </a:xfrm>
            <a:custGeom>
              <a:avLst/>
              <a:gdLst>
                <a:gd name="connsiteX0" fmla="*/ 84357 w 167646"/>
                <a:gd name="connsiteY0" fmla="*/ 55298 h 55882"/>
                <a:gd name="connsiteX1" fmla="*/ 84077 w 167646"/>
                <a:gd name="connsiteY1" fmla="*/ 55298 h 55882"/>
                <a:gd name="connsiteX2" fmla="*/ 81563 w 167646"/>
                <a:gd name="connsiteY2" fmla="*/ 54739 h 55882"/>
                <a:gd name="connsiteX3" fmla="*/ 4725 w 167646"/>
                <a:gd name="connsiteY3" fmla="*/ 11989 h 55882"/>
                <a:gd name="connsiteX4" fmla="*/ 2769 w 167646"/>
                <a:gd name="connsiteY4" fmla="*/ 4724 h 55882"/>
                <a:gd name="connsiteX5" fmla="*/ 10033 w 167646"/>
                <a:gd name="connsiteY5" fmla="*/ 2769 h 55882"/>
                <a:gd name="connsiteX6" fmla="*/ 84636 w 167646"/>
                <a:gd name="connsiteY6" fmla="*/ 44121 h 55882"/>
                <a:gd name="connsiteX7" fmla="*/ 159239 w 167646"/>
                <a:gd name="connsiteY7" fmla="*/ 2769 h 55882"/>
                <a:gd name="connsiteX8" fmla="*/ 166504 w 167646"/>
                <a:gd name="connsiteY8" fmla="*/ 4724 h 55882"/>
                <a:gd name="connsiteX9" fmla="*/ 164548 w 167646"/>
                <a:gd name="connsiteY9" fmla="*/ 11989 h 55882"/>
                <a:gd name="connsiteX10" fmla="*/ 87710 w 167646"/>
                <a:gd name="connsiteY10" fmla="*/ 54739 h 55882"/>
                <a:gd name="connsiteX11" fmla="*/ 84357 w 167646"/>
                <a:gd name="connsiteY11" fmla="*/ 55298 h 5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646" h="55882">
                  <a:moveTo>
                    <a:pt x="84357" y="55298"/>
                  </a:moveTo>
                  <a:lnTo>
                    <a:pt x="84077" y="55298"/>
                  </a:lnTo>
                  <a:cubicBezTo>
                    <a:pt x="83239" y="55298"/>
                    <a:pt x="82401" y="55018"/>
                    <a:pt x="81563" y="54739"/>
                  </a:cubicBezTo>
                  <a:lnTo>
                    <a:pt x="4725" y="11989"/>
                  </a:lnTo>
                  <a:cubicBezTo>
                    <a:pt x="2210" y="10592"/>
                    <a:pt x="1372" y="7519"/>
                    <a:pt x="2769" y="4724"/>
                  </a:cubicBezTo>
                  <a:cubicBezTo>
                    <a:pt x="4166" y="2210"/>
                    <a:pt x="7239" y="1372"/>
                    <a:pt x="10033" y="2769"/>
                  </a:cubicBezTo>
                  <a:lnTo>
                    <a:pt x="84636" y="44121"/>
                  </a:lnTo>
                  <a:lnTo>
                    <a:pt x="159239" y="2769"/>
                  </a:lnTo>
                  <a:cubicBezTo>
                    <a:pt x="161754" y="1372"/>
                    <a:pt x="164827" y="2210"/>
                    <a:pt x="166504" y="4724"/>
                  </a:cubicBezTo>
                  <a:cubicBezTo>
                    <a:pt x="167901" y="7239"/>
                    <a:pt x="167062" y="10313"/>
                    <a:pt x="164548" y="11989"/>
                  </a:cubicBezTo>
                  <a:lnTo>
                    <a:pt x="87710" y="54739"/>
                  </a:lnTo>
                  <a:cubicBezTo>
                    <a:pt x="86033" y="55018"/>
                    <a:pt x="85195" y="55298"/>
                    <a:pt x="84357" y="55298"/>
                  </a:cubicBezTo>
                  <a:close/>
                </a:path>
              </a:pathLst>
            </a:custGeom>
            <a:solidFill>
              <a:srgbClr val="E94B4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CC141FAC-6EFA-AB61-6F46-864996066D7A}"/>
                </a:ext>
              </a:extLst>
            </p:cNvPr>
            <p:cNvSpPr/>
            <p:nvPr/>
          </p:nvSpPr>
          <p:spPr>
            <a:xfrm>
              <a:off x="2035398" y="1984418"/>
              <a:ext cx="251470" cy="324117"/>
            </a:xfrm>
            <a:custGeom>
              <a:avLst/>
              <a:gdLst>
                <a:gd name="connsiteX0" fmla="*/ 244345 w 251470"/>
                <a:gd name="connsiteY0" fmla="*/ 322021 h 324116"/>
                <a:gd name="connsiteX1" fmla="*/ 7125 w 251470"/>
                <a:gd name="connsiteY1" fmla="*/ 322021 h 324116"/>
                <a:gd name="connsiteX2" fmla="*/ 2096 w 251470"/>
                <a:gd name="connsiteY2" fmla="*/ 316992 h 324116"/>
                <a:gd name="connsiteX3" fmla="*/ 2096 w 251470"/>
                <a:gd name="connsiteY3" fmla="*/ 7125 h 324116"/>
                <a:gd name="connsiteX4" fmla="*/ 7125 w 251470"/>
                <a:gd name="connsiteY4" fmla="*/ 2096 h 324116"/>
                <a:gd name="connsiteX5" fmla="*/ 244345 w 251470"/>
                <a:gd name="connsiteY5" fmla="*/ 2096 h 324116"/>
                <a:gd name="connsiteX6" fmla="*/ 249374 w 251470"/>
                <a:gd name="connsiteY6" fmla="*/ 7125 h 324116"/>
                <a:gd name="connsiteX7" fmla="*/ 249374 w 251470"/>
                <a:gd name="connsiteY7" fmla="*/ 316713 h 324116"/>
                <a:gd name="connsiteX8" fmla="*/ 244345 w 251470"/>
                <a:gd name="connsiteY8" fmla="*/ 322021 h 32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1470" h="324116">
                  <a:moveTo>
                    <a:pt x="244345" y="322021"/>
                  </a:moveTo>
                  <a:lnTo>
                    <a:pt x="7125" y="322021"/>
                  </a:lnTo>
                  <a:cubicBezTo>
                    <a:pt x="4331" y="322021"/>
                    <a:pt x="2096" y="319786"/>
                    <a:pt x="2096" y="316992"/>
                  </a:cubicBezTo>
                  <a:lnTo>
                    <a:pt x="2096" y="7125"/>
                  </a:lnTo>
                  <a:cubicBezTo>
                    <a:pt x="2096" y="4331"/>
                    <a:pt x="4331" y="2096"/>
                    <a:pt x="7125" y="2096"/>
                  </a:cubicBezTo>
                  <a:lnTo>
                    <a:pt x="244345" y="2096"/>
                  </a:lnTo>
                  <a:cubicBezTo>
                    <a:pt x="247139" y="2096"/>
                    <a:pt x="249374" y="4331"/>
                    <a:pt x="249374" y="7125"/>
                  </a:cubicBezTo>
                  <a:lnTo>
                    <a:pt x="249374" y="316713"/>
                  </a:lnTo>
                  <a:cubicBezTo>
                    <a:pt x="249654" y="319786"/>
                    <a:pt x="247139" y="322021"/>
                    <a:pt x="244345" y="322021"/>
                  </a:cubicBezTo>
                  <a:close/>
                </a:path>
              </a:pathLst>
            </a:custGeom>
            <a:solidFill>
              <a:srgbClr val="4F4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887C21B0-1418-3BCD-BF20-82D13DD2D8EA}"/>
                </a:ext>
              </a:extLst>
            </p:cNvPr>
            <p:cNvSpPr/>
            <p:nvPr/>
          </p:nvSpPr>
          <p:spPr>
            <a:xfrm>
              <a:off x="2072560" y="202130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70BD4BBB-9F3C-8FD5-1BB5-37F198EAAC28}"/>
                </a:ext>
              </a:extLst>
            </p:cNvPr>
            <p:cNvSpPr/>
            <p:nvPr/>
          </p:nvSpPr>
          <p:spPr>
            <a:xfrm>
              <a:off x="2096869" y="2021300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7E5090C4-BD52-7079-2A5D-70C60B8D15FF}"/>
                </a:ext>
              </a:extLst>
            </p:cNvPr>
            <p:cNvSpPr/>
            <p:nvPr/>
          </p:nvSpPr>
          <p:spPr>
            <a:xfrm>
              <a:off x="2096869" y="2034433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72C32AA9-30CD-5F09-18C3-A1253C7FA378}"/>
                </a:ext>
              </a:extLst>
            </p:cNvPr>
            <p:cNvSpPr/>
            <p:nvPr/>
          </p:nvSpPr>
          <p:spPr>
            <a:xfrm>
              <a:off x="2133192" y="2034433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4FDE4511-021F-57E8-3D55-7525BC860F4A}"/>
                </a:ext>
              </a:extLst>
            </p:cNvPr>
            <p:cNvSpPr/>
            <p:nvPr/>
          </p:nvSpPr>
          <p:spPr>
            <a:xfrm>
              <a:off x="2096869" y="2098418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6CAFCBE5-DFC1-ABC1-EFBC-A23BE65BB8A2}"/>
                </a:ext>
              </a:extLst>
            </p:cNvPr>
            <p:cNvSpPr/>
            <p:nvPr/>
          </p:nvSpPr>
          <p:spPr>
            <a:xfrm>
              <a:off x="2072560" y="2111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4" name="Forma libre 63">
              <a:extLst>
                <a:ext uri="{FF2B5EF4-FFF2-40B4-BE49-F238E27FC236}">
                  <a16:creationId xmlns:a16="http://schemas.microsoft.com/office/drawing/2014/main" id="{A968B551-1030-F03D-9522-16BF5E633FA2}"/>
                </a:ext>
              </a:extLst>
            </p:cNvPr>
            <p:cNvSpPr/>
            <p:nvPr/>
          </p:nvSpPr>
          <p:spPr>
            <a:xfrm>
              <a:off x="2096869" y="2111550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BBF001BD-ACA5-DC08-4993-1C267162F0FF}"/>
                </a:ext>
              </a:extLst>
            </p:cNvPr>
            <p:cNvSpPr/>
            <p:nvPr/>
          </p:nvSpPr>
          <p:spPr>
            <a:xfrm>
              <a:off x="2133192" y="2111550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20E08786-2A54-FC6B-AA8C-DA1BBF430C18}"/>
                </a:ext>
              </a:extLst>
            </p:cNvPr>
            <p:cNvSpPr/>
            <p:nvPr/>
          </p:nvSpPr>
          <p:spPr>
            <a:xfrm>
              <a:off x="2096869" y="2047565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D888383E-D09A-7601-6235-68423C8188F0}"/>
                </a:ext>
              </a:extLst>
            </p:cNvPr>
            <p:cNvSpPr/>
            <p:nvPr/>
          </p:nvSpPr>
          <p:spPr>
            <a:xfrm>
              <a:off x="2162530" y="2060697"/>
              <a:ext cx="33529" cy="8382"/>
            </a:xfrm>
            <a:custGeom>
              <a:avLst/>
              <a:gdLst>
                <a:gd name="connsiteX0" fmla="*/ 31993 w 33529"/>
                <a:gd name="connsiteY0" fmla="*/ 8243 h 8382"/>
                <a:gd name="connsiteX1" fmla="*/ 2654 w 33529"/>
                <a:gd name="connsiteY1" fmla="*/ 8243 h 8382"/>
                <a:gd name="connsiteX2" fmla="*/ 2096 w 33529"/>
                <a:gd name="connsiteY2" fmla="*/ 7684 h 8382"/>
                <a:gd name="connsiteX3" fmla="*/ 2096 w 33529"/>
                <a:gd name="connsiteY3" fmla="*/ 2654 h 8382"/>
                <a:gd name="connsiteX4" fmla="*/ 2654 w 33529"/>
                <a:gd name="connsiteY4" fmla="*/ 2096 h 8382"/>
                <a:gd name="connsiteX5" fmla="*/ 31993 w 33529"/>
                <a:gd name="connsiteY5" fmla="*/ 2096 h 8382"/>
                <a:gd name="connsiteX6" fmla="*/ 32551 w 33529"/>
                <a:gd name="connsiteY6" fmla="*/ 2654 h 8382"/>
                <a:gd name="connsiteX7" fmla="*/ 32551 w 33529"/>
                <a:gd name="connsiteY7" fmla="*/ 7684 h 8382"/>
                <a:gd name="connsiteX8" fmla="*/ 31993 w 33529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529" h="8382">
                  <a:moveTo>
                    <a:pt x="31993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31993" y="2096"/>
                  </a:lnTo>
                  <a:cubicBezTo>
                    <a:pt x="32272" y="2096"/>
                    <a:pt x="32551" y="2375"/>
                    <a:pt x="32551" y="2654"/>
                  </a:cubicBezTo>
                  <a:lnTo>
                    <a:pt x="32551" y="7684"/>
                  </a:lnTo>
                  <a:cubicBezTo>
                    <a:pt x="32831" y="7963"/>
                    <a:pt x="32551" y="8243"/>
                    <a:pt x="31993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8" name="Forma libre 67">
              <a:extLst>
                <a:ext uri="{FF2B5EF4-FFF2-40B4-BE49-F238E27FC236}">
                  <a16:creationId xmlns:a16="http://schemas.microsoft.com/office/drawing/2014/main" id="{722EF631-8660-EC8C-06A2-17A1BBAAEE17}"/>
                </a:ext>
              </a:extLst>
            </p:cNvPr>
            <p:cNvSpPr/>
            <p:nvPr/>
          </p:nvSpPr>
          <p:spPr>
            <a:xfrm>
              <a:off x="2096869" y="2060697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CDAF08B9-BEB9-525E-86CE-D317F6B6FCF7}"/>
                </a:ext>
              </a:extLst>
            </p:cNvPr>
            <p:cNvSpPr/>
            <p:nvPr/>
          </p:nvSpPr>
          <p:spPr>
            <a:xfrm>
              <a:off x="2141295" y="2060697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535B03EA-1C4E-0C1D-9835-21F7541E0B06}"/>
                </a:ext>
              </a:extLst>
            </p:cNvPr>
            <p:cNvSpPr/>
            <p:nvPr/>
          </p:nvSpPr>
          <p:spPr>
            <a:xfrm>
              <a:off x="2072560" y="2073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ACFFAE91-A61E-DE87-877C-732A6C47F993}"/>
                </a:ext>
              </a:extLst>
            </p:cNvPr>
            <p:cNvSpPr/>
            <p:nvPr/>
          </p:nvSpPr>
          <p:spPr>
            <a:xfrm>
              <a:off x="2096869" y="2073550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94B60730-B313-48E9-16B9-AF4DD99F725C}"/>
                </a:ext>
              </a:extLst>
            </p:cNvPr>
            <p:cNvSpPr/>
            <p:nvPr/>
          </p:nvSpPr>
          <p:spPr>
            <a:xfrm>
              <a:off x="2072560" y="2123844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51783648-3829-6296-D6C0-471D1F2E6798}"/>
                </a:ext>
              </a:extLst>
            </p:cNvPr>
            <p:cNvSpPr/>
            <p:nvPr/>
          </p:nvSpPr>
          <p:spPr>
            <a:xfrm>
              <a:off x="2162251" y="2123565"/>
              <a:ext cx="44706" cy="8382"/>
            </a:xfrm>
            <a:custGeom>
              <a:avLst/>
              <a:gdLst>
                <a:gd name="connsiteX0" fmla="*/ 44007 w 44705"/>
                <a:gd name="connsiteY0" fmla="*/ 8522 h 8382"/>
                <a:gd name="connsiteX1" fmla="*/ 2934 w 44705"/>
                <a:gd name="connsiteY1" fmla="*/ 8522 h 8382"/>
                <a:gd name="connsiteX2" fmla="*/ 2096 w 44705"/>
                <a:gd name="connsiteY2" fmla="*/ 7684 h 8382"/>
                <a:gd name="connsiteX3" fmla="*/ 2096 w 44705"/>
                <a:gd name="connsiteY3" fmla="*/ 2934 h 8382"/>
                <a:gd name="connsiteX4" fmla="*/ 2934 w 44705"/>
                <a:gd name="connsiteY4" fmla="*/ 2096 h 8382"/>
                <a:gd name="connsiteX5" fmla="*/ 44007 w 44705"/>
                <a:gd name="connsiteY5" fmla="*/ 2096 h 8382"/>
                <a:gd name="connsiteX6" fmla="*/ 44846 w 44705"/>
                <a:gd name="connsiteY6" fmla="*/ 2934 h 8382"/>
                <a:gd name="connsiteX7" fmla="*/ 44846 w 44705"/>
                <a:gd name="connsiteY7" fmla="*/ 7684 h 8382"/>
                <a:gd name="connsiteX8" fmla="*/ 44007 w 44705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4007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4007" y="2096"/>
                  </a:lnTo>
                  <a:cubicBezTo>
                    <a:pt x="44566" y="2096"/>
                    <a:pt x="44846" y="2375"/>
                    <a:pt x="44846" y="2934"/>
                  </a:cubicBezTo>
                  <a:lnTo>
                    <a:pt x="44846" y="7684"/>
                  </a:lnTo>
                  <a:cubicBezTo>
                    <a:pt x="44846" y="8243"/>
                    <a:pt x="44566" y="8522"/>
                    <a:pt x="44007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4" name="Forma libre 73">
              <a:extLst>
                <a:ext uri="{FF2B5EF4-FFF2-40B4-BE49-F238E27FC236}">
                  <a16:creationId xmlns:a16="http://schemas.microsoft.com/office/drawing/2014/main" id="{B9B07201-A894-2414-408E-A3FA55BD4DE7}"/>
                </a:ext>
              </a:extLst>
            </p:cNvPr>
            <p:cNvSpPr/>
            <p:nvPr/>
          </p:nvSpPr>
          <p:spPr>
            <a:xfrm>
              <a:off x="2096869" y="2123844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72FAF51C-71BD-8EFC-EFC4-9A5FB79DC995}"/>
                </a:ext>
              </a:extLst>
            </p:cNvPr>
            <p:cNvSpPr/>
            <p:nvPr/>
          </p:nvSpPr>
          <p:spPr>
            <a:xfrm>
              <a:off x="2141295" y="2123844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F1D80147-FD4F-BE6C-EAF8-4A1918E60CEF}"/>
                </a:ext>
              </a:extLst>
            </p:cNvPr>
            <p:cNvSpPr/>
            <p:nvPr/>
          </p:nvSpPr>
          <p:spPr>
            <a:xfrm>
              <a:off x="2072560" y="2136697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56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DD37C724-97AB-61D1-31B5-3D102A98E8F8}"/>
                </a:ext>
              </a:extLst>
            </p:cNvPr>
            <p:cNvSpPr/>
            <p:nvPr/>
          </p:nvSpPr>
          <p:spPr>
            <a:xfrm>
              <a:off x="2096869" y="2136697"/>
              <a:ext cx="27941" cy="8382"/>
            </a:xfrm>
            <a:custGeom>
              <a:avLst/>
              <a:gdLst>
                <a:gd name="connsiteX0" fmla="*/ 24169 w 27941"/>
                <a:gd name="connsiteY0" fmla="*/ 8243 h 8382"/>
                <a:gd name="connsiteX1" fmla="*/ 3772 w 27941"/>
                <a:gd name="connsiteY1" fmla="*/ 8243 h 8382"/>
                <a:gd name="connsiteX2" fmla="*/ 2096 w 27941"/>
                <a:gd name="connsiteY2" fmla="*/ 5169 h 8382"/>
                <a:gd name="connsiteX3" fmla="*/ 2096 w 27941"/>
                <a:gd name="connsiteY3" fmla="*/ 5169 h 8382"/>
                <a:gd name="connsiteX4" fmla="*/ 3772 w 27941"/>
                <a:gd name="connsiteY4" fmla="*/ 2096 h 8382"/>
                <a:gd name="connsiteX5" fmla="*/ 24169 w 27941"/>
                <a:gd name="connsiteY5" fmla="*/ 2096 h 8382"/>
                <a:gd name="connsiteX6" fmla="*/ 25846 w 27941"/>
                <a:gd name="connsiteY6" fmla="*/ 5169 h 8382"/>
                <a:gd name="connsiteX7" fmla="*/ 25846 w 27941"/>
                <a:gd name="connsiteY7" fmla="*/ 5169 h 8382"/>
                <a:gd name="connsiteX8" fmla="*/ 24169 w 279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41" h="8382">
                  <a:moveTo>
                    <a:pt x="24169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4169" y="2096"/>
                  </a:lnTo>
                  <a:cubicBezTo>
                    <a:pt x="25007" y="2096"/>
                    <a:pt x="25846" y="3493"/>
                    <a:pt x="25846" y="5169"/>
                  </a:cubicBezTo>
                  <a:lnTo>
                    <a:pt x="25846" y="5169"/>
                  </a:lnTo>
                  <a:cubicBezTo>
                    <a:pt x="25846" y="6566"/>
                    <a:pt x="25007" y="8243"/>
                    <a:pt x="24169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D6A5E09A-9B90-026A-F15E-BF807547B002}"/>
                </a:ext>
              </a:extLst>
            </p:cNvPr>
            <p:cNvSpPr/>
            <p:nvPr/>
          </p:nvSpPr>
          <p:spPr>
            <a:xfrm>
              <a:off x="2072560" y="2086682"/>
              <a:ext cx="22353" cy="8382"/>
            </a:xfrm>
            <a:custGeom>
              <a:avLst/>
              <a:gdLst>
                <a:gd name="connsiteX0" fmla="*/ 3772 w 22352"/>
                <a:gd name="connsiteY0" fmla="*/ 8243 h 8382"/>
                <a:gd name="connsiteX1" fmla="*/ 2096 w 22352"/>
                <a:gd name="connsiteY1" fmla="*/ 5169 h 8382"/>
                <a:gd name="connsiteX2" fmla="*/ 2096 w 22352"/>
                <a:gd name="connsiteY2" fmla="*/ 5169 h 8382"/>
                <a:gd name="connsiteX3" fmla="*/ 3772 w 22352"/>
                <a:gd name="connsiteY3" fmla="*/ 2096 h 8382"/>
                <a:gd name="connsiteX4" fmla="*/ 20257 w 22352"/>
                <a:gd name="connsiteY4" fmla="*/ 2096 h 8382"/>
                <a:gd name="connsiteX5" fmla="*/ 21934 w 22352"/>
                <a:gd name="connsiteY5" fmla="*/ 5169 h 8382"/>
                <a:gd name="connsiteX6" fmla="*/ 21934 w 22352"/>
                <a:gd name="connsiteY6" fmla="*/ 5169 h 8382"/>
                <a:gd name="connsiteX7" fmla="*/ 20257 w 22352"/>
                <a:gd name="connsiteY7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52" h="8382">
                  <a:moveTo>
                    <a:pt x="3772" y="8243"/>
                  </a:move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C8E79FBE-5F39-6A1A-4356-41A3832B2CDF}"/>
                </a:ext>
              </a:extLst>
            </p:cNvPr>
            <p:cNvSpPr/>
            <p:nvPr/>
          </p:nvSpPr>
          <p:spPr>
            <a:xfrm>
              <a:off x="2162530" y="2086403"/>
              <a:ext cx="50294" cy="8382"/>
            </a:xfrm>
            <a:custGeom>
              <a:avLst/>
              <a:gdLst>
                <a:gd name="connsiteX0" fmla="*/ 49316 w 50294"/>
                <a:gd name="connsiteY0" fmla="*/ 8522 h 8382"/>
                <a:gd name="connsiteX1" fmla="*/ 2934 w 50294"/>
                <a:gd name="connsiteY1" fmla="*/ 8522 h 8382"/>
                <a:gd name="connsiteX2" fmla="*/ 2096 w 50294"/>
                <a:gd name="connsiteY2" fmla="*/ 7684 h 8382"/>
                <a:gd name="connsiteX3" fmla="*/ 2096 w 50294"/>
                <a:gd name="connsiteY3" fmla="*/ 2934 h 8382"/>
                <a:gd name="connsiteX4" fmla="*/ 2934 w 50294"/>
                <a:gd name="connsiteY4" fmla="*/ 2096 h 8382"/>
                <a:gd name="connsiteX5" fmla="*/ 49316 w 50294"/>
                <a:gd name="connsiteY5" fmla="*/ 2096 h 8382"/>
                <a:gd name="connsiteX6" fmla="*/ 50154 w 50294"/>
                <a:gd name="connsiteY6" fmla="*/ 2934 h 8382"/>
                <a:gd name="connsiteX7" fmla="*/ 50154 w 50294"/>
                <a:gd name="connsiteY7" fmla="*/ 7684 h 8382"/>
                <a:gd name="connsiteX8" fmla="*/ 49316 w 50294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9316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9316" y="2096"/>
                  </a:lnTo>
                  <a:cubicBezTo>
                    <a:pt x="49875" y="2096"/>
                    <a:pt x="50154" y="2375"/>
                    <a:pt x="50154" y="2934"/>
                  </a:cubicBezTo>
                  <a:lnTo>
                    <a:pt x="50154" y="7684"/>
                  </a:lnTo>
                  <a:cubicBezTo>
                    <a:pt x="50154" y="7963"/>
                    <a:pt x="49595" y="8522"/>
                    <a:pt x="49316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17E7524B-EE02-90D6-B923-26AC30AFFC50}"/>
                </a:ext>
              </a:extLst>
            </p:cNvPr>
            <p:cNvSpPr/>
            <p:nvPr/>
          </p:nvSpPr>
          <p:spPr>
            <a:xfrm>
              <a:off x="2096869" y="2086682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1" name="Forma libre 80">
              <a:extLst>
                <a:ext uri="{FF2B5EF4-FFF2-40B4-BE49-F238E27FC236}">
                  <a16:creationId xmlns:a16="http://schemas.microsoft.com/office/drawing/2014/main" id="{F163C09D-671A-3B0B-16FF-22D3E016FEE2}"/>
                </a:ext>
              </a:extLst>
            </p:cNvPr>
            <p:cNvSpPr/>
            <p:nvPr/>
          </p:nvSpPr>
          <p:spPr>
            <a:xfrm>
              <a:off x="2141295" y="2086682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9103399C-4E92-F39E-90DC-A27BAB10FD20}"/>
                </a:ext>
              </a:extLst>
            </p:cNvPr>
            <p:cNvSpPr/>
            <p:nvPr/>
          </p:nvSpPr>
          <p:spPr>
            <a:xfrm>
              <a:off x="2096869" y="2150109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B3895828-4584-8DC1-4EF5-B71EFE7BD0BC}"/>
                </a:ext>
              </a:extLst>
            </p:cNvPr>
            <p:cNvSpPr/>
            <p:nvPr/>
          </p:nvSpPr>
          <p:spPr>
            <a:xfrm>
              <a:off x="2096869" y="2163241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EC593122-CF08-0096-93BD-E44817059488}"/>
                </a:ext>
              </a:extLst>
            </p:cNvPr>
            <p:cNvSpPr/>
            <p:nvPr/>
          </p:nvSpPr>
          <p:spPr>
            <a:xfrm>
              <a:off x="2133192" y="2163241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ACFF966C-0191-CBA7-D2D3-17D59F7CE6BD}"/>
                </a:ext>
              </a:extLst>
            </p:cNvPr>
            <p:cNvSpPr/>
            <p:nvPr/>
          </p:nvSpPr>
          <p:spPr>
            <a:xfrm>
              <a:off x="2096869" y="2227506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56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7633DFA1-D934-DE4D-6C52-0F4CB40FC93A}"/>
                </a:ext>
              </a:extLst>
            </p:cNvPr>
            <p:cNvSpPr/>
            <p:nvPr/>
          </p:nvSpPr>
          <p:spPr>
            <a:xfrm>
              <a:off x="2072560" y="2240638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16E14219-C59B-6379-A025-B91CB27786D2}"/>
                </a:ext>
              </a:extLst>
            </p:cNvPr>
            <p:cNvSpPr/>
            <p:nvPr/>
          </p:nvSpPr>
          <p:spPr>
            <a:xfrm>
              <a:off x="2096869" y="2240638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AEF5789D-70A6-2BDD-4298-CC1EB2147811}"/>
                </a:ext>
              </a:extLst>
            </p:cNvPr>
            <p:cNvSpPr/>
            <p:nvPr/>
          </p:nvSpPr>
          <p:spPr>
            <a:xfrm>
              <a:off x="2133192" y="2240638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F8F15B26-A5F5-5B05-BACF-ACFF19AC4568}"/>
                </a:ext>
              </a:extLst>
            </p:cNvPr>
            <p:cNvSpPr/>
            <p:nvPr/>
          </p:nvSpPr>
          <p:spPr>
            <a:xfrm>
              <a:off x="2072560" y="217637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2736A299-53FB-A66C-E82D-756BAB47352C}"/>
                </a:ext>
              </a:extLst>
            </p:cNvPr>
            <p:cNvSpPr/>
            <p:nvPr/>
          </p:nvSpPr>
          <p:spPr>
            <a:xfrm>
              <a:off x="2096869" y="2176094"/>
              <a:ext cx="89412" cy="8382"/>
            </a:xfrm>
            <a:custGeom>
              <a:avLst/>
              <a:gdLst>
                <a:gd name="connsiteX0" fmla="*/ 88992 w 89411"/>
                <a:gd name="connsiteY0" fmla="*/ 8522 h 8382"/>
                <a:gd name="connsiteX1" fmla="*/ 2934 w 89411"/>
                <a:gd name="connsiteY1" fmla="*/ 8522 h 8382"/>
                <a:gd name="connsiteX2" fmla="*/ 2096 w 89411"/>
                <a:gd name="connsiteY2" fmla="*/ 7684 h 8382"/>
                <a:gd name="connsiteX3" fmla="*/ 2096 w 89411"/>
                <a:gd name="connsiteY3" fmla="*/ 2934 h 8382"/>
                <a:gd name="connsiteX4" fmla="*/ 2934 w 89411"/>
                <a:gd name="connsiteY4" fmla="*/ 2096 h 8382"/>
                <a:gd name="connsiteX5" fmla="*/ 88992 w 89411"/>
                <a:gd name="connsiteY5" fmla="*/ 2096 h 8382"/>
                <a:gd name="connsiteX6" fmla="*/ 89831 w 89411"/>
                <a:gd name="connsiteY6" fmla="*/ 2934 h 8382"/>
                <a:gd name="connsiteX7" fmla="*/ 89831 w 89411"/>
                <a:gd name="connsiteY7" fmla="*/ 7684 h 8382"/>
                <a:gd name="connsiteX8" fmla="*/ 88992 w 89411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411" h="8382">
                  <a:moveTo>
                    <a:pt x="88992" y="8522"/>
                  </a:moveTo>
                  <a:lnTo>
                    <a:pt x="2934" y="8522"/>
                  </a:lnTo>
                  <a:cubicBezTo>
                    <a:pt x="2654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654"/>
                    <a:pt x="2375" y="2096"/>
                    <a:pt x="2934" y="2096"/>
                  </a:cubicBezTo>
                  <a:lnTo>
                    <a:pt x="88992" y="2096"/>
                  </a:lnTo>
                  <a:cubicBezTo>
                    <a:pt x="89272" y="2096"/>
                    <a:pt x="89831" y="2375"/>
                    <a:pt x="89831" y="2934"/>
                  </a:cubicBezTo>
                  <a:lnTo>
                    <a:pt x="89831" y="7684"/>
                  </a:lnTo>
                  <a:cubicBezTo>
                    <a:pt x="89831" y="8243"/>
                    <a:pt x="89551" y="8522"/>
                    <a:pt x="88992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AA5C429B-D26C-8CDB-2B9D-97157A6EDBDA}"/>
                </a:ext>
              </a:extLst>
            </p:cNvPr>
            <p:cNvSpPr/>
            <p:nvPr/>
          </p:nvSpPr>
          <p:spPr>
            <a:xfrm>
              <a:off x="2072560" y="2189506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2E278D7A-E61F-7577-62BD-D16D0251FB92}"/>
                </a:ext>
              </a:extLst>
            </p:cNvPr>
            <p:cNvSpPr/>
            <p:nvPr/>
          </p:nvSpPr>
          <p:spPr>
            <a:xfrm>
              <a:off x="2096869" y="2189506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3" name="Forma libre 92">
              <a:extLst>
                <a:ext uri="{FF2B5EF4-FFF2-40B4-BE49-F238E27FC236}">
                  <a16:creationId xmlns:a16="http://schemas.microsoft.com/office/drawing/2014/main" id="{4BFF0397-F695-1C57-63C6-6EF28A4AD2F1}"/>
                </a:ext>
              </a:extLst>
            </p:cNvPr>
            <p:cNvSpPr/>
            <p:nvPr/>
          </p:nvSpPr>
          <p:spPr>
            <a:xfrm>
              <a:off x="2141295" y="2189506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4" name="Forma libre 93">
              <a:extLst>
                <a:ext uri="{FF2B5EF4-FFF2-40B4-BE49-F238E27FC236}">
                  <a16:creationId xmlns:a16="http://schemas.microsoft.com/office/drawing/2014/main" id="{0A6905DC-AAAA-C7AF-D224-80BAA1A006FE}"/>
                </a:ext>
              </a:extLst>
            </p:cNvPr>
            <p:cNvSpPr/>
            <p:nvPr/>
          </p:nvSpPr>
          <p:spPr>
            <a:xfrm>
              <a:off x="2072560" y="2202359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70D1CB80-DE8C-C8C8-85A9-0E4893889BBB}"/>
                </a:ext>
              </a:extLst>
            </p:cNvPr>
            <p:cNvSpPr/>
            <p:nvPr/>
          </p:nvSpPr>
          <p:spPr>
            <a:xfrm>
              <a:off x="2096869" y="2202079"/>
              <a:ext cx="114559" cy="8382"/>
            </a:xfrm>
            <a:custGeom>
              <a:avLst/>
              <a:gdLst>
                <a:gd name="connsiteX0" fmla="*/ 111625 w 114558"/>
                <a:gd name="connsiteY0" fmla="*/ 8522 h 8382"/>
                <a:gd name="connsiteX1" fmla="*/ 2934 w 114558"/>
                <a:gd name="connsiteY1" fmla="*/ 8522 h 8382"/>
                <a:gd name="connsiteX2" fmla="*/ 2096 w 114558"/>
                <a:gd name="connsiteY2" fmla="*/ 7684 h 8382"/>
                <a:gd name="connsiteX3" fmla="*/ 2096 w 114558"/>
                <a:gd name="connsiteY3" fmla="*/ 2934 h 8382"/>
                <a:gd name="connsiteX4" fmla="*/ 2934 w 114558"/>
                <a:gd name="connsiteY4" fmla="*/ 2096 h 8382"/>
                <a:gd name="connsiteX5" fmla="*/ 111625 w 114558"/>
                <a:gd name="connsiteY5" fmla="*/ 2096 h 8382"/>
                <a:gd name="connsiteX6" fmla="*/ 112463 w 114558"/>
                <a:gd name="connsiteY6" fmla="*/ 2934 h 8382"/>
                <a:gd name="connsiteX7" fmla="*/ 112463 w 114558"/>
                <a:gd name="connsiteY7" fmla="*/ 7684 h 8382"/>
                <a:gd name="connsiteX8" fmla="*/ 111625 w 11455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8382">
                  <a:moveTo>
                    <a:pt x="111625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111625" y="2096"/>
                  </a:lnTo>
                  <a:cubicBezTo>
                    <a:pt x="112184" y="2096"/>
                    <a:pt x="112463" y="2375"/>
                    <a:pt x="112463" y="2934"/>
                  </a:cubicBezTo>
                  <a:lnTo>
                    <a:pt x="112463" y="7684"/>
                  </a:lnTo>
                  <a:cubicBezTo>
                    <a:pt x="112463" y="8243"/>
                    <a:pt x="112184" y="8522"/>
                    <a:pt x="111625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B373764E-10A1-CB3B-524A-C576C20292D4}"/>
                </a:ext>
              </a:extLst>
            </p:cNvPr>
            <p:cNvSpPr/>
            <p:nvPr/>
          </p:nvSpPr>
          <p:spPr>
            <a:xfrm>
              <a:off x="2072560" y="225265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106B4B78-98A3-EED7-81C8-9EE2B50BBFF4}"/>
                </a:ext>
              </a:extLst>
            </p:cNvPr>
            <p:cNvSpPr/>
            <p:nvPr/>
          </p:nvSpPr>
          <p:spPr>
            <a:xfrm>
              <a:off x="2162530" y="2252653"/>
              <a:ext cx="58676" cy="8382"/>
            </a:xfrm>
            <a:custGeom>
              <a:avLst/>
              <a:gdLst>
                <a:gd name="connsiteX0" fmla="*/ 55743 w 58676"/>
                <a:gd name="connsiteY0" fmla="*/ 8243 h 8382"/>
                <a:gd name="connsiteX1" fmla="*/ 3772 w 58676"/>
                <a:gd name="connsiteY1" fmla="*/ 8243 h 8382"/>
                <a:gd name="connsiteX2" fmla="*/ 2096 w 58676"/>
                <a:gd name="connsiteY2" fmla="*/ 5169 h 8382"/>
                <a:gd name="connsiteX3" fmla="*/ 2096 w 58676"/>
                <a:gd name="connsiteY3" fmla="*/ 5169 h 8382"/>
                <a:gd name="connsiteX4" fmla="*/ 3772 w 58676"/>
                <a:gd name="connsiteY4" fmla="*/ 2096 h 8382"/>
                <a:gd name="connsiteX5" fmla="*/ 55743 w 58676"/>
                <a:gd name="connsiteY5" fmla="*/ 2096 h 8382"/>
                <a:gd name="connsiteX6" fmla="*/ 57419 w 58676"/>
                <a:gd name="connsiteY6" fmla="*/ 5169 h 8382"/>
                <a:gd name="connsiteX7" fmla="*/ 57419 w 58676"/>
                <a:gd name="connsiteY7" fmla="*/ 5169 h 8382"/>
                <a:gd name="connsiteX8" fmla="*/ 55743 w 58676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76" h="8382">
                  <a:moveTo>
                    <a:pt x="55743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55743" y="2096"/>
                  </a:lnTo>
                  <a:cubicBezTo>
                    <a:pt x="56581" y="2096"/>
                    <a:pt x="57419" y="3493"/>
                    <a:pt x="57419" y="5169"/>
                  </a:cubicBezTo>
                  <a:lnTo>
                    <a:pt x="57419" y="5169"/>
                  </a:lnTo>
                  <a:cubicBezTo>
                    <a:pt x="57140" y="6846"/>
                    <a:pt x="56581" y="8243"/>
                    <a:pt x="55743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8" name="Forma libre 97">
              <a:extLst>
                <a:ext uri="{FF2B5EF4-FFF2-40B4-BE49-F238E27FC236}">
                  <a16:creationId xmlns:a16="http://schemas.microsoft.com/office/drawing/2014/main" id="{13C95B5B-041A-C415-BBAA-53B49BA90089}"/>
                </a:ext>
              </a:extLst>
            </p:cNvPr>
            <p:cNvSpPr/>
            <p:nvPr/>
          </p:nvSpPr>
          <p:spPr>
            <a:xfrm>
              <a:off x="2096869" y="2252653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9" name="Forma libre 98">
              <a:extLst>
                <a:ext uri="{FF2B5EF4-FFF2-40B4-BE49-F238E27FC236}">
                  <a16:creationId xmlns:a16="http://schemas.microsoft.com/office/drawing/2014/main" id="{B49069F2-CDF4-E7DE-41FF-F9A31B7ECDFD}"/>
                </a:ext>
              </a:extLst>
            </p:cNvPr>
            <p:cNvSpPr/>
            <p:nvPr/>
          </p:nvSpPr>
          <p:spPr>
            <a:xfrm>
              <a:off x="2141295" y="2252653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0" name="Forma libre 99">
              <a:extLst>
                <a:ext uri="{FF2B5EF4-FFF2-40B4-BE49-F238E27FC236}">
                  <a16:creationId xmlns:a16="http://schemas.microsoft.com/office/drawing/2014/main" id="{A35752F7-38D1-A6A2-56D2-5A7386E36EFB}"/>
                </a:ext>
              </a:extLst>
            </p:cNvPr>
            <p:cNvSpPr/>
            <p:nvPr/>
          </p:nvSpPr>
          <p:spPr>
            <a:xfrm>
              <a:off x="2097148" y="2265506"/>
              <a:ext cx="75441" cy="8382"/>
            </a:xfrm>
            <a:custGeom>
              <a:avLst/>
              <a:gdLst>
                <a:gd name="connsiteX0" fmla="*/ 74184 w 75441"/>
                <a:gd name="connsiteY0" fmla="*/ 8243 h 8382"/>
                <a:gd name="connsiteX1" fmla="*/ 2654 w 75441"/>
                <a:gd name="connsiteY1" fmla="*/ 8243 h 8382"/>
                <a:gd name="connsiteX2" fmla="*/ 2096 w 75441"/>
                <a:gd name="connsiteY2" fmla="*/ 7684 h 8382"/>
                <a:gd name="connsiteX3" fmla="*/ 2096 w 75441"/>
                <a:gd name="connsiteY3" fmla="*/ 2654 h 8382"/>
                <a:gd name="connsiteX4" fmla="*/ 2654 w 75441"/>
                <a:gd name="connsiteY4" fmla="*/ 2096 h 8382"/>
                <a:gd name="connsiteX5" fmla="*/ 74184 w 75441"/>
                <a:gd name="connsiteY5" fmla="*/ 2096 h 8382"/>
                <a:gd name="connsiteX6" fmla="*/ 74742 w 75441"/>
                <a:gd name="connsiteY6" fmla="*/ 2654 h 8382"/>
                <a:gd name="connsiteX7" fmla="*/ 74742 w 75441"/>
                <a:gd name="connsiteY7" fmla="*/ 7684 h 8382"/>
                <a:gd name="connsiteX8" fmla="*/ 74184 w 754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441" h="8382">
                  <a:moveTo>
                    <a:pt x="74184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74184" y="2096"/>
                  </a:lnTo>
                  <a:cubicBezTo>
                    <a:pt x="74463" y="2096"/>
                    <a:pt x="74742" y="2375"/>
                    <a:pt x="74742" y="2654"/>
                  </a:cubicBezTo>
                  <a:lnTo>
                    <a:pt x="74742" y="7684"/>
                  </a:lnTo>
                  <a:cubicBezTo>
                    <a:pt x="74742" y="7963"/>
                    <a:pt x="74463" y="8243"/>
                    <a:pt x="74184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1" name="Forma libre 100">
              <a:extLst>
                <a:ext uri="{FF2B5EF4-FFF2-40B4-BE49-F238E27FC236}">
                  <a16:creationId xmlns:a16="http://schemas.microsoft.com/office/drawing/2014/main" id="{16265A44-96EF-2AD0-7395-03988FD4A190}"/>
                </a:ext>
              </a:extLst>
            </p:cNvPr>
            <p:cNvSpPr/>
            <p:nvPr/>
          </p:nvSpPr>
          <p:spPr>
            <a:xfrm>
              <a:off x="2162530" y="2215212"/>
              <a:ext cx="53088" cy="8382"/>
            </a:xfrm>
            <a:custGeom>
              <a:avLst/>
              <a:gdLst>
                <a:gd name="connsiteX0" fmla="*/ 52110 w 53088"/>
                <a:gd name="connsiteY0" fmla="*/ 8522 h 8382"/>
                <a:gd name="connsiteX1" fmla="*/ 2934 w 53088"/>
                <a:gd name="connsiteY1" fmla="*/ 8522 h 8382"/>
                <a:gd name="connsiteX2" fmla="*/ 2096 w 53088"/>
                <a:gd name="connsiteY2" fmla="*/ 7684 h 8382"/>
                <a:gd name="connsiteX3" fmla="*/ 2096 w 53088"/>
                <a:gd name="connsiteY3" fmla="*/ 2934 h 8382"/>
                <a:gd name="connsiteX4" fmla="*/ 2934 w 53088"/>
                <a:gd name="connsiteY4" fmla="*/ 2096 h 8382"/>
                <a:gd name="connsiteX5" fmla="*/ 52110 w 53088"/>
                <a:gd name="connsiteY5" fmla="*/ 2096 h 8382"/>
                <a:gd name="connsiteX6" fmla="*/ 52948 w 53088"/>
                <a:gd name="connsiteY6" fmla="*/ 2934 h 8382"/>
                <a:gd name="connsiteX7" fmla="*/ 52948 w 53088"/>
                <a:gd name="connsiteY7" fmla="*/ 7684 h 8382"/>
                <a:gd name="connsiteX8" fmla="*/ 52110 w 5308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088" h="8382">
                  <a:moveTo>
                    <a:pt x="52110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52110" y="2096"/>
                  </a:lnTo>
                  <a:cubicBezTo>
                    <a:pt x="52669" y="2096"/>
                    <a:pt x="52948" y="2375"/>
                    <a:pt x="52948" y="2934"/>
                  </a:cubicBezTo>
                  <a:lnTo>
                    <a:pt x="52948" y="7684"/>
                  </a:lnTo>
                  <a:cubicBezTo>
                    <a:pt x="52948" y="8243"/>
                    <a:pt x="52390" y="8522"/>
                    <a:pt x="52110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B664712A-AF48-94EB-1EB9-0CB571205F44}"/>
                </a:ext>
              </a:extLst>
            </p:cNvPr>
            <p:cNvSpPr/>
            <p:nvPr/>
          </p:nvSpPr>
          <p:spPr>
            <a:xfrm>
              <a:off x="2096869" y="2215491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508813D8-107E-C1E7-0224-FC113136DBE5}"/>
                </a:ext>
              </a:extLst>
            </p:cNvPr>
            <p:cNvSpPr/>
            <p:nvPr/>
          </p:nvSpPr>
          <p:spPr>
            <a:xfrm>
              <a:off x="2141295" y="2215491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4" name="Forma libre 103">
              <a:extLst>
                <a:ext uri="{FF2B5EF4-FFF2-40B4-BE49-F238E27FC236}">
                  <a16:creationId xmlns:a16="http://schemas.microsoft.com/office/drawing/2014/main" id="{94D99F43-3662-8669-F1AF-8C030AF042A1}"/>
                </a:ext>
              </a:extLst>
            </p:cNvPr>
            <p:cNvSpPr/>
            <p:nvPr/>
          </p:nvSpPr>
          <p:spPr>
            <a:xfrm>
              <a:off x="2210869" y="1939153"/>
              <a:ext cx="106176" cy="106176"/>
            </a:xfrm>
            <a:custGeom>
              <a:avLst/>
              <a:gdLst>
                <a:gd name="connsiteX0" fmla="*/ 106037 w 106176"/>
                <a:gd name="connsiteY0" fmla="*/ 54066 h 106176"/>
                <a:gd name="connsiteX1" fmla="*/ 54066 w 106176"/>
                <a:gd name="connsiteY1" fmla="*/ 106037 h 106176"/>
                <a:gd name="connsiteX2" fmla="*/ 2096 w 106176"/>
                <a:gd name="connsiteY2" fmla="*/ 54066 h 106176"/>
                <a:gd name="connsiteX3" fmla="*/ 54066 w 106176"/>
                <a:gd name="connsiteY3" fmla="*/ 2096 h 106176"/>
                <a:gd name="connsiteX4" fmla="*/ 106037 w 106176"/>
                <a:gd name="connsiteY4" fmla="*/ 54066 h 1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76" h="106176">
                  <a:moveTo>
                    <a:pt x="106037" y="54066"/>
                  </a:moveTo>
                  <a:cubicBezTo>
                    <a:pt x="106037" y="82769"/>
                    <a:pt x="82769" y="106037"/>
                    <a:pt x="54066" y="106037"/>
                  </a:cubicBezTo>
                  <a:cubicBezTo>
                    <a:pt x="25364" y="106037"/>
                    <a:pt x="2096" y="82769"/>
                    <a:pt x="2096" y="54066"/>
                  </a:cubicBezTo>
                  <a:cubicBezTo>
                    <a:pt x="2096" y="25364"/>
                    <a:pt x="25364" y="2096"/>
                    <a:pt x="54066" y="2096"/>
                  </a:cubicBezTo>
                  <a:cubicBezTo>
                    <a:pt x="82769" y="2096"/>
                    <a:pt x="106037" y="25364"/>
                    <a:pt x="106037" y="54066"/>
                  </a:cubicBezTo>
                  <a:close/>
                </a:path>
              </a:pathLst>
            </a:custGeom>
            <a:solidFill>
              <a:srgbClr val="CB6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59F498B8-B2D6-A376-5223-1A1B449AF607}"/>
                </a:ext>
              </a:extLst>
            </p:cNvPr>
            <p:cNvSpPr/>
            <p:nvPr/>
          </p:nvSpPr>
          <p:spPr>
            <a:xfrm>
              <a:off x="2229589" y="1978550"/>
              <a:ext cx="33529" cy="33529"/>
            </a:xfrm>
            <a:custGeom>
              <a:avLst/>
              <a:gdLst>
                <a:gd name="connsiteX0" fmla="*/ 31713 w 33529"/>
                <a:gd name="connsiteY0" fmla="*/ 9640 h 33529"/>
                <a:gd name="connsiteX1" fmla="*/ 11037 w 33529"/>
                <a:gd name="connsiteY1" fmla="*/ 17184 h 33529"/>
                <a:gd name="connsiteX2" fmla="*/ 31713 w 33529"/>
                <a:gd name="connsiteY2" fmla="*/ 24728 h 33529"/>
                <a:gd name="connsiteX3" fmla="*/ 31713 w 33529"/>
                <a:gd name="connsiteY3" fmla="*/ 32551 h 33529"/>
                <a:gd name="connsiteX4" fmla="*/ 2096 w 33529"/>
                <a:gd name="connsiteY4" fmla="*/ 21375 h 33529"/>
                <a:gd name="connsiteX5" fmla="*/ 2096 w 33529"/>
                <a:gd name="connsiteY5" fmla="*/ 13272 h 33529"/>
                <a:gd name="connsiteX6" fmla="*/ 31713 w 33529"/>
                <a:gd name="connsiteY6" fmla="*/ 2096 h 33529"/>
                <a:gd name="connsiteX7" fmla="*/ 31713 w 33529"/>
                <a:gd name="connsiteY7" fmla="*/ 96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31713" y="9640"/>
                  </a:moveTo>
                  <a:lnTo>
                    <a:pt x="11037" y="17184"/>
                  </a:lnTo>
                  <a:lnTo>
                    <a:pt x="31713" y="24728"/>
                  </a:lnTo>
                  <a:lnTo>
                    <a:pt x="31713" y="32551"/>
                  </a:lnTo>
                  <a:lnTo>
                    <a:pt x="2096" y="21375"/>
                  </a:lnTo>
                  <a:lnTo>
                    <a:pt x="2096" y="13272"/>
                  </a:lnTo>
                  <a:lnTo>
                    <a:pt x="31713" y="2096"/>
                  </a:lnTo>
                  <a:lnTo>
                    <a:pt x="31713" y="9640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55C457B5-AF9E-684A-0CA1-6B670DEC4BD4}"/>
                </a:ext>
              </a:extLst>
            </p:cNvPr>
            <p:cNvSpPr/>
            <p:nvPr/>
          </p:nvSpPr>
          <p:spPr>
            <a:xfrm>
              <a:off x="2265913" y="1978550"/>
              <a:ext cx="33529" cy="33529"/>
            </a:xfrm>
            <a:custGeom>
              <a:avLst/>
              <a:gdLst>
                <a:gd name="connsiteX0" fmla="*/ 2096 w 33529"/>
                <a:gd name="connsiteY0" fmla="*/ 2096 h 33529"/>
                <a:gd name="connsiteX1" fmla="*/ 31713 w 33529"/>
                <a:gd name="connsiteY1" fmla="*/ 13272 h 33529"/>
                <a:gd name="connsiteX2" fmla="*/ 31713 w 33529"/>
                <a:gd name="connsiteY2" fmla="*/ 21375 h 33529"/>
                <a:gd name="connsiteX3" fmla="*/ 2096 w 33529"/>
                <a:gd name="connsiteY3" fmla="*/ 32551 h 33529"/>
                <a:gd name="connsiteX4" fmla="*/ 2096 w 33529"/>
                <a:gd name="connsiteY4" fmla="*/ 24728 h 33529"/>
                <a:gd name="connsiteX5" fmla="*/ 22772 w 33529"/>
                <a:gd name="connsiteY5" fmla="*/ 17184 h 33529"/>
                <a:gd name="connsiteX6" fmla="*/ 2096 w 33529"/>
                <a:gd name="connsiteY6" fmla="*/ 9640 h 33529"/>
                <a:gd name="connsiteX7" fmla="*/ 2096 w 33529"/>
                <a:gd name="connsiteY7" fmla="*/ 2096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2096" y="2096"/>
                  </a:moveTo>
                  <a:lnTo>
                    <a:pt x="31713" y="13272"/>
                  </a:lnTo>
                  <a:lnTo>
                    <a:pt x="31713" y="21375"/>
                  </a:lnTo>
                  <a:lnTo>
                    <a:pt x="2096" y="32551"/>
                  </a:lnTo>
                  <a:lnTo>
                    <a:pt x="2096" y="24728"/>
                  </a:lnTo>
                  <a:lnTo>
                    <a:pt x="22772" y="17184"/>
                  </a:lnTo>
                  <a:lnTo>
                    <a:pt x="2096" y="9640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C7A93A14-346F-9C73-E987-AF721A224EE6}"/>
                </a:ext>
              </a:extLst>
            </p:cNvPr>
            <p:cNvSpPr/>
            <p:nvPr/>
          </p:nvSpPr>
          <p:spPr>
            <a:xfrm>
              <a:off x="1808378" y="2689115"/>
              <a:ext cx="234705" cy="234705"/>
            </a:xfrm>
            <a:custGeom>
              <a:avLst/>
              <a:gdLst>
                <a:gd name="connsiteX0" fmla="*/ 187466 w 234705"/>
                <a:gd name="connsiteY0" fmla="*/ 71820 h 234705"/>
                <a:gd name="connsiteX1" fmla="*/ 165293 w 234705"/>
                <a:gd name="connsiteY1" fmla="*/ 187466 h 234705"/>
                <a:gd name="connsiteX2" fmla="*/ 49647 w 234705"/>
                <a:gd name="connsiteY2" fmla="*/ 165293 h 234705"/>
                <a:gd name="connsiteX3" fmla="*/ 71820 w 234705"/>
                <a:gd name="connsiteY3" fmla="*/ 49647 h 234705"/>
                <a:gd name="connsiteX4" fmla="*/ 187466 w 234705"/>
                <a:gd name="connsiteY4" fmla="*/ 71820 h 23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05" h="234705">
                  <a:moveTo>
                    <a:pt x="187466" y="71820"/>
                  </a:moveTo>
                  <a:cubicBezTo>
                    <a:pt x="213278" y="109878"/>
                    <a:pt x="203351" y="161655"/>
                    <a:pt x="165293" y="187466"/>
                  </a:cubicBezTo>
                  <a:cubicBezTo>
                    <a:pt x="127235" y="213278"/>
                    <a:pt x="75459" y="203351"/>
                    <a:pt x="49647" y="165293"/>
                  </a:cubicBezTo>
                  <a:cubicBezTo>
                    <a:pt x="23835" y="127235"/>
                    <a:pt x="33763" y="75459"/>
                    <a:pt x="71820" y="49647"/>
                  </a:cubicBezTo>
                  <a:cubicBezTo>
                    <a:pt x="109878" y="23835"/>
                    <a:pt x="161655" y="33763"/>
                    <a:pt x="187466" y="71820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8" name="Forma libre 107">
              <a:extLst>
                <a:ext uri="{FF2B5EF4-FFF2-40B4-BE49-F238E27FC236}">
                  <a16:creationId xmlns:a16="http://schemas.microsoft.com/office/drawing/2014/main" id="{E83677F2-96F8-8B1B-CE9A-197D7234F4C4}"/>
                </a:ext>
              </a:extLst>
            </p:cNvPr>
            <p:cNvSpPr/>
            <p:nvPr/>
          </p:nvSpPr>
          <p:spPr>
            <a:xfrm>
              <a:off x="1880884" y="2761460"/>
              <a:ext cx="92206" cy="92206"/>
            </a:xfrm>
            <a:custGeom>
              <a:avLst/>
              <a:gdLst>
                <a:gd name="connsiteX0" fmla="*/ 90110 w 92205"/>
                <a:gd name="connsiteY0" fmla="*/ 41213 h 92205"/>
                <a:gd name="connsiteX1" fmla="*/ 87595 w 92205"/>
                <a:gd name="connsiteY1" fmla="*/ 55463 h 92205"/>
                <a:gd name="connsiteX2" fmla="*/ 80610 w 92205"/>
                <a:gd name="connsiteY2" fmla="*/ 65522 h 92205"/>
                <a:gd name="connsiteX3" fmla="*/ 69992 w 92205"/>
                <a:gd name="connsiteY3" fmla="*/ 69154 h 92205"/>
                <a:gd name="connsiteX4" fmla="*/ 63007 w 92205"/>
                <a:gd name="connsiteY4" fmla="*/ 67198 h 92205"/>
                <a:gd name="connsiteX5" fmla="*/ 58537 w 92205"/>
                <a:gd name="connsiteY5" fmla="*/ 62169 h 92205"/>
                <a:gd name="connsiteX6" fmla="*/ 57698 w 92205"/>
                <a:gd name="connsiteY6" fmla="*/ 62169 h 92205"/>
                <a:gd name="connsiteX7" fmla="*/ 42890 w 92205"/>
                <a:gd name="connsiteY7" fmla="*/ 69154 h 92205"/>
                <a:gd name="connsiteX8" fmla="*/ 27801 w 92205"/>
                <a:gd name="connsiteY8" fmla="*/ 63287 h 92205"/>
                <a:gd name="connsiteX9" fmla="*/ 22213 w 92205"/>
                <a:gd name="connsiteY9" fmla="*/ 47640 h 92205"/>
                <a:gd name="connsiteX10" fmla="*/ 29478 w 92205"/>
                <a:gd name="connsiteY10" fmla="*/ 29478 h 92205"/>
                <a:gd name="connsiteX11" fmla="*/ 48198 w 92205"/>
                <a:gd name="connsiteY11" fmla="*/ 22493 h 92205"/>
                <a:gd name="connsiteX12" fmla="*/ 58257 w 92205"/>
                <a:gd name="connsiteY12" fmla="*/ 23331 h 92205"/>
                <a:gd name="connsiteX13" fmla="*/ 67478 w 92205"/>
                <a:gd name="connsiteY13" fmla="*/ 25566 h 92205"/>
                <a:gd name="connsiteX14" fmla="*/ 66360 w 92205"/>
                <a:gd name="connsiteY14" fmla="*/ 51831 h 92205"/>
                <a:gd name="connsiteX15" fmla="*/ 70551 w 92205"/>
                <a:gd name="connsiteY15" fmla="*/ 59375 h 92205"/>
                <a:gd name="connsiteX16" fmla="*/ 76140 w 92205"/>
                <a:gd name="connsiteY16" fmla="*/ 54345 h 92205"/>
                <a:gd name="connsiteX17" fmla="*/ 78095 w 92205"/>
                <a:gd name="connsiteY17" fmla="*/ 41213 h 92205"/>
                <a:gd name="connsiteX18" fmla="*/ 74463 w 92205"/>
                <a:gd name="connsiteY18" fmla="*/ 25846 h 92205"/>
                <a:gd name="connsiteX19" fmla="*/ 64404 w 92205"/>
                <a:gd name="connsiteY19" fmla="*/ 15787 h 92205"/>
                <a:gd name="connsiteX20" fmla="*/ 49595 w 92205"/>
                <a:gd name="connsiteY20" fmla="*/ 12154 h 92205"/>
                <a:gd name="connsiteX21" fmla="*/ 30595 w 92205"/>
                <a:gd name="connsiteY21" fmla="*/ 16625 h 92205"/>
                <a:gd name="connsiteX22" fmla="*/ 18301 w 92205"/>
                <a:gd name="connsiteY22" fmla="*/ 29478 h 92205"/>
                <a:gd name="connsiteX23" fmla="*/ 14110 w 92205"/>
                <a:gd name="connsiteY23" fmla="*/ 49037 h 92205"/>
                <a:gd name="connsiteX24" fmla="*/ 21934 w 92205"/>
                <a:gd name="connsiteY24" fmla="*/ 71948 h 92205"/>
                <a:gd name="connsiteX25" fmla="*/ 44845 w 92205"/>
                <a:gd name="connsiteY25" fmla="*/ 79772 h 92205"/>
                <a:gd name="connsiteX26" fmla="*/ 57419 w 92205"/>
                <a:gd name="connsiteY26" fmla="*/ 78375 h 92205"/>
                <a:gd name="connsiteX27" fmla="*/ 70831 w 92205"/>
                <a:gd name="connsiteY27" fmla="*/ 74742 h 92205"/>
                <a:gd name="connsiteX28" fmla="*/ 70831 w 92205"/>
                <a:gd name="connsiteY28" fmla="*/ 85081 h 92205"/>
                <a:gd name="connsiteX29" fmla="*/ 45404 w 92205"/>
                <a:gd name="connsiteY29" fmla="*/ 90110 h 92205"/>
                <a:gd name="connsiteX30" fmla="*/ 13551 w 92205"/>
                <a:gd name="connsiteY30" fmla="*/ 79213 h 92205"/>
                <a:gd name="connsiteX31" fmla="*/ 2096 w 92205"/>
                <a:gd name="connsiteY31" fmla="*/ 49316 h 92205"/>
                <a:gd name="connsiteX32" fmla="*/ 7963 w 92205"/>
                <a:gd name="connsiteY32" fmla="*/ 25287 h 92205"/>
                <a:gd name="connsiteX33" fmla="*/ 24728 w 92205"/>
                <a:gd name="connsiteY33" fmla="*/ 8243 h 92205"/>
                <a:gd name="connsiteX34" fmla="*/ 49595 w 92205"/>
                <a:gd name="connsiteY34" fmla="*/ 2096 h 92205"/>
                <a:gd name="connsiteX35" fmla="*/ 70831 w 92205"/>
                <a:gd name="connsiteY35" fmla="*/ 6846 h 92205"/>
                <a:gd name="connsiteX36" fmla="*/ 85081 w 92205"/>
                <a:gd name="connsiteY36" fmla="*/ 20537 h 92205"/>
                <a:gd name="connsiteX37" fmla="*/ 90110 w 92205"/>
                <a:gd name="connsiteY37" fmla="*/ 41213 h 92205"/>
                <a:gd name="connsiteX38" fmla="*/ 34787 w 92205"/>
                <a:gd name="connsiteY38" fmla="*/ 48198 h 92205"/>
                <a:gd name="connsiteX39" fmla="*/ 44007 w 92205"/>
                <a:gd name="connsiteY39" fmla="*/ 59654 h 92205"/>
                <a:gd name="connsiteX40" fmla="*/ 51272 w 92205"/>
                <a:gd name="connsiteY40" fmla="*/ 56301 h 92205"/>
                <a:gd name="connsiteX41" fmla="*/ 54345 w 92205"/>
                <a:gd name="connsiteY41" fmla="*/ 45125 h 92205"/>
                <a:gd name="connsiteX42" fmla="*/ 55184 w 92205"/>
                <a:gd name="connsiteY42" fmla="*/ 33110 h 92205"/>
                <a:gd name="connsiteX43" fmla="*/ 49037 w 92205"/>
                <a:gd name="connsiteY43" fmla="*/ 32551 h 92205"/>
                <a:gd name="connsiteX44" fmla="*/ 38698 w 92205"/>
                <a:gd name="connsiteY44" fmla="*/ 36743 h 92205"/>
                <a:gd name="connsiteX45" fmla="*/ 34787 w 92205"/>
                <a:gd name="connsiteY45" fmla="*/ 48198 h 9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2205" h="92205">
                  <a:moveTo>
                    <a:pt x="90110" y="41213"/>
                  </a:moveTo>
                  <a:cubicBezTo>
                    <a:pt x="90110" y="46243"/>
                    <a:pt x="89272" y="50993"/>
                    <a:pt x="87595" y="55463"/>
                  </a:cubicBezTo>
                  <a:cubicBezTo>
                    <a:pt x="85919" y="59654"/>
                    <a:pt x="83684" y="63007"/>
                    <a:pt x="80610" y="65522"/>
                  </a:cubicBezTo>
                  <a:cubicBezTo>
                    <a:pt x="77537" y="68037"/>
                    <a:pt x="74184" y="69154"/>
                    <a:pt x="69992" y="69154"/>
                  </a:cubicBezTo>
                  <a:cubicBezTo>
                    <a:pt x="67198" y="69154"/>
                    <a:pt x="64963" y="68595"/>
                    <a:pt x="63007" y="67198"/>
                  </a:cubicBezTo>
                  <a:cubicBezTo>
                    <a:pt x="61051" y="65801"/>
                    <a:pt x="59375" y="64125"/>
                    <a:pt x="58537" y="62169"/>
                  </a:cubicBezTo>
                  <a:lnTo>
                    <a:pt x="57698" y="62169"/>
                  </a:lnTo>
                  <a:cubicBezTo>
                    <a:pt x="53787" y="66919"/>
                    <a:pt x="48757" y="69154"/>
                    <a:pt x="42890" y="69154"/>
                  </a:cubicBezTo>
                  <a:cubicBezTo>
                    <a:pt x="36463" y="69154"/>
                    <a:pt x="31434" y="67198"/>
                    <a:pt x="27801" y="63287"/>
                  </a:cubicBezTo>
                  <a:cubicBezTo>
                    <a:pt x="24169" y="59375"/>
                    <a:pt x="22213" y="54345"/>
                    <a:pt x="22213" y="47640"/>
                  </a:cubicBezTo>
                  <a:cubicBezTo>
                    <a:pt x="22213" y="40095"/>
                    <a:pt x="24728" y="33948"/>
                    <a:pt x="29478" y="29478"/>
                  </a:cubicBezTo>
                  <a:cubicBezTo>
                    <a:pt x="34228" y="24728"/>
                    <a:pt x="40654" y="22493"/>
                    <a:pt x="48198" y="22493"/>
                  </a:cubicBezTo>
                  <a:cubicBezTo>
                    <a:pt x="51272" y="22493"/>
                    <a:pt x="54625" y="22772"/>
                    <a:pt x="58257" y="23331"/>
                  </a:cubicBezTo>
                  <a:cubicBezTo>
                    <a:pt x="61890" y="23890"/>
                    <a:pt x="64963" y="24728"/>
                    <a:pt x="67478" y="25566"/>
                  </a:cubicBezTo>
                  <a:lnTo>
                    <a:pt x="66360" y="51831"/>
                  </a:lnTo>
                  <a:cubicBezTo>
                    <a:pt x="66360" y="56860"/>
                    <a:pt x="67757" y="59375"/>
                    <a:pt x="70551" y="59375"/>
                  </a:cubicBezTo>
                  <a:cubicBezTo>
                    <a:pt x="72787" y="59375"/>
                    <a:pt x="74742" y="57698"/>
                    <a:pt x="76140" y="54345"/>
                  </a:cubicBezTo>
                  <a:cubicBezTo>
                    <a:pt x="77537" y="50993"/>
                    <a:pt x="78095" y="46522"/>
                    <a:pt x="78095" y="41213"/>
                  </a:cubicBezTo>
                  <a:cubicBezTo>
                    <a:pt x="78095" y="35345"/>
                    <a:pt x="76978" y="30316"/>
                    <a:pt x="74463" y="25846"/>
                  </a:cubicBezTo>
                  <a:cubicBezTo>
                    <a:pt x="71948" y="21375"/>
                    <a:pt x="68595" y="18022"/>
                    <a:pt x="64404" y="15787"/>
                  </a:cubicBezTo>
                  <a:cubicBezTo>
                    <a:pt x="59934" y="13551"/>
                    <a:pt x="55184" y="12154"/>
                    <a:pt x="49595" y="12154"/>
                  </a:cubicBezTo>
                  <a:cubicBezTo>
                    <a:pt x="42331" y="12154"/>
                    <a:pt x="36184" y="13551"/>
                    <a:pt x="30595" y="16625"/>
                  </a:cubicBezTo>
                  <a:cubicBezTo>
                    <a:pt x="25287" y="19698"/>
                    <a:pt x="21096" y="23890"/>
                    <a:pt x="18301" y="29478"/>
                  </a:cubicBezTo>
                  <a:cubicBezTo>
                    <a:pt x="15507" y="35066"/>
                    <a:pt x="14110" y="41492"/>
                    <a:pt x="14110" y="49037"/>
                  </a:cubicBezTo>
                  <a:cubicBezTo>
                    <a:pt x="14110" y="58816"/>
                    <a:pt x="16625" y="66639"/>
                    <a:pt x="21934" y="71948"/>
                  </a:cubicBezTo>
                  <a:cubicBezTo>
                    <a:pt x="27243" y="77257"/>
                    <a:pt x="34787" y="79772"/>
                    <a:pt x="44845" y="79772"/>
                  </a:cubicBezTo>
                  <a:cubicBezTo>
                    <a:pt x="48757" y="79772"/>
                    <a:pt x="52948" y="79213"/>
                    <a:pt x="57419" y="78375"/>
                  </a:cubicBezTo>
                  <a:cubicBezTo>
                    <a:pt x="61890" y="77537"/>
                    <a:pt x="66360" y="76419"/>
                    <a:pt x="70831" y="74742"/>
                  </a:cubicBezTo>
                  <a:lnTo>
                    <a:pt x="70831" y="85081"/>
                  </a:lnTo>
                  <a:cubicBezTo>
                    <a:pt x="63287" y="88434"/>
                    <a:pt x="54625" y="90110"/>
                    <a:pt x="45404" y="90110"/>
                  </a:cubicBezTo>
                  <a:cubicBezTo>
                    <a:pt x="31713" y="90110"/>
                    <a:pt x="21096" y="86478"/>
                    <a:pt x="13551" y="79213"/>
                  </a:cubicBezTo>
                  <a:cubicBezTo>
                    <a:pt x="6007" y="71948"/>
                    <a:pt x="2096" y="62169"/>
                    <a:pt x="2096" y="49316"/>
                  </a:cubicBezTo>
                  <a:cubicBezTo>
                    <a:pt x="2096" y="40375"/>
                    <a:pt x="4051" y="32551"/>
                    <a:pt x="7963" y="25287"/>
                  </a:cubicBezTo>
                  <a:cubicBezTo>
                    <a:pt x="11875" y="18022"/>
                    <a:pt x="17463" y="12434"/>
                    <a:pt x="24728" y="8243"/>
                  </a:cubicBezTo>
                  <a:cubicBezTo>
                    <a:pt x="31993" y="4051"/>
                    <a:pt x="40096" y="2096"/>
                    <a:pt x="49595" y="2096"/>
                  </a:cubicBezTo>
                  <a:cubicBezTo>
                    <a:pt x="57419" y="2096"/>
                    <a:pt x="64404" y="3772"/>
                    <a:pt x="70831" y="6846"/>
                  </a:cubicBezTo>
                  <a:cubicBezTo>
                    <a:pt x="76978" y="10198"/>
                    <a:pt x="81728" y="14669"/>
                    <a:pt x="85081" y="20537"/>
                  </a:cubicBezTo>
                  <a:cubicBezTo>
                    <a:pt x="88434" y="26684"/>
                    <a:pt x="90110" y="33669"/>
                    <a:pt x="90110" y="41213"/>
                  </a:cubicBezTo>
                  <a:close/>
                  <a:moveTo>
                    <a:pt x="34787" y="48198"/>
                  </a:moveTo>
                  <a:cubicBezTo>
                    <a:pt x="34787" y="55742"/>
                    <a:pt x="37860" y="59654"/>
                    <a:pt x="44007" y="59654"/>
                  </a:cubicBezTo>
                  <a:cubicBezTo>
                    <a:pt x="47360" y="59654"/>
                    <a:pt x="49595" y="58537"/>
                    <a:pt x="51272" y="56301"/>
                  </a:cubicBezTo>
                  <a:cubicBezTo>
                    <a:pt x="52948" y="54066"/>
                    <a:pt x="54066" y="50434"/>
                    <a:pt x="54345" y="45125"/>
                  </a:cubicBezTo>
                  <a:lnTo>
                    <a:pt x="55184" y="33110"/>
                  </a:lnTo>
                  <a:cubicBezTo>
                    <a:pt x="53228" y="32831"/>
                    <a:pt x="51272" y="32551"/>
                    <a:pt x="49037" y="32551"/>
                  </a:cubicBezTo>
                  <a:cubicBezTo>
                    <a:pt x="44566" y="32551"/>
                    <a:pt x="40934" y="33948"/>
                    <a:pt x="38698" y="36743"/>
                  </a:cubicBezTo>
                  <a:cubicBezTo>
                    <a:pt x="36184" y="39537"/>
                    <a:pt x="34787" y="43169"/>
                    <a:pt x="34787" y="4819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3AA29E71-08EA-9A03-7C58-511BC96FFB5A}"/>
                </a:ext>
              </a:extLst>
            </p:cNvPr>
            <p:cNvSpPr/>
            <p:nvPr/>
          </p:nvSpPr>
          <p:spPr>
            <a:xfrm>
              <a:off x="1228738" y="1891933"/>
              <a:ext cx="461028" cy="131323"/>
            </a:xfrm>
            <a:custGeom>
              <a:avLst/>
              <a:gdLst>
                <a:gd name="connsiteX0" fmla="*/ 408080 w 461028"/>
                <a:gd name="connsiteY0" fmla="*/ 2096 h 131323"/>
                <a:gd name="connsiteX1" fmla="*/ 54066 w 461028"/>
                <a:gd name="connsiteY1" fmla="*/ 2096 h 131323"/>
                <a:gd name="connsiteX2" fmla="*/ 2096 w 461028"/>
                <a:gd name="connsiteY2" fmla="*/ 54066 h 131323"/>
                <a:gd name="connsiteX3" fmla="*/ 54066 w 461028"/>
                <a:gd name="connsiteY3" fmla="*/ 106037 h 131323"/>
                <a:gd name="connsiteX4" fmla="*/ 80051 w 461028"/>
                <a:gd name="connsiteY4" fmla="*/ 106037 h 131323"/>
                <a:gd name="connsiteX5" fmla="*/ 105198 w 461028"/>
                <a:gd name="connsiteY5" fmla="*/ 131184 h 131323"/>
                <a:gd name="connsiteX6" fmla="*/ 130345 w 461028"/>
                <a:gd name="connsiteY6" fmla="*/ 106037 h 131323"/>
                <a:gd name="connsiteX7" fmla="*/ 408080 w 461028"/>
                <a:gd name="connsiteY7" fmla="*/ 106037 h 131323"/>
                <a:gd name="connsiteX8" fmla="*/ 460050 w 461028"/>
                <a:gd name="connsiteY8" fmla="*/ 54066 h 131323"/>
                <a:gd name="connsiteX9" fmla="*/ 408080 w 461028"/>
                <a:gd name="connsiteY9" fmla="*/ 2096 h 13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028" h="131323">
                  <a:moveTo>
                    <a:pt x="408080" y="2096"/>
                  </a:moveTo>
                  <a:lnTo>
                    <a:pt x="54066" y="2096"/>
                  </a:lnTo>
                  <a:cubicBezTo>
                    <a:pt x="25287" y="2096"/>
                    <a:pt x="2096" y="25287"/>
                    <a:pt x="2096" y="54066"/>
                  </a:cubicBezTo>
                  <a:cubicBezTo>
                    <a:pt x="2096" y="82845"/>
                    <a:pt x="25287" y="106037"/>
                    <a:pt x="54066" y="106037"/>
                  </a:cubicBezTo>
                  <a:lnTo>
                    <a:pt x="80051" y="106037"/>
                  </a:lnTo>
                  <a:lnTo>
                    <a:pt x="105198" y="131184"/>
                  </a:lnTo>
                  <a:lnTo>
                    <a:pt x="130345" y="106037"/>
                  </a:lnTo>
                  <a:lnTo>
                    <a:pt x="408080" y="106037"/>
                  </a:lnTo>
                  <a:cubicBezTo>
                    <a:pt x="436859" y="106037"/>
                    <a:pt x="460050" y="82845"/>
                    <a:pt x="460050" y="54066"/>
                  </a:cubicBezTo>
                  <a:cubicBezTo>
                    <a:pt x="460330" y="25566"/>
                    <a:pt x="436859" y="2096"/>
                    <a:pt x="408080" y="20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21D0B2C2-D9DE-BBC8-4ECB-4EC3F83D7FEE}"/>
                </a:ext>
              </a:extLst>
            </p:cNvPr>
            <p:cNvSpPr/>
            <p:nvPr/>
          </p:nvSpPr>
          <p:spPr>
            <a:xfrm>
              <a:off x="1294679" y="1948933"/>
              <a:ext cx="248676" cy="13971"/>
            </a:xfrm>
            <a:custGeom>
              <a:avLst/>
              <a:gdLst>
                <a:gd name="connsiteX0" fmla="*/ 240992 w 248675"/>
                <a:gd name="connsiteY0" fmla="*/ 13831 h 13970"/>
                <a:gd name="connsiteX1" fmla="*/ 7963 w 248675"/>
                <a:gd name="connsiteY1" fmla="*/ 13831 h 13970"/>
                <a:gd name="connsiteX2" fmla="*/ 2096 w 248675"/>
                <a:gd name="connsiteY2" fmla="*/ 7963 h 13970"/>
                <a:gd name="connsiteX3" fmla="*/ 2096 w 248675"/>
                <a:gd name="connsiteY3" fmla="*/ 7963 h 13970"/>
                <a:gd name="connsiteX4" fmla="*/ 7963 w 248675"/>
                <a:gd name="connsiteY4" fmla="*/ 2096 h 13970"/>
                <a:gd name="connsiteX5" fmla="*/ 240992 w 248675"/>
                <a:gd name="connsiteY5" fmla="*/ 2096 h 13970"/>
                <a:gd name="connsiteX6" fmla="*/ 246860 w 248675"/>
                <a:gd name="connsiteY6" fmla="*/ 7963 h 13970"/>
                <a:gd name="connsiteX7" fmla="*/ 246860 w 248675"/>
                <a:gd name="connsiteY7" fmla="*/ 7963 h 13970"/>
                <a:gd name="connsiteX8" fmla="*/ 240992 w 248675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675" h="13970">
                  <a:moveTo>
                    <a:pt x="240992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240992" y="2096"/>
                  </a:lnTo>
                  <a:cubicBezTo>
                    <a:pt x="244345" y="2096"/>
                    <a:pt x="246860" y="4610"/>
                    <a:pt x="246860" y="7963"/>
                  </a:cubicBezTo>
                  <a:lnTo>
                    <a:pt x="246860" y="7963"/>
                  </a:lnTo>
                  <a:cubicBezTo>
                    <a:pt x="246580" y="11316"/>
                    <a:pt x="244066" y="13831"/>
                    <a:pt x="240992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1" name="Forma libre 110">
              <a:extLst>
                <a:ext uri="{FF2B5EF4-FFF2-40B4-BE49-F238E27FC236}">
                  <a16:creationId xmlns:a16="http://schemas.microsoft.com/office/drawing/2014/main" id="{D1D4EE82-3922-40A1-366E-685DE89400B0}"/>
                </a:ext>
              </a:extLst>
            </p:cNvPr>
            <p:cNvSpPr/>
            <p:nvPr/>
          </p:nvSpPr>
          <p:spPr>
            <a:xfrm>
              <a:off x="1294400" y="1916800"/>
              <a:ext cx="176029" cy="13971"/>
            </a:xfrm>
            <a:custGeom>
              <a:avLst/>
              <a:gdLst>
                <a:gd name="connsiteX0" fmla="*/ 168345 w 176029"/>
                <a:gd name="connsiteY0" fmla="*/ 13831 h 13970"/>
                <a:gd name="connsiteX1" fmla="*/ 7963 w 176029"/>
                <a:gd name="connsiteY1" fmla="*/ 13831 h 13970"/>
                <a:gd name="connsiteX2" fmla="*/ 2096 w 176029"/>
                <a:gd name="connsiteY2" fmla="*/ 7963 h 13970"/>
                <a:gd name="connsiteX3" fmla="*/ 2096 w 176029"/>
                <a:gd name="connsiteY3" fmla="*/ 7963 h 13970"/>
                <a:gd name="connsiteX4" fmla="*/ 7963 w 176029"/>
                <a:gd name="connsiteY4" fmla="*/ 2096 h 13970"/>
                <a:gd name="connsiteX5" fmla="*/ 168345 w 176029"/>
                <a:gd name="connsiteY5" fmla="*/ 2096 h 13970"/>
                <a:gd name="connsiteX6" fmla="*/ 174213 w 176029"/>
                <a:gd name="connsiteY6" fmla="*/ 7963 h 13970"/>
                <a:gd name="connsiteX7" fmla="*/ 174213 w 176029"/>
                <a:gd name="connsiteY7" fmla="*/ 7963 h 13970"/>
                <a:gd name="connsiteX8" fmla="*/ 168345 w 176029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029" h="13970">
                  <a:moveTo>
                    <a:pt x="168345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168345" y="2096"/>
                  </a:lnTo>
                  <a:cubicBezTo>
                    <a:pt x="171698" y="2096"/>
                    <a:pt x="174213" y="4610"/>
                    <a:pt x="174213" y="7963"/>
                  </a:cubicBezTo>
                  <a:lnTo>
                    <a:pt x="174213" y="7963"/>
                  </a:lnTo>
                  <a:cubicBezTo>
                    <a:pt x="174213" y="11316"/>
                    <a:pt x="171419" y="13831"/>
                    <a:pt x="168345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C1B7BFBA-A288-5776-9A23-6BD3EDB5140B}"/>
                </a:ext>
              </a:extLst>
            </p:cNvPr>
            <p:cNvSpPr/>
            <p:nvPr/>
          </p:nvSpPr>
          <p:spPr>
            <a:xfrm>
              <a:off x="2156942" y="2332005"/>
              <a:ext cx="117353" cy="117353"/>
            </a:xfrm>
            <a:custGeom>
              <a:avLst/>
              <a:gdLst>
                <a:gd name="connsiteX0" fmla="*/ 58816 w 117352"/>
                <a:gd name="connsiteY0" fmla="*/ 2096 h 117352"/>
                <a:gd name="connsiteX1" fmla="*/ 2096 w 117352"/>
                <a:gd name="connsiteY1" fmla="*/ 58816 h 117352"/>
                <a:gd name="connsiteX2" fmla="*/ 58816 w 117352"/>
                <a:gd name="connsiteY2" fmla="*/ 115537 h 117352"/>
                <a:gd name="connsiteX3" fmla="*/ 115537 w 117352"/>
                <a:gd name="connsiteY3" fmla="*/ 58816 h 117352"/>
                <a:gd name="connsiteX4" fmla="*/ 58816 w 117352"/>
                <a:gd name="connsiteY4" fmla="*/ 2096 h 117352"/>
                <a:gd name="connsiteX5" fmla="*/ 30037 w 117352"/>
                <a:gd name="connsiteY5" fmla="*/ 54345 h 117352"/>
                <a:gd name="connsiteX6" fmla="*/ 37022 w 117352"/>
                <a:gd name="connsiteY6" fmla="*/ 47360 h 117352"/>
                <a:gd name="connsiteX7" fmla="*/ 44007 w 117352"/>
                <a:gd name="connsiteY7" fmla="*/ 54345 h 117352"/>
                <a:gd name="connsiteX8" fmla="*/ 37022 w 117352"/>
                <a:gd name="connsiteY8" fmla="*/ 61331 h 117352"/>
                <a:gd name="connsiteX9" fmla="*/ 30037 w 117352"/>
                <a:gd name="connsiteY9" fmla="*/ 54345 h 117352"/>
                <a:gd name="connsiteX10" fmla="*/ 58816 w 117352"/>
                <a:gd name="connsiteY10" fmla="*/ 89831 h 117352"/>
                <a:gd name="connsiteX11" fmla="*/ 40934 w 117352"/>
                <a:gd name="connsiteY11" fmla="*/ 74184 h 117352"/>
                <a:gd name="connsiteX12" fmla="*/ 76698 w 117352"/>
                <a:gd name="connsiteY12" fmla="*/ 74184 h 117352"/>
                <a:gd name="connsiteX13" fmla="*/ 58816 w 117352"/>
                <a:gd name="connsiteY13" fmla="*/ 89831 h 117352"/>
                <a:gd name="connsiteX14" fmla="*/ 80610 w 117352"/>
                <a:gd name="connsiteY14" fmla="*/ 61331 h 117352"/>
                <a:gd name="connsiteX15" fmla="*/ 73625 w 117352"/>
                <a:gd name="connsiteY15" fmla="*/ 54345 h 117352"/>
                <a:gd name="connsiteX16" fmla="*/ 80610 w 117352"/>
                <a:gd name="connsiteY16" fmla="*/ 47360 h 117352"/>
                <a:gd name="connsiteX17" fmla="*/ 87595 w 117352"/>
                <a:gd name="connsiteY17" fmla="*/ 54345 h 117352"/>
                <a:gd name="connsiteX18" fmla="*/ 80610 w 117352"/>
                <a:gd name="connsiteY18" fmla="*/ 61331 h 11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2" h="117352">
                  <a:moveTo>
                    <a:pt x="58816" y="2096"/>
                  </a:moveTo>
                  <a:cubicBezTo>
                    <a:pt x="27522" y="2096"/>
                    <a:pt x="2096" y="27522"/>
                    <a:pt x="2096" y="58816"/>
                  </a:cubicBezTo>
                  <a:cubicBezTo>
                    <a:pt x="2096" y="90110"/>
                    <a:pt x="27522" y="115537"/>
                    <a:pt x="58816" y="115537"/>
                  </a:cubicBezTo>
                  <a:cubicBezTo>
                    <a:pt x="90110" y="115537"/>
                    <a:pt x="115537" y="90110"/>
                    <a:pt x="115537" y="58816"/>
                  </a:cubicBezTo>
                  <a:cubicBezTo>
                    <a:pt x="115537" y="27522"/>
                    <a:pt x="90110" y="2096"/>
                    <a:pt x="58816" y="2096"/>
                  </a:cubicBezTo>
                  <a:close/>
                  <a:moveTo>
                    <a:pt x="30037" y="54345"/>
                  </a:moveTo>
                  <a:cubicBezTo>
                    <a:pt x="30037" y="50434"/>
                    <a:pt x="33110" y="47360"/>
                    <a:pt x="37022" y="47360"/>
                  </a:cubicBezTo>
                  <a:cubicBezTo>
                    <a:pt x="40934" y="47360"/>
                    <a:pt x="44007" y="50434"/>
                    <a:pt x="44007" y="54345"/>
                  </a:cubicBezTo>
                  <a:cubicBezTo>
                    <a:pt x="44007" y="58257"/>
                    <a:pt x="40934" y="61331"/>
                    <a:pt x="37022" y="61331"/>
                  </a:cubicBezTo>
                  <a:cubicBezTo>
                    <a:pt x="33110" y="61331"/>
                    <a:pt x="30037" y="58257"/>
                    <a:pt x="30037" y="54345"/>
                  </a:cubicBezTo>
                  <a:close/>
                  <a:moveTo>
                    <a:pt x="58816" y="89831"/>
                  </a:moveTo>
                  <a:cubicBezTo>
                    <a:pt x="49595" y="89831"/>
                    <a:pt x="42051" y="83125"/>
                    <a:pt x="40934" y="74184"/>
                  </a:cubicBezTo>
                  <a:lnTo>
                    <a:pt x="76698" y="74184"/>
                  </a:lnTo>
                  <a:cubicBezTo>
                    <a:pt x="75581" y="83125"/>
                    <a:pt x="68037" y="89831"/>
                    <a:pt x="58816" y="89831"/>
                  </a:cubicBezTo>
                  <a:close/>
                  <a:moveTo>
                    <a:pt x="80610" y="61331"/>
                  </a:moveTo>
                  <a:cubicBezTo>
                    <a:pt x="76698" y="61331"/>
                    <a:pt x="73625" y="58257"/>
                    <a:pt x="73625" y="54345"/>
                  </a:cubicBezTo>
                  <a:cubicBezTo>
                    <a:pt x="73625" y="50434"/>
                    <a:pt x="76698" y="47360"/>
                    <a:pt x="80610" y="47360"/>
                  </a:cubicBezTo>
                  <a:cubicBezTo>
                    <a:pt x="84522" y="47360"/>
                    <a:pt x="87595" y="50434"/>
                    <a:pt x="87595" y="54345"/>
                  </a:cubicBezTo>
                  <a:cubicBezTo>
                    <a:pt x="87595" y="58257"/>
                    <a:pt x="84522" y="61331"/>
                    <a:pt x="80610" y="61331"/>
                  </a:cubicBezTo>
                  <a:close/>
                </a:path>
              </a:pathLst>
            </a:custGeom>
            <a:solidFill>
              <a:srgbClr val="FEC7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1400D892-DE01-F59F-42CB-0D50952B0A19}"/>
                </a:ext>
              </a:extLst>
            </p:cNvPr>
            <p:cNvSpPr/>
            <p:nvPr/>
          </p:nvSpPr>
          <p:spPr>
            <a:xfrm>
              <a:off x="1366488" y="2648578"/>
              <a:ext cx="653822" cy="148088"/>
            </a:xfrm>
            <a:custGeom>
              <a:avLst/>
              <a:gdLst>
                <a:gd name="connsiteX0" fmla="*/ 5449 w 653822"/>
                <a:gd name="connsiteY0" fmla="*/ 146272 h 148087"/>
                <a:gd name="connsiteX1" fmla="*/ 2096 w 653822"/>
                <a:gd name="connsiteY1" fmla="*/ 139566 h 148087"/>
                <a:gd name="connsiteX2" fmla="*/ 92066 w 653822"/>
                <a:gd name="connsiteY2" fmla="*/ 94581 h 148087"/>
                <a:gd name="connsiteX3" fmla="*/ 205786 w 653822"/>
                <a:gd name="connsiteY3" fmla="*/ 96537 h 148087"/>
                <a:gd name="connsiteX4" fmla="*/ 329007 w 653822"/>
                <a:gd name="connsiteY4" fmla="*/ 50154 h 148087"/>
                <a:gd name="connsiteX5" fmla="*/ 423448 w 653822"/>
                <a:gd name="connsiteY5" fmla="*/ 50154 h 148087"/>
                <a:gd name="connsiteX6" fmla="*/ 524036 w 653822"/>
                <a:gd name="connsiteY6" fmla="*/ 16625 h 148087"/>
                <a:gd name="connsiteX7" fmla="*/ 524874 w 653822"/>
                <a:gd name="connsiteY7" fmla="*/ 16625 h 148087"/>
                <a:gd name="connsiteX8" fmla="*/ 605344 w 653822"/>
                <a:gd name="connsiteY8" fmla="*/ 25846 h 148087"/>
                <a:gd name="connsiteX9" fmla="*/ 650888 w 653822"/>
                <a:gd name="connsiteY9" fmla="*/ 2096 h 148087"/>
                <a:gd name="connsiteX10" fmla="*/ 654241 w 653822"/>
                <a:gd name="connsiteY10" fmla="*/ 8802 h 148087"/>
                <a:gd name="connsiteX11" fmla="*/ 606741 w 653822"/>
                <a:gd name="connsiteY11" fmla="*/ 33390 h 148087"/>
                <a:gd name="connsiteX12" fmla="*/ 605624 w 653822"/>
                <a:gd name="connsiteY12" fmla="*/ 33390 h 148087"/>
                <a:gd name="connsiteX13" fmla="*/ 524594 w 653822"/>
                <a:gd name="connsiteY13" fmla="*/ 24169 h 148087"/>
                <a:gd name="connsiteX14" fmla="*/ 424006 w 653822"/>
                <a:gd name="connsiteY14" fmla="*/ 57419 h 148087"/>
                <a:gd name="connsiteX15" fmla="*/ 329845 w 653822"/>
                <a:gd name="connsiteY15" fmla="*/ 57419 h 148087"/>
                <a:gd name="connsiteX16" fmla="*/ 207183 w 653822"/>
                <a:gd name="connsiteY16" fmla="*/ 104081 h 148087"/>
                <a:gd name="connsiteX17" fmla="*/ 206345 w 653822"/>
                <a:gd name="connsiteY17" fmla="*/ 104081 h 148087"/>
                <a:gd name="connsiteX18" fmla="*/ 93742 w 653822"/>
                <a:gd name="connsiteY18" fmla="*/ 102125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3822" h="148087">
                  <a:moveTo>
                    <a:pt x="5449" y="146272"/>
                  </a:moveTo>
                  <a:lnTo>
                    <a:pt x="2096" y="139566"/>
                  </a:lnTo>
                  <a:lnTo>
                    <a:pt x="92066" y="94581"/>
                  </a:lnTo>
                  <a:lnTo>
                    <a:pt x="205786" y="96537"/>
                  </a:lnTo>
                  <a:lnTo>
                    <a:pt x="329007" y="50154"/>
                  </a:lnTo>
                  <a:lnTo>
                    <a:pt x="423448" y="50154"/>
                  </a:lnTo>
                  <a:lnTo>
                    <a:pt x="524036" y="16625"/>
                  </a:lnTo>
                  <a:lnTo>
                    <a:pt x="524874" y="16625"/>
                  </a:lnTo>
                  <a:lnTo>
                    <a:pt x="605344" y="25846"/>
                  </a:lnTo>
                  <a:lnTo>
                    <a:pt x="650888" y="2096"/>
                  </a:lnTo>
                  <a:lnTo>
                    <a:pt x="654241" y="8802"/>
                  </a:lnTo>
                  <a:lnTo>
                    <a:pt x="606741" y="33390"/>
                  </a:lnTo>
                  <a:lnTo>
                    <a:pt x="605624" y="33390"/>
                  </a:lnTo>
                  <a:lnTo>
                    <a:pt x="524594" y="24169"/>
                  </a:lnTo>
                  <a:lnTo>
                    <a:pt x="424006" y="57419"/>
                  </a:lnTo>
                  <a:lnTo>
                    <a:pt x="329845" y="57419"/>
                  </a:lnTo>
                  <a:lnTo>
                    <a:pt x="207183" y="104081"/>
                  </a:lnTo>
                  <a:lnTo>
                    <a:pt x="206345" y="104081"/>
                  </a:lnTo>
                  <a:lnTo>
                    <a:pt x="93742" y="102125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3B02118D-4DCA-A95D-9EC0-1783340B452C}"/>
                </a:ext>
              </a:extLst>
            </p:cNvPr>
            <p:cNvSpPr/>
            <p:nvPr/>
          </p:nvSpPr>
          <p:spPr>
            <a:xfrm>
              <a:off x="1201879" y="2731806"/>
              <a:ext cx="145294" cy="142500"/>
            </a:xfrm>
            <a:custGeom>
              <a:avLst/>
              <a:gdLst>
                <a:gd name="connsiteX0" fmla="*/ 90147 w 145293"/>
                <a:gd name="connsiteY0" fmla="*/ 3250 h 142499"/>
                <a:gd name="connsiteX1" fmla="*/ 26441 w 145293"/>
                <a:gd name="connsiteY1" fmla="*/ 20853 h 142499"/>
                <a:gd name="connsiteX2" fmla="*/ 3250 w 145293"/>
                <a:gd name="connsiteY2" fmla="*/ 61367 h 142499"/>
                <a:gd name="connsiteX3" fmla="*/ 15264 w 145293"/>
                <a:gd name="connsiteY3" fmla="*/ 105235 h 142499"/>
                <a:gd name="connsiteX4" fmla="*/ 55779 w 145293"/>
                <a:gd name="connsiteY4" fmla="*/ 128426 h 142499"/>
                <a:gd name="connsiteX5" fmla="*/ 74779 w 145293"/>
                <a:gd name="connsiteY5" fmla="*/ 123117 h 142499"/>
                <a:gd name="connsiteX6" fmla="*/ 93499 w 145293"/>
                <a:gd name="connsiteY6" fmla="*/ 141838 h 142499"/>
                <a:gd name="connsiteX7" fmla="*/ 100205 w 145293"/>
                <a:gd name="connsiteY7" fmla="*/ 116132 h 142499"/>
                <a:gd name="connsiteX8" fmla="*/ 119205 w 145293"/>
                <a:gd name="connsiteY8" fmla="*/ 110823 h 142499"/>
                <a:gd name="connsiteX9" fmla="*/ 142396 w 145293"/>
                <a:gd name="connsiteY9" fmla="*/ 70308 h 142499"/>
                <a:gd name="connsiteX10" fmla="*/ 130382 w 145293"/>
                <a:gd name="connsiteY10" fmla="*/ 26441 h 142499"/>
                <a:gd name="connsiteX11" fmla="*/ 90147 w 145293"/>
                <a:gd name="connsiteY11" fmla="*/ 3250 h 14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293" h="142499">
                  <a:moveTo>
                    <a:pt x="90147" y="3250"/>
                  </a:moveTo>
                  <a:lnTo>
                    <a:pt x="26441" y="20853"/>
                  </a:lnTo>
                  <a:cubicBezTo>
                    <a:pt x="8838" y="25603"/>
                    <a:pt x="-1500" y="44044"/>
                    <a:pt x="3250" y="61367"/>
                  </a:cubicBezTo>
                  <a:lnTo>
                    <a:pt x="15264" y="105235"/>
                  </a:lnTo>
                  <a:cubicBezTo>
                    <a:pt x="20014" y="122838"/>
                    <a:pt x="38455" y="133176"/>
                    <a:pt x="55779" y="128426"/>
                  </a:cubicBezTo>
                  <a:lnTo>
                    <a:pt x="74779" y="123117"/>
                  </a:lnTo>
                  <a:lnTo>
                    <a:pt x="93499" y="141838"/>
                  </a:lnTo>
                  <a:lnTo>
                    <a:pt x="100205" y="116132"/>
                  </a:lnTo>
                  <a:lnTo>
                    <a:pt x="119205" y="110823"/>
                  </a:lnTo>
                  <a:cubicBezTo>
                    <a:pt x="136808" y="106073"/>
                    <a:pt x="147146" y="87632"/>
                    <a:pt x="142396" y="70308"/>
                  </a:cubicBezTo>
                  <a:lnTo>
                    <a:pt x="130382" y="26441"/>
                  </a:lnTo>
                  <a:cubicBezTo>
                    <a:pt x="125911" y="8838"/>
                    <a:pt x="107470" y="-1500"/>
                    <a:pt x="90147" y="3250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5" name="Forma libre 114">
              <a:extLst>
                <a:ext uri="{FF2B5EF4-FFF2-40B4-BE49-F238E27FC236}">
                  <a16:creationId xmlns:a16="http://schemas.microsoft.com/office/drawing/2014/main" id="{9D6D1643-6901-8BC3-5290-A981797341DB}"/>
                </a:ext>
              </a:extLst>
            </p:cNvPr>
            <p:cNvSpPr/>
            <p:nvPr/>
          </p:nvSpPr>
          <p:spPr>
            <a:xfrm>
              <a:off x="1233480" y="2799731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04ECF53B-2420-2ECA-B033-119DBAF4A622}"/>
                </a:ext>
              </a:extLst>
            </p:cNvPr>
            <p:cNvSpPr/>
            <p:nvPr/>
          </p:nvSpPr>
          <p:spPr>
            <a:xfrm>
              <a:off x="1265612" y="2790790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2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324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75832E72-8F3D-7D29-A9E1-BF576EF1FBF7}"/>
                </a:ext>
              </a:extLst>
            </p:cNvPr>
            <p:cNvSpPr/>
            <p:nvPr/>
          </p:nvSpPr>
          <p:spPr>
            <a:xfrm>
              <a:off x="1297745" y="2782128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8" name="Forma libre 117">
              <a:extLst>
                <a:ext uri="{FF2B5EF4-FFF2-40B4-BE49-F238E27FC236}">
                  <a16:creationId xmlns:a16="http://schemas.microsoft.com/office/drawing/2014/main" id="{70B53616-E39D-3740-D37C-D20BC4BB591E}"/>
                </a:ext>
              </a:extLst>
            </p:cNvPr>
            <p:cNvSpPr/>
            <p:nvPr/>
          </p:nvSpPr>
          <p:spPr>
            <a:xfrm>
              <a:off x="1445003" y="2731284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6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6" y="20312"/>
                    <a:pt x="2096" y="13831"/>
                  </a:cubicBezTo>
                  <a:cubicBezTo>
                    <a:pt x="2096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C0FF8EBE-2284-7A78-ED72-60EBBD88DCBB}"/>
                </a:ext>
              </a:extLst>
            </p:cNvPr>
            <p:cNvSpPr/>
            <p:nvPr/>
          </p:nvSpPr>
          <p:spPr>
            <a:xfrm>
              <a:off x="1877531" y="2655563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5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5" y="20312"/>
                    <a:pt x="2095" y="13831"/>
                  </a:cubicBezTo>
                  <a:cubicBezTo>
                    <a:pt x="2095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EA50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0" name="Forma libre 119">
              <a:extLst>
                <a:ext uri="{FF2B5EF4-FFF2-40B4-BE49-F238E27FC236}">
                  <a16:creationId xmlns:a16="http://schemas.microsoft.com/office/drawing/2014/main" id="{41735F0D-6D55-5042-E0A0-4B006298D0A7}"/>
                </a:ext>
              </a:extLst>
            </p:cNvPr>
            <p:cNvSpPr/>
            <p:nvPr/>
          </p:nvSpPr>
          <p:spPr>
            <a:xfrm>
              <a:off x="1785605" y="3077195"/>
              <a:ext cx="284999" cy="25147"/>
            </a:xfrm>
            <a:custGeom>
              <a:avLst/>
              <a:gdLst>
                <a:gd name="connsiteX0" fmla="*/ 2096 w 284999"/>
                <a:gd name="connsiteY0" fmla="*/ 12993 h 25147"/>
                <a:gd name="connsiteX1" fmla="*/ 143757 w 284999"/>
                <a:gd name="connsiteY1" fmla="*/ 23890 h 25147"/>
                <a:gd name="connsiteX2" fmla="*/ 285418 w 284999"/>
                <a:gd name="connsiteY2" fmla="*/ 12993 h 25147"/>
                <a:gd name="connsiteX3" fmla="*/ 143757 w 284999"/>
                <a:gd name="connsiteY3" fmla="*/ 2096 h 25147"/>
                <a:gd name="connsiteX4" fmla="*/ 2096 w 284999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999" h="25147">
                  <a:moveTo>
                    <a:pt x="2096" y="12993"/>
                  </a:moveTo>
                  <a:cubicBezTo>
                    <a:pt x="2096" y="18860"/>
                    <a:pt x="65522" y="23890"/>
                    <a:pt x="143757" y="23890"/>
                  </a:cubicBezTo>
                  <a:cubicBezTo>
                    <a:pt x="221992" y="23890"/>
                    <a:pt x="285418" y="19140"/>
                    <a:pt x="285418" y="12993"/>
                  </a:cubicBezTo>
                  <a:cubicBezTo>
                    <a:pt x="285418" y="7125"/>
                    <a:pt x="221992" y="2096"/>
                    <a:pt x="143757" y="2096"/>
                  </a:cubicBezTo>
                  <a:cubicBezTo>
                    <a:pt x="65522" y="2375"/>
                    <a:pt x="2096" y="7125"/>
                    <a:pt x="2096" y="12993"/>
                  </a:cubicBezTo>
                  <a:close/>
                </a:path>
              </a:pathLst>
            </a:custGeom>
            <a:solidFill>
              <a:srgbClr val="D8D8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1" name="Forma libre 120">
              <a:extLst>
                <a:ext uri="{FF2B5EF4-FFF2-40B4-BE49-F238E27FC236}">
                  <a16:creationId xmlns:a16="http://schemas.microsoft.com/office/drawing/2014/main" id="{1CC1AC03-FCB2-95E3-191C-F6775E33E1CE}"/>
                </a:ext>
              </a:extLst>
            </p:cNvPr>
            <p:cNvSpPr/>
            <p:nvPr/>
          </p:nvSpPr>
          <p:spPr>
            <a:xfrm>
              <a:off x="1887081" y="2395694"/>
              <a:ext cx="53088" cy="145294"/>
            </a:xfrm>
            <a:custGeom>
              <a:avLst/>
              <a:gdLst>
                <a:gd name="connsiteX0" fmla="*/ 26355 w 53088"/>
                <a:gd name="connsiteY0" fmla="*/ 140422 h 145293"/>
                <a:gd name="connsiteX1" fmla="*/ 45913 w 53088"/>
                <a:gd name="connsiteY1" fmla="*/ 67216 h 145293"/>
                <a:gd name="connsiteX2" fmla="*/ 51502 w 53088"/>
                <a:gd name="connsiteY2" fmla="*/ 18598 h 145293"/>
                <a:gd name="connsiteX3" fmla="*/ 33061 w 53088"/>
                <a:gd name="connsiteY3" fmla="*/ 3789 h 145293"/>
                <a:gd name="connsiteX4" fmla="*/ 12664 w 53088"/>
                <a:gd name="connsiteY4" fmla="*/ 35084 h 145293"/>
                <a:gd name="connsiteX5" fmla="*/ 2605 w 53088"/>
                <a:gd name="connsiteY5" fmla="*/ 126451 h 145293"/>
                <a:gd name="connsiteX6" fmla="*/ 26355 w 53088"/>
                <a:gd name="connsiteY6" fmla="*/ 140422 h 14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088" h="145293">
                  <a:moveTo>
                    <a:pt x="26355" y="140422"/>
                  </a:moveTo>
                  <a:cubicBezTo>
                    <a:pt x="30546" y="132319"/>
                    <a:pt x="38090" y="113598"/>
                    <a:pt x="45913" y="67216"/>
                  </a:cubicBezTo>
                  <a:cubicBezTo>
                    <a:pt x="50664" y="38995"/>
                    <a:pt x="50943" y="27260"/>
                    <a:pt x="51502" y="18598"/>
                  </a:cubicBezTo>
                  <a:cubicBezTo>
                    <a:pt x="52340" y="3510"/>
                    <a:pt x="40046" y="-681"/>
                    <a:pt x="33061" y="3789"/>
                  </a:cubicBezTo>
                  <a:cubicBezTo>
                    <a:pt x="21884" y="11334"/>
                    <a:pt x="13502" y="26981"/>
                    <a:pt x="12664" y="35084"/>
                  </a:cubicBezTo>
                  <a:cubicBezTo>
                    <a:pt x="7914" y="80628"/>
                    <a:pt x="5678" y="114995"/>
                    <a:pt x="2605" y="126451"/>
                  </a:cubicBezTo>
                  <a:cubicBezTo>
                    <a:pt x="-1586" y="142936"/>
                    <a:pt x="21325" y="149922"/>
                    <a:pt x="26355" y="140422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2" name="Forma libre 121">
              <a:extLst>
                <a:ext uri="{FF2B5EF4-FFF2-40B4-BE49-F238E27FC236}">
                  <a16:creationId xmlns:a16="http://schemas.microsoft.com/office/drawing/2014/main" id="{9C655B02-F6C5-6B21-EFDE-84A720FCE662}"/>
                </a:ext>
              </a:extLst>
            </p:cNvPr>
            <p:cNvSpPr/>
            <p:nvPr/>
          </p:nvSpPr>
          <p:spPr>
            <a:xfrm>
              <a:off x="1803271" y="2490230"/>
              <a:ext cx="111764" cy="53088"/>
            </a:xfrm>
            <a:custGeom>
              <a:avLst/>
              <a:gdLst>
                <a:gd name="connsiteX0" fmla="*/ 2871 w 111764"/>
                <a:gd name="connsiteY0" fmla="*/ 15150 h 53088"/>
                <a:gd name="connsiteX1" fmla="*/ 33606 w 111764"/>
                <a:gd name="connsiteY1" fmla="*/ 28562 h 53088"/>
                <a:gd name="connsiteX2" fmla="*/ 94238 w 111764"/>
                <a:gd name="connsiteY2" fmla="*/ 51474 h 53088"/>
                <a:gd name="connsiteX3" fmla="*/ 103459 w 111764"/>
                <a:gd name="connsiteY3" fmla="*/ 26885 h 53088"/>
                <a:gd name="connsiteX4" fmla="*/ 10136 w 111764"/>
                <a:gd name="connsiteY4" fmla="*/ 2577 h 53088"/>
                <a:gd name="connsiteX5" fmla="*/ 2871 w 111764"/>
                <a:gd name="connsiteY5" fmla="*/ 15150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764" h="53088">
                  <a:moveTo>
                    <a:pt x="2871" y="15150"/>
                  </a:moveTo>
                  <a:cubicBezTo>
                    <a:pt x="5945" y="21297"/>
                    <a:pt x="13768" y="18224"/>
                    <a:pt x="33606" y="28562"/>
                  </a:cubicBezTo>
                  <a:cubicBezTo>
                    <a:pt x="62106" y="43650"/>
                    <a:pt x="70768" y="45885"/>
                    <a:pt x="94238" y="51474"/>
                  </a:cubicBezTo>
                  <a:cubicBezTo>
                    <a:pt x="109606" y="55106"/>
                    <a:pt x="120782" y="34709"/>
                    <a:pt x="103459" y="26885"/>
                  </a:cubicBezTo>
                  <a:cubicBezTo>
                    <a:pt x="88650" y="20180"/>
                    <a:pt x="19077" y="6488"/>
                    <a:pt x="10136" y="2577"/>
                  </a:cubicBezTo>
                  <a:cubicBezTo>
                    <a:pt x="4268" y="-217"/>
                    <a:pt x="356" y="9841"/>
                    <a:pt x="2871" y="15150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3" name="Forma libre 122">
              <a:extLst>
                <a:ext uri="{FF2B5EF4-FFF2-40B4-BE49-F238E27FC236}">
                  <a16:creationId xmlns:a16="http://schemas.microsoft.com/office/drawing/2014/main" id="{4A3F2B17-ABA2-EB88-CA72-4FD0EEF6FE65}"/>
                </a:ext>
              </a:extLst>
            </p:cNvPr>
            <p:cNvSpPr/>
            <p:nvPr/>
          </p:nvSpPr>
          <p:spPr>
            <a:xfrm>
              <a:off x="1993376" y="3048713"/>
              <a:ext cx="39118" cy="41912"/>
            </a:xfrm>
            <a:custGeom>
              <a:avLst/>
              <a:gdLst>
                <a:gd name="connsiteX0" fmla="*/ 13382 w 39117"/>
                <a:gd name="connsiteY0" fmla="*/ 8783 h 41911"/>
                <a:gd name="connsiteX1" fmla="*/ 11985 w 39117"/>
                <a:gd name="connsiteY1" fmla="*/ 19959 h 41911"/>
                <a:gd name="connsiteX2" fmla="*/ 4721 w 39117"/>
                <a:gd name="connsiteY2" fmla="*/ 30018 h 41911"/>
                <a:gd name="connsiteX3" fmla="*/ 14221 w 39117"/>
                <a:gd name="connsiteY3" fmla="*/ 41195 h 41911"/>
                <a:gd name="connsiteX4" fmla="*/ 39088 w 39117"/>
                <a:gd name="connsiteY4" fmla="*/ 30298 h 41911"/>
                <a:gd name="connsiteX5" fmla="*/ 35735 w 39117"/>
                <a:gd name="connsiteY5" fmla="*/ 12695 h 41911"/>
                <a:gd name="connsiteX6" fmla="*/ 33779 w 39117"/>
                <a:gd name="connsiteY6" fmla="*/ 4033 h 41911"/>
                <a:gd name="connsiteX7" fmla="*/ 13382 w 39117"/>
                <a:gd name="connsiteY7" fmla="*/ 8783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17" h="41911">
                  <a:moveTo>
                    <a:pt x="13382" y="8783"/>
                  </a:moveTo>
                  <a:cubicBezTo>
                    <a:pt x="11985" y="14371"/>
                    <a:pt x="12544" y="16327"/>
                    <a:pt x="11985" y="19959"/>
                  </a:cubicBezTo>
                  <a:cubicBezTo>
                    <a:pt x="11147" y="24430"/>
                    <a:pt x="6956" y="26106"/>
                    <a:pt x="4721" y="30018"/>
                  </a:cubicBezTo>
                  <a:cubicBezTo>
                    <a:pt x="1927" y="34209"/>
                    <a:pt x="-2265" y="40636"/>
                    <a:pt x="14221" y="41195"/>
                  </a:cubicBezTo>
                  <a:cubicBezTo>
                    <a:pt x="31824" y="41474"/>
                    <a:pt x="42162" y="40356"/>
                    <a:pt x="39088" y="30298"/>
                  </a:cubicBezTo>
                  <a:cubicBezTo>
                    <a:pt x="36015" y="20518"/>
                    <a:pt x="35456" y="16048"/>
                    <a:pt x="35735" y="12695"/>
                  </a:cubicBezTo>
                  <a:cubicBezTo>
                    <a:pt x="36015" y="9342"/>
                    <a:pt x="35735" y="5989"/>
                    <a:pt x="33779" y="4033"/>
                  </a:cubicBezTo>
                  <a:cubicBezTo>
                    <a:pt x="31544" y="2357"/>
                    <a:pt x="15897" y="-996"/>
                    <a:pt x="13382" y="8783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4" name="Forma libre 123">
              <a:extLst>
                <a:ext uri="{FF2B5EF4-FFF2-40B4-BE49-F238E27FC236}">
                  <a16:creationId xmlns:a16="http://schemas.microsoft.com/office/drawing/2014/main" id="{EBCECF58-37CC-D79C-DA24-F5D9E0B619C1}"/>
                </a:ext>
              </a:extLst>
            </p:cNvPr>
            <p:cNvSpPr/>
            <p:nvPr/>
          </p:nvSpPr>
          <p:spPr>
            <a:xfrm>
              <a:off x="1944564" y="2349608"/>
              <a:ext cx="33529" cy="72647"/>
            </a:xfrm>
            <a:custGeom>
              <a:avLst/>
              <a:gdLst>
                <a:gd name="connsiteX0" fmla="*/ 30062 w 33529"/>
                <a:gd name="connsiteY0" fmla="*/ 2096 h 72646"/>
                <a:gd name="connsiteX1" fmla="*/ 32577 w 33529"/>
                <a:gd name="connsiteY1" fmla="*/ 52390 h 72646"/>
                <a:gd name="connsiteX2" fmla="*/ 17768 w 33529"/>
                <a:gd name="connsiteY2" fmla="*/ 73066 h 72646"/>
                <a:gd name="connsiteX3" fmla="*/ 17489 w 33529"/>
                <a:gd name="connsiteY3" fmla="*/ 73066 h 72646"/>
                <a:gd name="connsiteX4" fmla="*/ 2121 w 33529"/>
                <a:gd name="connsiteY4" fmla="*/ 53507 h 72646"/>
                <a:gd name="connsiteX5" fmla="*/ 2401 w 33529"/>
                <a:gd name="connsiteY5" fmla="*/ 15787 h 72646"/>
                <a:gd name="connsiteX6" fmla="*/ 30062 w 33529"/>
                <a:gd name="connsiteY6" fmla="*/ 2096 h 7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29" h="72646">
                  <a:moveTo>
                    <a:pt x="30062" y="2096"/>
                  </a:moveTo>
                  <a:cubicBezTo>
                    <a:pt x="30342" y="3493"/>
                    <a:pt x="32298" y="31154"/>
                    <a:pt x="32577" y="52390"/>
                  </a:cubicBezTo>
                  <a:cubicBezTo>
                    <a:pt x="32857" y="62728"/>
                    <a:pt x="25312" y="72787"/>
                    <a:pt x="17768" y="73066"/>
                  </a:cubicBezTo>
                  <a:cubicBezTo>
                    <a:pt x="17768" y="73066"/>
                    <a:pt x="17489" y="73066"/>
                    <a:pt x="17489" y="73066"/>
                  </a:cubicBezTo>
                  <a:cubicBezTo>
                    <a:pt x="10224" y="73066"/>
                    <a:pt x="1563" y="63845"/>
                    <a:pt x="2121" y="53507"/>
                  </a:cubicBezTo>
                  <a:cubicBezTo>
                    <a:pt x="3239" y="35066"/>
                    <a:pt x="2401" y="16066"/>
                    <a:pt x="2401" y="15787"/>
                  </a:cubicBezTo>
                  <a:lnTo>
                    <a:pt x="30062" y="2096"/>
                  </a:ln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5" name="Forma libre 124">
              <a:extLst>
                <a:ext uri="{FF2B5EF4-FFF2-40B4-BE49-F238E27FC236}">
                  <a16:creationId xmlns:a16="http://schemas.microsoft.com/office/drawing/2014/main" id="{4810E9E7-0FB7-CDFD-AC0C-0BF5D196BF3A}"/>
                </a:ext>
              </a:extLst>
            </p:cNvPr>
            <p:cNvSpPr/>
            <p:nvPr/>
          </p:nvSpPr>
          <p:spPr>
            <a:xfrm>
              <a:off x="1873340" y="2388497"/>
              <a:ext cx="139706" cy="243088"/>
            </a:xfrm>
            <a:custGeom>
              <a:avLst/>
              <a:gdLst>
                <a:gd name="connsiteX0" fmla="*/ 122801 w 139705"/>
                <a:gd name="connsiteY0" fmla="*/ 83074 h 243087"/>
                <a:gd name="connsiteX1" fmla="*/ 109389 w 139705"/>
                <a:gd name="connsiteY1" fmla="*/ 141471 h 243087"/>
                <a:gd name="connsiteX2" fmla="*/ 109669 w 139705"/>
                <a:gd name="connsiteY2" fmla="*/ 185339 h 243087"/>
                <a:gd name="connsiteX3" fmla="*/ 114698 w 139705"/>
                <a:gd name="connsiteY3" fmla="*/ 211324 h 243087"/>
                <a:gd name="connsiteX4" fmla="*/ 122242 w 139705"/>
                <a:gd name="connsiteY4" fmla="*/ 243736 h 243087"/>
                <a:gd name="connsiteX5" fmla="*/ 2096 w 139705"/>
                <a:gd name="connsiteY5" fmla="*/ 243736 h 243087"/>
                <a:gd name="connsiteX6" fmla="*/ 11875 w 139705"/>
                <a:gd name="connsiteY6" fmla="*/ 98442 h 243087"/>
                <a:gd name="connsiteX7" fmla="*/ 27243 w 139705"/>
                <a:gd name="connsiteY7" fmla="*/ 36692 h 243087"/>
                <a:gd name="connsiteX8" fmla="*/ 36743 w 139705"/>
                <a:gd name="connsiteY8" fmla="*/ 16574 h 243087"/>
                <a:gd name="connsiteX9" fmla="*/ 55184 w 139705"/>
                <a:gd name="connsiteY9" fmla="*/ 5398 h 243087"/>
                <a:gd name="connsiteX10" fmla="*/ 66360 w 139705"/>
                <a:gd name="connsiteY10" fmla="*/ 3722 h 243087"/>
                <a:gd name="connsiteX11" fmla="*/ 139007 w 139705"/>
                <a:gd name="connsiteY11" fmla="*/ 25236 h 243087"/>
                <a:gd name="connsiteX12" fmla="*/ 136492 w 139705"/>
                <a:gd name="connsiteY12" fmla="*/ 48707 h 243087"/>
                <a:gd name="connsiteX13" fmla="*/ 126434 w 139705"/>
                <a:gd name="connsiteY13" fmla="*/ 73295 h 243087"/>
                <a:gd name="connsiteX14" fmla="*/ 122801 w 139705"/>
                <a:gd name="connsiteY14" fmla="*/ 83074 h 24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705" h="243087">
                  <a:moveTo>
                    <a:pt x="122801" y="83074"/>
                  </a:moveTo>
                  <a:cubicBezTo>
                    <a:pt x="116375" y="102074"/>
                    <a:pt x="112742" y="121633"/>
                    <a:pt x="109389" y="141471"/>
                  </a:cubicBezTo>
                  <a:cubicBezTo>
                    <a:pt x="106875" y="156001"/>
                    <a:pt x="107713" y="170809"/>
                    <a:pt x="109669" y="185339"/>
                  </a:cubicBezTo>
                  <a:cubicBezTo>
                    <a:pt x="110787" y="194001"/>
                    <a:pt x="112463" y="202662"/>
                    <a:pt x="114698" y="211324"/>
                  </a:cubicBezTo>
                  <a:cubicBezTo>
                    <a:pt x="115537" y="214677"/>
                    <a:pt x="121963" y="240942"/>
                    <a:pt x="122242" y="243736"/>
                  </a:cubicBezTo>
                  <a:cubicBezTo>
                    <a:pt x="122242" y="243736"/>
                    <a:pt x="8801" y="243736"/>
                    <a:pt x="2096" y="243736"/>
                  </a:cubicBezTo>
                  <a:cubicBezTo>
                    <a:pt x="3213" y="220265"/>
                    <a:pt x="30037" y="146221"/>
                    <a:pt x="11875" y="98442"/>
                  </a:cubicBezTo>
                  <a:cubicBezTo>
                    <a:pt x="-699" y="65192"/>
                    <a:pt x="16066" y="64354"/>
                    <a:pt x="27243" y="36692"/>
                  </a:cubicBezTo>
                  <a:cubicBezTo>
                    <a:pt x="30037" y="29986"/>
                    <a:pt x="32272" y="22442"/>
                    <a:pt x="36743" y="16574"/>
                  </a:cubicBezTo>
                  <a:cubicBezTo>
                    <a:pt x="41213" y="10986"/>
                    <a:pt x="48198" y="7075"/>
                    <a:pt x="55184" y="5398"/>
                  </a:cubicBezTo>
                  <a:cubicBezTo>
                    <a:pt x="58816" y="4560"/>
                    <a:pt x="62728" y="4001"/>
                    <a:pt x="66360" y="3722"/>
                  </a:cubicBezTo>
                  <a:cubicBezTo>
                    <a:pt x="86757" y="2045"/>
                    <a:pt x="134536" y="-3822"/>
                    <a:pt x="139007" y="25236"/>
                  </a:cubicBezTo>
                  <a:cubicBezTo>
                    <a:pt x="140125" y="33060"/>
                    <a:pt x="139007" y="41163"/>
                    <a:pt x="136492" y="48707"/>
                  </a:cubicBezTo>
                  <a:cubicBezTo>
                    <a:pt x="133698" y="57089"/>
                    <a:pt x="129787" y="65192"/>
                    <a:pt x="126434" y="73295"/>
                  </a:cubicBezTo>
                  <a:cubicBezTo>
                    <a:pt x="125316" y="76369"/>
                    <a:pt x="123919" y="79721"/>
                    <a:pt x="122801" y="83074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6DDD1E0F-7B11-0F1E-D98F-1FCE6DE117B4}"/>
                </a:ext>
              </a:extLst>
            </p:cNvPr>
            <p:cNvSpPr/>
            <p:nvPr/>
          </p:nvSpPr>
          <p:spPr>
            <a:xfrm>
              <a:off x="1868590" y="2630137"/>
              <a:ext cx="131323" cy="78235"/>
            </a:xfrm>
            <a:custGeom>
              <a:avLst/>
              <a:gdLst>
                <a:gd name="connsiteX0" fmla="*/ 126154 w 131323"/>
                <a:gd name="connsiteY0" fmla="*/ 78375 h 78235"/>
                <a:gd name="connsiteX1" fmla="*/ 126713 w 131323"/>
                <a:gd name="connsiteY1" fmla="*/ 2096 h 78235"/>
                <a:gd name="connsiteX2" fmla="*/ 6566 w 131323"/>
                <a:gd name="connsiteY2" fmla="*/ 2096 h 78235"/>
                <a:gd name="connsiteX3" fmla="*/ 2096 w 131323"/>
                <a:gd name="connsiteY3" fmla="*/ 78375 h 78235"/>
                <a:gd name="connsiteX4" fmla="*/ 126154 w 131323"/>
                <a:gd name="connsiteY4" fmla="*/ 78375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323" h="78235">
                  <a:moveTo>
                    <a:pt x="126154" y="78375"/>
                  </a:moveTo>
                  <a:cubicBezTo>
                    <a:pt x="126154" y="78375"/>
                    <a:pt x="136492" y="52110"/>
                    <a:pt x="126713" y="2096"/>
                  </a:cubicBezTo>
                  <a:lnTo>
                    <a:pt x="6566" y="2096"/>
                  </a:lnTo>
                  <a:cubicBezTo>
                    <a:pt x="6566" y="2096"/>
                    <a:pt x="2375" y="37860"/>
                    <a:pt x="2096" y="78375"/>
                  </a:cubicBezTo>
                  <a:lnTo>
                    <a:pt x="126154" y="78375"/>
                  </a:ln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CE88510E-7661-C5F6-05FD-B81A317E531C}"/>
                </a:ext>
              </a:extLst>
            </p:cNvPr>
            <p:cNvSpPr/>
            <p:nvPr/>
          </p:nvSpPr>
          <p:spPr>
            <a:xfrm>
              <a:off x="1967732" y="2833293"/>
              <a:ext cx="64265" cy="226323"/>
            </a:xfrm>
            <a:custGeom>
              <a:avLst/>
              <a:gdLst>
                <a:gd name="connsiteX0" fmla="*/ 3541 w 64264"/>
                <a:gd name="connsiteY0" fmla="*/ 38395 h 226323"/>
                <a:gd name="connsiteX1" fmla="*/ 46571 w 64264"/>
                <a:gd name="connsiteY1" fmla="*/ 19954 h 226323"/>
                <a:gd name="connsiteX2" fmla="*/ 61938 w 64264"/>
                <a:gd name="connsiteY2" fmla="*/ 220851 h 226323"/>
                <a:gd name="connsiteX3" fmla="*/ 58026 w 64264"/>
                <a:gd name="connsiteY3" fmla="*/ 223086 h 226323"/>
                <a:gd name="connsiteX4" fmla="*/ 45453 w 64264"/>
                <a:gd name="connsiteY4" fmla="*/ 220571 h 226323"/>
                <a:gd name="connsiteX5" fmla="*/ 38747 w 64264"/>
                <a:gd name="connsiteY5" fmla="*/ 226160 h 226323"/>
                <a:gd name="connsiteX6" fmla="*/ 3541 w 64264"/>
                <a:gd name="connsiteY6" fmla="*/ 38395 h 22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226323">
                  <a:moveTo>
                    <a:pt x="3541" y="38395"/>
                  </a:moveTo>
                  <a:cubicBezTo>
                    <a:pt x="-5959" y="-2119"/>
                    <a:pt x="33997" y="-9384"/>
                    <a:pt x="46571" y="19954"/>
                  </a:cubicBezTo>
                  <a:cubicBezTo>
                    <a:pt x="64453" y="61586"/>
                    <a:pt x="63056" y="194307"/>
                    <a:pt x="61938" y="220851"/>
                  </a:cubicBezTo>
                  <a:cubicBezTo>
                    <a:pt x="61938" y="224204"/>
                    <a:pt x="59982" y="223645"/>
                    <a:pt x="58026" y="223086"/>
                  </a:cubicBezTo>
                  <a:cubicBezTo>
                    <a:pt x="52438" y="221130"/>
                    <a:pt x="47688" y="220292"/>
                    <a:pt x="45453" y="220571"/>
                  </a:cubicBezTo>
                  <a:cubicBezTo>
                    <a:pt x="40982" y="221410"/>
                    <a:pt x="38747" y="226160"/>
                    <a:pt x="38747" y="226160"/>
                  </a:cubicBezTo>
                  <a:cubicBezTo>
                    <a:pt x="34835" y="189836"/>
                    <a:pt x="12762" y="77792"/>
                    <a:pt x="3541" y="38395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752940E8-3C9B-BF84-3BD0-2451660A384E}"/>
                </a:ext>
              </a:extLst>
            </p:cNvPr>
            <p:cNvSpPr/>
            <p:nvPr/>
          </p:nvSpPr>
          <p:spPr>
            <a:xfrm>
              <a:off x="1932563" y="2635159"/>
              <a:ext cx="83823" cy="254264"/>
            </a:xfrm>
            <a:custGeom>
              <a:avLst/>
              <a:gdLst>
                <a:gd name="connsiteX0" fmla="*/ 2666 w 83823"/>
                <a:gd name="connsiteY0" fmla="*/ 78941 h 254264"/>
                <a:gd name="connsiteX1" fmla="*/ 47931 w 83823"/>
                <a:gd name="connsiteY1" fmla="*/ 6015 h 254264"/>
                <a:gd name="connsiteX2" fmla="*/ 66931 w 83823"/>
                <a:gd name="connsiteY2" fmla="*/ 40103 h 254264"/>
                <a:gd name="connsiteX3" fmla="*/ 81181 w 83823"/>
                <a:gd name="connsiteY3" fmla="*/ 215294 h 254264"/>
                <a:gd name="connsiteX4" fmla="*/ 41504 w 83823"/>
                <a:gd name="connsiteY4" fmla="*/ 240720 h 254264"/>
                <a:gd name="connsiteX5" fmla="*/ 2666 w 83823"/>
                <a:gd name="connsiteY5" fmla="*/ 78941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23" h="254264">
                  <a:moveTo>
                    <a:pt x="2666" y="78941"/>
                  </a:moveTo>
                  <a:cubicBezTo>
                    <a:pt x="-1525" y="28647"/>
                    <a:pt x="17754" y="-10750"/>
                    <a:pt x="47931" y="6015"/>
                  </a:cubicBezTo>
                  <a:cubicBezTo>
                    <a:pt x="60504" y="13000"/>
                    <a:pt x="65254" y="26971"/>
                    <a:pt x="66931" y="40103"/>
                  </a:cubicBezTo>
                  <a:cubicBezTo>
                    <a:pt x="68607" y="53235"/>
                    <a:pt x="77828" y="190426"/>
                    <a:pt x="81181" y="215294"/>
                  </a:cubicBezTo>
                  <a:cubicBezTo>
                    <a:pt x="88445" y="271176"/>
                    <a:pt x="45975" y="256088"/>
                    <a:pt x="41504" y="240720"/>
                  </a:cubicBezTo>
                  <a:cubicBezTo>
                    <a:pt x="29769" y="201603"/>
                    <a:pt x="4902" y="106323"/>
                    <a:pt x="2666" y="78941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C0D13285-5501-9484-342C-D26A30A27EA1}"/>
                </a:ext>
              </a:extLst>
            </p:cNvPr>
            <p:cNvSpPr/>
            <p:nvPr/>
          </p:nvSpPr>
          <p:spPr>
            <a:xfrm>
              <a:off x="1862106" y="2838186"/>
              <a:ext cx="50294" cy="237499"/>
            </a:xfrm>
            <a:custGeom>
              <a:avLst/>
              <a:gdLst>
                <a:gd name="connsiteX0" fmla="*/ 2153 w 50294"/>
                <a:gd name="connsiteY0" fmla="*/ 30987 h 237499"/>
                <a:gd name="connsiteX1" fmla="*/ 44903 w 50294"/>
                <a:gd name="connsiteY1" fmla="*/ 24840 h 237499"/>
                <a:gd name="connsiteX2" fmla="*/ 33168 w 50294"/>
                <a:gd name="connsiteY2" fmla="*/ 236634 h 237499"/>
                <a:gd name="connsiteX3" fmla="*/ 18359 w 50294"/>
                <a:gd name="connsiteY3" fmla="*/ 224061 h 237499"/>
                <a:gd name="connsiteX4" fmla="*/ 11374 w 50294"/>
                <a:gd name="connsiteY4" fmla="*/ 227972 h 237499"/>
                <a:gd name="connsiteX5" fmla="*/ 2153 w 50294"/>
                <a:gd name="connsiteY5" fmla="*/ 30987 h 2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294" h="237499">
                  <a:moveTo>
                    <a:pt x="2153" y="30987"/>
                  </a:moveTo>
                  <a:cubicBezTo>
                    <a:pt x="477" y="-6733"/>
                    <a:pt x="35962" y="-6174"/>
                    <a:pt x="44903" y="24840"/>
                  </a:cubicBezTo>
                  <a:cubicBezTo>
                    <a:pt x="58874" y="73179"/>
                    <a:pt x="34565" y="177399"/>
                    <a:pt x="33168" y="236634"/>
                  </a:cubicBezTo>
                  <a:cubicBezTo>
                    <a:pt x="27021" y="226296"/>
                    <a:pt x="21153" y="223781"/>
                    <a:pt x="18359" y="224061"/>
                  </a:cubicBezTo>
                  <a:cubicBezTo>
                    <a:pt x="13888" y="224340"/>
                    <a:pt x="11374" y="227972"/>
                    <a:pt x="11374" y="227972"/>
                  </a:cubicBezTo>
                  <a:cubicBezTo>
                    <a:pt x="12491" y="149737"/>
                    <a:pt x="3830" y="71502"/>
                    <a:pt x="2153" y="30987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9C7F93F0-D5F8-141F-F6A3-1157AAB3364B}"/>
                </a:ext>
              </a:extLst>
            </p:cNvPr>
            <p:cNvSpPr/>
            <p:nvPr/>
          </p:nvSpPr>
          <p:spPr>
            <a:xfrm>
              <a:off x="1862139" y="2634667"/>
              <a:ext cx="75441" cy="254264"/>
            </a:xfrm>
            <a:custGeom>
              <a:avLst/>
              <a:gdLst>
                <a:gd name="connsiteX0" fmla="*/ 43473 w 75441"/>
                <a:gd name="connsiteY0" fmla="*/ 238418 h 254264"/>
                <a:gd name="connsiteX1" fmla="*/ 2399 w 75441"/>
                <a:gd name="connsiteY1" fmla="*/ 215506 h 254264"/>
                <a:gd name="connsiteX2" fmla="*/ 10223 w 75441"/>
                <a:gd name="connsiteY2" fmla="*/ 39477 h 254264"/>
                <a:gd name="connsiteX3" fmla="*/ 19723 w 75441"/>
                <a:gd name="connsiteY3" fmla="*/ 4272 h 254264"/>
                <a:gd name="connsiteX4" fmla="*/ 74487 w 75441"/>
                <a:gd name="connsiteY4" fmla="*/ 81668 h 254264"/>
                <a:gd name="connsiteX5" fmla="*/ 43473 w 75441"/>
                <a:gd name="connsiteY5" fmla="*/ 238418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41" h="254264">
                  <a:moveTo>
                    <a:pt x="43473" y="238418"/>
                  </a:moveTo>
                  <a:cubicBezTo>
                    <a:pt x="38723" y="253786"/>
                    <a:pt x="-1792" y="271668"/>
                    <a:pt x="2399" y="215506"/>
                  </a:cubicBezTo>
                  <a:cubicBezTo>
                    <a:pt x="4355" y="190639"/>
                    <a:pt x="9384" y="52889"/>
                    <a:pt x="10223" y="39477"/>
                  </a:cubicBezTo>
                  <a:cubicBezTo>
                    <a:pt x="11061" y="26066"/>
                    <a:pt x="13296" y="6786"/>
                    <a:pt x="19723" y="4272"/>
                  </a:cubicBezTo>
                  <a:cubicBezTo>
                    <a:pt x="51855" y="-7743"/>
                    <a:pt x="82870" y="31654"/>
                    <a:pt x="74487" y="81668"/>
                  </a:cubicBezTo>
                  <a:cubicBezTo>
                    <a:pt x="68899" y="115198"/>
                    <a:pt x="53252" y="206565"/>
                    <a:pt x="43473" y="238418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C616C7F9-674D-9D1A-C6E6-3CBB2D244761}"/>
                </a:ext>
              </a:extLst>
            </p:cNvPr>
            <p:cNvSpPr/>
            <p:nvPr/>
          </p:nvSpPr>
          <p:spPr>
            <a:xfrm>
              <a:off x="1899046" y="2501887"/>
              <a:ext cx="22353" cy="8382"/>
            </a:xfrm>
            <a:custGeom>
              <a:avLst/>
              <a:gdLst>
                <a:gd name="connsiteX0" fmla="*/ 4610 w 22352"/>
                <a:gd name="connsiteY0" fmla="*/ 6566 h 8382"/>
                <a:gd name="connsiteX1" fmla="*/ 21654 w 22352"/>
                <a:gd name="connsiteY1" fmla="*/ 6566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610" y="6566"/>
                  </a:moveTo>
                  <a:lnTo>
                    <a:pt x="21654" y="6566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0BF94BF0-88D1-6BD2-CD2C-9591FF2DA6B6}"/>
                </a:ext>
              </a:extLst>
            </p:cNvPr>
            <p:cNvSpPr/>
            <p:nvPr/>
          </p:nvSpPr>
          <p:spPr>
            <a:xfrm>
              <a:off x="1850708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248B2167-3915-F62E-199F-6085763AFBF3}"/>
                </a:ext>
              </a:extLst>
            </p:cNvPr>
            <p:cNvSpPr/>
            <p:nvPr/>
          </p:nvSpPr>
          <p:spPr>
            <a:xfrm>
              <a:off x="1872502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4" name="Forma libre 133">
              <a:extLst>
                <a:ext uri="{FF2B5EF4-FFF2-40B4-BE49-F238E27FC236}">
                  <a16:creationId xmlns:a16="http://schemas.microsoft.com/office/drawing/2014/main" id="{271A8778-5CBF-7792-3462-27FE71B4CFAA}"/>
                </a:ext>
              </a:extLst>
            </p:cNvPr>
            <p:cNvSpPr/>
            <p:nvPr/>
          </p:nvSpPr>
          <p:spPr>
            <a:xfrm>
              <a:off x="1836178" y="2511387"/>
              <a:ext cx="89412" cy="19559"/>
            </a:xfrm>
            <a:custGeom>
              <a:avLst/>
              <a:gdLst>
                <a:gd name="connsiteX0" fmla="*/ 10478 w 89411"/>
                <a:gd name="connsiteY0" fmla="*/ 17463 h 19558"/>
                <a:gd name="connsiteX1" fmla="*/ 89551 w 89411"/>
                <a:gd name="connsiteY1" fmla="*/ 17463 h 19558"/>
                <a:gd name="connsiteX2" fmla="*/ 81448 w 89411"/>
                <a:gd name="connsiteY2" fmla="*/ 2096 h 19558"/>
                <a:gd name="connsiteX3" fmla="*/ 2096 w 89411"/>
                <a:gd name="connsiteY3" fmla="*/ 2096 h 19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19558">
                  <a:moveTo>
                    <a:pt x="10478" y="17463"/>
                  </a:moveTo>
                  <a:lnTo>
                    <a:pt x="89551" y="17463"/>
                  </a:lnTo>
                  <a:lnTo>
                    <a:pt x="8144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5" name="Forma libre 134">
              <a:extLst>
                <a:ext uri="{FF2B5EF4-FFF2-40B4-BE49-F238E27FC236}">
                  <a16:creationId xmlns:a16="http://schemas.microsoft.com/office/drawing/2014/main" id="{42D8793E-D74E-738F-E85C-E19703000300}"/>
                </a:ext>
              </a:extLst>
            </p:cNvPr>
            <p:cNvSpPr/>
            <p:nvPr/>
          </p:nvSpPr>
          <p:spPr>
            <a:xfrm>
              <a:off x="1840649" y="2516417"/>
              <a:ext cx="22353" cy="13971"/>
            </a:xfrm>
            <a:custGeom>
              <a:avLst/>
              <a:gdLst>
                <a:gd name="connsiteX0" fmla="*/ 7684 w 22352"/>
                <a:gd name="connsiteY0" fmla="*/ 12993 h 13970"/>
                <a:gd name="connsiteX1" fmla="*/ 21375 w 22352"/>
                <a:gd name="connsiteY1" fmla="*/ 12993 h 13970"/>
                <a:gd name="connsiteX2" fmla="*/ 15507 w 22352"/>
                <a:gd name="connsiteY2" fmla="*/ 2096 h 13970"/>
                <a:gd name="connsiteX3" fmla="*/ 2096 w 22352"/>
                <a:gd name="connsiteY3" fmla="*/ 2096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13970">
                  <a:moveTo>
                    <a:pt x="7684" y="12993"/>
                  </a:moveTo>
                  <a:lnTo>
                    <a:pt x="21375" y="12993"/>
                  </a:lnTo>
                  <a:lnTo>
                    <a:pt x="15507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6" name="Forma libre 135">
              <a:extLst>
                <a:ext uri="{FF2B5EF4-FFF2-40B4-BE49-F238E27FC236}">
                  <a16:creationId xmlns:a16="http://schemas.microsoft.com/office/drawing/2014/main" id="{A88DB680-E767-8D84-D888-3ADE260A5CB9}"/>
                </a:ext>
              </a:extLst>
            </p:cNvPr>
            <p:cNvSpPr/>
            <p:nvPr/>
          </p:nvSpPr>
          <p:spPr>
            <a:xfrm>
              <a:off x="1891222" y="2514181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551 w 33529"/>
                <a:gd name="connsiteY1" fmla="*/ 4331 h 5588"/>
                <a:gd name="connsiteX2" fmla="*/ 3143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551" y="4331"/>
                  </a:lnTo>
                  <a:lnTo>
                    <a:pt x="3143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7" name="Forma libre 136">
              <a:extLst>
                <a:ext uri="{FF2B5EF4-FFF2-40B4-BE49-F238E27FC236}">
                  <a16:creationId xmlns:a16="http://schemas.microsoft.com/office/drawing/2014/main" id="{6DA3A788-A787-440F-4054-022207E2A721}"/>
                </a:ext>
              </a:extLst>
            </p:cNvPr>
            <p:cNvSpPr/>
            <p:nvPr/>
          </p:nvSpPr>
          <p:spPr>
            <a:xfrm>
              <a:off x="1883399" y="2520608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272 w 33529"/>
                <a:gd name="connsiteY1" fmla="*/ 4331 h 5588"/>
                <a:gd name="connsiteX2" fmla="*/ 3115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272" y="4331"/>
                  </a:lnTo>
                  <a:lnTo>
                    <a:pt x="31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8" name="Forma libre 137">
              <a:extLst>
                <a:ext uri="{FF2B5EF4-FFF2-40B4-BE49-F238E27FC236}">
                  <a16:creationId xmlns:a16="http://schemas.microsoft.com/office/drawing/2014/main" id="{C813C1C9-681B-D471-D71E-8148436440D7}"/>
                </a:ext>
              </a:extLst>
            </p:cNvPr>
            <p:cNvSpPr/>
            <p:nvPr/>
          </p:nvSpPr>
          <p:spPr>
            <a:xfrm>
              <a:off x="1894855" y="2524520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8194152B-BCBE-4649-603A-50CAB7F4EC11}"/>
                </a:ext>
              </a:extLst>
            </p:cNvPr>
            <p:cNvSpPr/>
            <p:nvPr/>
          </p:nvSpPr>
          <p:spPr>
            <a:xfrm>
              <a:off x="1875296" y="2533181"/>
              <a:ext cx="64265" cy="22353"/>
            </a:xfrm>
            <a:custGeom>
              <a:avLst/>
              <a:gdLst>
                <a:gd name="connsiteX0" fmla="*/ 12434 w 64264"/>
                <a:gd name="connsiteY0" fmla="*/ 21096 h 22352"/>
                <a:gd name="connsiteX1" fmla="*/ 62728 w 64264"/>
                <a:gd name="connsiteY1" fmla="*/ 21096 h 22352"/>
                <a:gd name="connsiteX2" fmla="*/ 52669 w 64264"/>
                <a:gd name="connsiteY2" fmla="*/ 2096 h 22352"/>
                <a:gd name="connsiteX3" fmla="*/ 2096 w 64264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64" h="22352">
                  <a:moveTo>
                    <a:pt x="12434" y="21096"/>
                  </a:moveTo>
                  <a:lnTo>
                    <a:pt x="62728" y="21096"/>
                  </a:lnTo>
                  <a:lnTo>
                    <a:pt x="52669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867BFF8A-35C5-3781-716A-0A878CC739B8}"/>
                </a:ext>
              </a:extLst>
            </p:cNvPr>
            <p:cNvSpPr/>
            <p:nvPr/>
          </p:nvSpPr>
          <p:spPr>
            <a:xfrm>
              <a:off x="1894855" y="2535976"/>
              <a:ext cx="30735" cy="5588"/>
            </a:xfrm>
            <a:custGeom>
              <a:avLst/>
              <a:gdLst>
                <a:gd name="connsiteX0" fmla="*/ 3213 w 30735"/>
                <a:gd name="connsiteY0" fmla="*/ 4331 h 5588"/>
                <a:gd name="connsiteX1" fmla="*/ 29198 w 30735"/>
                <a:gd name="connsiteY1" fmla="*/ 4331 h 5588"/>
                <a:gd name="connsiteX2" fmla="*/ 28081 w 30735"/>
                <a:gd name="connsiteY2" fmla="*/ 2096 h 5588"/>
                <a:gd name="connsiteX3" fmla="*/ 2096 w 30735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5" h="5588">
                  <a:moveTo>
                    <a:pt x="3213" y="4331"/>
                  </a:moveTo>
                  <a:lnTo>
                    <a:pt x="29198" y="4331"/>
                  </a:lnTo>
                  <a:lnTo>
                    <a:pt x="28081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CBEE7ED2-96CD-0230-BEAE-35E844B7B52E}"/>
                </a:ext>
              </a:extLst>
            </p:cNvPr>
            <p:cNvSpPr/>
            <p:nvPr/>
          </p:nvSpPr>
          <p:spPr>
            <a:xfrm>
              <a:off x="1903237" y="2539887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AFC22B14-307C-BC75-F709-5C0D5C01404B}"/>
                </a:ext>
              </a:extLst>
            </p:cNvPr>
            <p:cNvSpPr/>
            <p:nvPr/>
          </p:nvSpPr>
          <p:spPr>
            <a:xfrm>
              <a:off x="1911619" y="2543520"/>
              <a:ext cx="16765" cy="5588"/>
            </a:xfrm>
            <a:custGeom>
              <a:avLst/>
              <a:gdLst>
                <a:gd name="connsiteX0" fmla="*/ 3213 w 16764"/>
                <a:gd name="connsiteY0" fmla="*/ 4051 h 5588"/>
                <a:gd name="connsiteX1" fmla="*/ 16346 w 16764"/>
                <a:gd name="connsiteY1" fmla="*/ 4051 h 5588"/>
                <a:gd name="connsiteX2" fmla="*/ 15228 w 16764"/>
                <a:gd name="connsiteY2" fmla="*/ 2096 h 5588"/>
                <a:gd name="connsiteX3" fmla="*/ 2096 w 16764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" h="5588">
                  <a:moveTo>
                    <a:pt x="3213" y="4051"/>
                  </a:moveTo>
                  <a:lnTo>
                    <a:pt x="16346" y="4051"/>
                  </a:lnTo>
                  <a:lnTo>
                    <a:pt x="152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4E3E0959-01DE-7D3E-4198-7F866C93C0E5}"/>
                </a:ext>
              </a:extLst>
            </p:cNvPr>
            <p:cNvSpPr/>
            <p:nvPr/>
          </p:nvSpPr>
          <p:spPr>
            <a:xfrm>
              <a:off x="1901840" y="2543520"/>
              <a:ext cx="11176" cy="5588"/>
            </a:xfrm>
            <a:custGeom>
              <a:avLst/>
              <a:gdLst>
                <a:gd name="connsiteX0" fmla="*/ 3213 w 11176"/>
                <a:gd name="connsiteY0" fmla="*/ 4051 h 5588"/>
                <a:gd name="connsiteX1" fmla="*/ 11316 w 11176"/>
                <a:gd name="connsiteY1" fmla="*/ 4051 h 5588"/>
                <a:gd name="connsiteX2" fmla="*/ 10198 w 11176"/>
                <a:gd name="connsiteY2" fmla="*/ 2096 h 5588"/>
                <a:gd name="connsiteX3" fmla="*/ 2096 w 11176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6" h="5588">
                  <a:moveTo>
                    <a:pt x="3213" y="4051"/>
                  </a:moveTo>
                  <a:lnTo>
                    <a:pt x="11316" y="4051"/>
                  </a:lnTo>
                  <a:lnTo>
                    <a:pt x="1019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4" name="Forma libre 143">
              <a:extLst>
                <a:ext uri="{FF2B5EF4-FFF2-40B4-BE49-F238E27FC236}">
                  <a16:creationId xmlns:a16="http://schemas.microsoft.com/office/drawing/2014/main" id="{9F95B5E8-9D5E-0FC9-69F7-7F47D6215D2B}"/>
                </a:ext>
              </a:extLst>
            </p:cNvPr>
            <p:cNvSpPr/>
            <p:nvPr/>
          </p:nvSpPr>
          <p:spPr>
            <a:xfrm>
              <a:off x="1908825" y="2547152"/>
              <a:ext cx="22353" cy="5588"/>
            </a:xfrm>
            <a:custGeom>
              <a:avLst/>
              <a:gdLst>
                <a:gd name="connsiteX0" fmla="*/ 3213 w 22352"/>
                <a:gd name="connsiteY0" fmla="*/ 4331 h 5588"/>
                <a:gd name="connsiteX1" fmla="*/ 21096 w 22352"/>
                <a:gd name="connsiteY1" fmla="*/ 4331 h 5588"/>
                <a:gd name="connsiteX2" fmla="*/ 19978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331"/>
                  </a:moveTo>
                  <a:lnTo>
                    <a:pt x="21096" y="4331"/>
                  </a:lnTo>
                  <a:lnTo>
                    <a:pt x="1997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A4646641-7B53-1B6A-CB99-08E804508D4C}"/>
                </a:ext>
              </a:extLst>
            </p:cNvPr>
            <p:cNvSpPr/>
            <p:nvPr/>
          </p:nvSpPr>
          <p:spPr>
            <a:xfrm>
              <a:off x="1821928" y="2444887"/>
              <a:ext cx="89412" cy="53088"/>
            </a:xfrm>
            <a:custGeom>
              <a:avLst/>
              <a:gdLst>
                <a:gd name="connsiteX0" fmla="*/ 28360 w 89411"/>
                <a:gd name="connsiteY0" fmla="*/ 50993 h 53088"/>
                <a:gd name="connsiteX1" fmla="*/ 89272 w 89411"/>
                <a:gd name="connsiteY1" fmla="*/ 50993 h 53088"/>
                <a:gd name="connsiteX2" fmla="*/ 62728 w 89411"/>
                <a:gd name="connsiteY2" fmla="*/ 2096 h 53088"/>
                <a:gd name="connsiteX3" fmla="*/ 2096 w 89411"/>
                <a:gd name="connsiteY3" fmla="*/ 2096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53088">
                  <a:moveTo>
                    <a:pt x="28360" y="50993"/>
                  </a:moveTo>
                  <a:lnTo>
                    <a:pt x="89272" y="50993"/>
                  </a:lnTo>
                  <a:lnTo>
                    <a:pt x="627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9C00B34F-A931-E12E-D8AD-B2F89A860B1A}"/>
                </a:ext>
              </a:extLst>
            </p:cNvPr>
            <p:cNvSpPr/>
            <p:nvPr/>
          </p:nvSpPr>
          <p:spPr>
            <a:xfrm>
              <a:off x="1846516" y="2533181"/>
              <a:ext cx="36323" cy="22353"/>
            </a:xfrm>
            <a:custGeom>
              <a:avLst/>
              <a:gdLst>
                <a:gd name="connsiteX0" fmla="*/ 12434 w 36323"/>
                <a:gd name="connsiteY0" fmla="*/ 21096 h 22352"/>
                <a:gd name="connsiteX1" fmla="*/ 36184 w 36323"/>
                <a:gd name="connsiteY1" fmla="*/ 21096 h 22352"/>
                <a:gd name="connsiteX2" fmla="*/ 25846 w 36323"/>
                <a:gd name="connsiteY2" fmla="*/ 2096 h 22352"/>
                <a:gd name="connsiteX3" fmla="*/ 2096 w 36323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22352">
                  <a:moveTo>
                    <a:pt x="12434" y="21096"/>
                  </a:moveTo>
                  <a:lnTo>
                    <a:pt x="36184" y="21096"/>
                  </a:lnTo>
                  <a:lnTo>
                    <a:pt x="25846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7" name="Forma libre 146">
              <a:extLst>
                <a:ext uri="{FF2B5EF4-FFF2-40B4-BE49-F238E27FC236}">
                  <a16:creationId xmlns:a16="http://schemas.microsoft.com/office/drawing/2014/main" id="{63B99C66-CECD-E556-DC58-CF98A05CD6B0}"/>
                </a:ext>
              </a:extLst>
            </p:cNvPr>
            <p:cNvSpPr/>
            <p:nvPr/>
          </p:nvSpPr>
          <p:spPr>
            <a:xfrm>
              <a:off x="1858761" y="2537093"/>
              <a:ext cx="11176" cy="8382"/>
            </a:xfrm>
            <a:custGeom>
              <a:avLst/>
              <a:gdLst>
                <a:gd name="connsiteX0" fmla="*/ 7454 w 11176"/>
                <a:gd name="connsiteY0" fmla="*/ 8522 h 8382"/>
                <a:gd name="connsiteX1" fmla="*/ 7454 w 11176"/>
                <a:gd name="connsiteY1" fmla="*/ 8522 h 8382"/>
                <a:gd name="connsiteX2" fmla="*/ 9130 w 11176"/>
                <a:gd name="connsiteY2" fmla="*/ 6007 h 8382"/>
                <a:gd name="connsiteX3" fmla="*/ 8292 w 11176"/>
                <a:gd name="connsiteY3" fmla="*/ 4610 h 8382"/>
                <a:gd name="connsiteX4" fmla="*/ 4101 w 11176"/>
                <a:gd name="connsiteY4" fmla="*/ 2096 h 8382"/>
                <a:gd name="connsiteX5" fmla="*/ 4101 w 11176"/>
                <a:gd name="connsiteY5" fmla="*/ 2096 h 8382"/>
                <a:gd name="connsiteX6" fmla="*/ 2424 w 11176"/>
                <a:gd name="connsiteY6" fmla="*/ 4610 h 8382"/>
                <a:gd name="connsiteX7" fmla="*/ 3263 w 11176"/>
                <a:gd name="connsiteY7" fmla="*/ 6007 h 8382"/>
                <a:gd name="connsiteX8" fmla="*/ 7454 w 11176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76" h="8382">
                  <a:moveTo>
                    <a:pt x="7454" y="8522"/>
                  </a:moveTo>
                  <a:lnTo>
                    <a:pt x="7454" y="8522"/>
                  </a:lnTo>
                  <a:cubicBezTo>
                    <a:pt x="9130" y="8522"/>
                    <a:pt x="9969" y="7404"/>
                    <a:pt x="9130" y="6007"/>
                  </a:cubicBezTo>
                  <a:lnTo>
                    <a:pt x="8292" y="4610"/>
                  </a:lnTo>
                  <a:cubicBezTo>
                    <a:pt x="7454" y="3213"/>
                    <a:pt x="5498" y="2096"/>
                    <a:pt x="4101" y="2096"/>
                  </a:cubicBezTo>
                  <a:lnTo>
                    <a:pt x="4101" y="2096"/>
                  </a:lnTo>
                  <a:cubicBezTo>
                    <a:pt x="2424" y="2096"/>
                    <a:pt x="1586" y="3213"/>
                    <a:pt x="2424" y="4610"/>
                  </a:cubicBezTo>
                  <a:lnTo>
                    <a:pt x="3263" y="6007"/>
                  </a:lnTo>
                  <a:cubicBezTo>
                    <a:pt x="3821" y="7404"/>
                    <a:pt x="5777" y="8522"/>
                    <a:pt x="7454" y="8522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23E29F1A-97EE-EFC1-5B71-C5E6CB710CF7}"/>
                </a:ext>
              </a:extLst>
            </p:cNvPr>
            <p:cNvSpPr/>
            <p:nvPr/>
          </p:nvSpPr>
          <p:spPr>
            <a:xfrm>
              <a:off x="1858531" y="2542402"/>
              <a:ext cx="16765" cy="8382"/>
            </a:xfrm>
            <a:custGeom>
              <a:avLst/>
              <a:gdLst>
                <a:gd name="connsiteX0" fmla="*/ 6846 w 16764"/>
                <a:gd name="connsiteY0" fmla="*/ 2096 h 8382"/>
                <a:gd name="connsiteX1" fmla="*/ 14949 w 16764"/>
                <a:gd name="connsiteY1" fmla="*/ 5449 h 8382"/>
                <a:gd name="connsiteX2" fmla="*/ 14390 w 16764"/>
                <a:gd name="connsiteY2" fmla="*/ 7963 h 8382"/>
                <a:gd name="connsiteX3" fmla="*/ 5448 w 16764"/>
                <a:gd name="connsiteY3" fmla="*/ 7963 h 8382"/>
                <a:gd name="connsiteX4" fmla="*/ 2096 w 16764"/>
                <a:gd name="connsiteY4" fmla="*/ 5449 h 8382"/>
                <a:gd name="connsiteX5" fmla="*/ 6846 w 16764"/>
                <a:gd name="connsiteY5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64" h="8382">
                  <a:moveTo>
                    <a:pt x="6846" y="2096"/>
                  </a:moveTo>
                  <a:cubicBezTo>
                    <a:pt x="9640" y="2096"/>
                    <a:pt x="12993" y="3493"/>
                    <a:pt x="14949" y="5449"/>
                  </a:cubicBezTo>
                  <a:cubicBezTo>
                    <a:pt x="16346" y="6566"/>
                    <a:pt x="15787" y="7963"/>
                    <a:pt x="14390" y="7963"/>
                  </a:cubicBezTo>
                  <a:lnTo>
                    <a:pt x="5448" y="7963"/>
                  </a:lnTo>
                  <a:cubicBezTo>
                    <a:pt x="3772" y="7963"/>
                    <a:pt x="2096" y="6566"/>
                    <a:pt x="2096" y="5449"/>
                  </a:cubicBezTo>
                  <a:cubicBezTo>
                    <a:pt x="2375" y="3493"/>
                    <a:pt x="4051" y="2096"/>
                    <a:pt x="6846" y="2096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7581686A-B9F3-F6C8-DB4C-05D0AAA2FA82}"/>
                </a:ext>
              </a:extLst>
            </p:cNvPr>
            <p:cNvSpPr/>
            <p:nvPr/>
          </p:nvSpPr>
          <p:spPr>
            <a:xfrm>
              <a:off x="1808796" y="2452990"/>
              <a:ext cx="44706" cy="61470"/>
            </a:xfrm>
            <a:custGeom>
              <a:avLst/>
              <a:gdLst>
                <a:gd name="connsiteX0" fmla="*/ 12993 w 44705"/>
                <a:gd name="connsiteY0" fmla="*/ 2096 h 61470"/>
                <a:gd name="connsiteX1" fmla="*/ 2096 w 44705"/>
                <a:gd name="connsiteY1" fmla="*/ 2096 h 61470"/>
                <a:gd name="connsiteX2" fmla="*/ 33110 w 44705"/>
                <a:gd name="connsiteY2" fmla="*/ 59654 h 61470"/>
                <a:gd name="connsiteX3" fmla="*/ 44007 w 44705"/>
                <a:gd name="connsiteY3" fmla="*/ 59654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705" h="61470">
                  <a:moveTo>
                    <a:pt x="12993" y="2096"/>
                  </a:moveTo>
                  <a:lnTo>
                    <a:pt x="2096" y="2096"/>
                  </a:lnTo>
                  <a:lnTo>
                    <a:pt x="33110" y="59654"/>
                  </a:lnTo>
                  <a:lnTo>
                    <a:pt x="44007" y="59654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B99072C8-924F-0E1B-D091-DC2C1E13E662}"/>
                </a:ext>
              </a:extLst>
            </p:cNvPr>
            <p:cNvSpPr/>
            <p:nvPr/>
          </p:nvSpPr>
          <p:spPr>
            <a:xfrm>
              <a:off x="1898766" y="2275844"/>
              <a:ext cx="53088" cy="108970"/>
            </a:xfrm>
            <a:custGeom>
              <a:avLst/>
              <a:gdLst>
                <a:gd name="connsiteX0" fmla="*/ 11316 w 53088"/>
                <a:gd name="connsiteY0" fmla="*/ 26963 h 108970"/>
                <a:gd name="connsiteX1" fmla="*/ 2096 w 53088"/>
                <a:gd name="connsiteY1" fmla="*/ 108551 h 108970"/>
                <a:gd name="connsiteX2" fmla="*/ 48757 w 53088"/>
                <a:gd name="connsiteY2" fmla="*/ 86757 h 108970"/>
                <a:gd name="connsiteX3" fmla="*/ 24728 w 53088"/>
                <a:gd name="connsiteY3" fmla="*/ 2096 h 10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8" h="108970">
                  <a:moveTo>
                    <a:pt x="11316" y="26963"/>
                  </a:moveTo>
                  <a:cubicBezTo>
                    <a:pt x="10198" y="55184"/>
                    <a:pt x="6007" y="100728"/>
                    <a:pt x="2096" y="108551"/>
                  </a:cubicBezTo>
                  <a:cubicBezTo>
                    <a:pt x="2096" y="108551"/>
                    <a:pt x="41213" y="106316"/>
                    <a:pt x="48757" y="86757"/>
                  </a:cubicBezTo>
                  <a:cubicBezTo>
                    <a:pt x="56581" y="67198"/>
                    <a:pt x="46522" y="4331"/>
                    <a:pt x="24728" y="2096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109C83FE-80E9-0041-8D0D-1E83C669D05D}"/>
                </a:ext>
              </a:extLst>
            </p:cNvPr>
            <p:cNvSpPr/>
            <p:nvPr/>
          </p:nvSpPr>
          <p:spPr>
            <a:xfrm>
              <a:off x="1788399" y="2463329"/>
              <a:ext cx="139706" cy="97794"/>
            </a:xfrm>
            <a:custGeom>
              <a:avLst/>
              <a:gdLst>
                <a:gd name="connsiteX0" fmla="*/ 52948 w 139705"/>
                <a:gd name="connsiteY0" fmla="*/ 96537 h 97793"/>
                <a:gd name="connsiteX1" fmla="*/ 139007 w 139705"/>
                <a:gd name="connsiteY1" fmla="*/ 96537 h 97793"/>
                <a:gd name="connsiteX2" fmla="*/ 88154 w 139705"/>
                <a:gd name="connsiteY2" fmla="*/ 2096 h 97793"/>
                <a:gd name="connsiteX3" fmla="*/ 2096 w 139705"/>
                <a:gd name="connsiteY3" fmla="*/ 2096 h 97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705" h="97793">
                  <a:moveTo>
                    <a:pt x="52948" y="96537"/>
                  </a:moveTo>
                  <a:lnTo>
                    <a:pt x="139007" y="96537"/>
                  </a:lnTo>
                  <a:lnTo>
                    <a:pt x="88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E38B7EC2-10B1-6DC7-A10D-5321AFD88A8A}"/>
                </a:ext>
              </a:extLst>
            </p:cNvPr>
            <p:cNvSpPr/>
            <p:nvPr/>
          </p:nvSpPr>
          <p:spPr>
            <a:xfrm>
              <a:off x="1889585" y="2509959"/>
              <a:ext cx="25147" cy="13971"/>
            </a:xfrm>
            <a:custGeom>
              <a:avLst/>
              <a:gdLst>
                <a:gd name="connsiteX0" fmla="*/ 22174 w 25147"/>
                <a:gd name="connsiteY0" fmla="*/ 11348 h 13970"/>
                <a:gd name="connsiteX1" fmla="*/ 3733 w 25147"/>
                <a:gd name="connsiteY1" fmla="*/ 2127 h 13970"/>
                <a:gd name="connsiteX2" fmla="*/ 11556 w 25147"/>
                <a:gd name="connsiteY2" fmla="*/ 12186 h 13970"/>
                <a:gd name="connsiteX3" fmla="*/ 22174 w 25147"/>
                <a:gd name="connsiteY3" fmla="*/ 11348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7" h="13970">
                  <a:moveTo>
                    <a:pt x="22174" y="11348"/>
                  </a:moveTo>
                  <a:cubicBezTo>
                    <a:pt x="16586" y="6877"/>
                    <a:pt x="9042" y="2686"/>
                    <a:pt x="3733" y="2127"/>
                  </a:cubicBezTo>
                  <a:cubicBezTo>
                    <a:pt x="-1576" y="1568"/>
                    <a:pt x="7365" y="8554"/>
                    <a:pt x="11556" y="12186"/>
                  </a:cubicBezTo>
                  <a:cubicBezTo>
                    <a:pt x="15747" y="15539"/>
                    <a:pt x="27203" y="14980"/>
                    <a:pt x="22174" y="11348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3" name="Forma libre 152">
              <a:extLst>
                <a:ext uri="{FF2B5EF4-FFF2-40B4-BE49-F238E27FC236}">
                  <a16:creationId xmlns:a16="http://schemas.microsoft.com/office/drawing/2014/main" id="{4B4EB4C3-4B7F-D98C-4DAC-8587044E8553}"/>
                </a:ext>
              </a:extLst>
            </p:cNvPr>
            <p:cNvSpPr/>
            <p:nvPr/>
          </p:nvSpPr>
          <p:spPr>
            <a:xfrm>
              <a:off x="1870787" y="2515242"/>
              <a:ext cx="44706" cy="22353"/>
            </a:xfrm>
            <a:custGeom>
              <a:avLst/>
              <a:gdLst>
                <a:gd name="connsiteX0" fmla="*/ 33148 w 44705"/>
                <a:gd name="connsiteY0" fmla="*/ 6064 h 22352"/>
                <a:gd name="connsiteX1" fmla="*/ 4369 w 44705"/>
                <a:gd name="connsiteY1" fmla="*/ 2991 h 22352"/>
                <a:gd name="connsiteX2" fmla="*/ 12472 w 44705"/>
                <a:gd name="connsiteY2" fmla="*/ 16402 h 22352"/>
                <a:gd name="connsiteX3" fmla="*/ 40133 w 44705"/>
                <a:gd name="connsiteY3" fmla="*/ 20873 h 22352"/>
                <a:gd name="connsiteX4" fmla="*/ 33148 w 44705"/>
                <a:gd name="connsiteY4" fmla="*/ 6064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05" h="22352">
                  <a:moveTo>
                    <a:pt x="33148" y="6064"/>
                  </a:moveTo>
                  <a:cubicBezTo>
                    <a:pt x="18619" y="3829"/>
                    <a:pt x="11075" y="476"/>
                    <a:pt x="4369" y="2991"/>
                  </a:cubicBezTo>
                  <a:cubicBezTo>
                    <a:pt x="-2337" y="5505"/>
                    <a:pt x="7442" y="15005"/>
                    <a:pt x="12472" y="16402"/>
                  </a:cubicBezTo>
                  <a:cubicBezTo>
                    <a:pt x="17501" y="17799"/>
                    <a:pt x="35104" y="24505"/>
                    <a:pt x="40133" y="20873"/>
                  </a:cubicBezTo>
                  <a:cubicBezTo>
                    <a:pt x="45442" y="17520"/>
                    <a:pt x="44045" y="7461"/>
                    <a:pt x="33148" y="6064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CC1C867F-FD10-79F9-0BBA-6E42453F47E2}"/>
                </a:ext>
              </a:extLst>
            </p:cNvPr>
            <p:cNvSpPr/>
            <p:nvPr/>
          </p:nvSpPr>
          <p:spPr>
            <a:xfrm>
              <a:off x="1976545" y="2397296"/>
              <a:ext cx="44706" cy="148088"/>
            </a:xfrm>
            <a:custGeom>
              <a:avLst/>
              <a:gdLst>
                <a:gd name="connsiteX0" fmla="*/ 42229 w 44705"/>
                <a:gd name="connsiteY0" fmla="*/ 139378 h 148087"/>
                <a:gd name="connsiteX1" fmla="*/ 42787 w 44705"/>
                <a:gd name="connsiteY1" fmla="*/ 63657 h 148087"/>
                <a:gd name="connsiteX2" fmla="*/ 35802 w 44705"/>
                <a:gd name="connsiteY2" fmla="*/ 15319 h 148087"/>
                <a:gd name="connsiteX3" fmla="*/ 14287 w 44705"/>
                <a:gd name="connsiteY3" fmla="*/ 5819 h 148087"/>
                <a:gd name="connsiteX4" fmla="*/ 2273 w 44705"/>
                <a:gd name="connsiteY4" fmla="*/ 41304 h 148087"/>
                <a:gd name="connsiteX5" fmla="*/ 15684 w 44705"/>
                <a:gd name="connsiteY5" fmla="*/ 132113 h 148087"/>
                <a:gd name="connsiteX6" fmla="*/ 42229 w 44705"/>
                <a:gd name="connsiteY6" fmla="*/ 139378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705" h="148087">
                  <a:moveTo>
                    <a:pt x="42229" y="139378"/>
                  </a:moveTo>
                  <a:cubicBezTo>
                    <a:pt x="44464" y="130437"/>
                    <a:pt x="46978" y="110319"/>
                    <a:pt x="42787" y="63657"/>
                  </a:cubicBezTo>
                  <a:cubicBezTo>
                    <a:pt x="40273" y="35157"/>
                    <a:pt x="37758" y="23702"/>
                    <a:pt x="35802" y="15319"/>
                  </a:cubicBezTo>
                  <a:cubicBezTo>
                    <a:pt x="32729" y="510"/>
                    <a:pt x="19596" y="-607"/>
                    <a:pt x="14287" y="5819"/>
                  </a:cubicBezTo>
                  <a:cubicBezTo>
                    <a:pt x="5346" y="15878"/>
                    <a:pt x="1155" y="33202"/>
                    <a:pt x="2273" y="41304"/>
                  </a:cubicBezTo>
                  <a:cubicBezTo>
                    <a:pt x="9258" y="86569"/>
                    <a:pt x="15405" y="120378"/>
                    <a:pt x="15684" y="132113"/>
                  </a:cubicBezTo>
                  <a:cubicBezTo>
                    <a:pt x="15964" y="148878"/>
                    <a:pt x="39714" y="149716"/>
                    <a:pt x="42229" y="139378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5BC6D57F-0505-ED10-026F-68694B612A00}"/>
                </a:ext>
              </a:extLst>
            </p:cNvPr>
            <p:cNvSpPr/>
            <p:nvPr/>
          </p:nvSpPr>
          <p:spPr>
            <a:xfrm>
              <a:off x="1903140" y="2516871"/>
              <a:ext cx="117353" cy="30735"/>
            </a:xfrm>
            <a:custGeom>
              <a:avLst/>
              <a:gdLst>
                <a:gd name="connsiteX0" fmla="*/ 4149 w 117352"/>
                <a:gd name="connsiteY0" fmla="*/ 17009 h 30735"/>
                <a:gd name="connsiteX1" fmla="*/ 37399 w 117352"/>
                <a:gd name="connsiteY1" fmla="*/ 22318 h 30735"/>
                <a:gd name="connsiteX2" fmla="*/ 101663 w 117352"/>
                <a:gd name="connsiteY2" fmla="*/ 29303 h 30735"/>
                <a:gd name="connsiteX3" fmla="*/ 104457 w 117352"/>
                <a:gd name="connsiteY3" fmla="*/ 3039 h 30735"/>
                <a:gd name="connsiteX4" fmla="*/ 8060 w 117352"/>
                <a:gd name="connsiteY4" fmla="*/ 3039 h 30735"/>
                <a:gd name="connsiteX5" fmla="*/ 4149 w 117352"/>
                <a:gd name="connsiteY5" fmla="*/ 17009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52" h="30735">
                  <a:moveTo>
                    <a:pt x="4149" y="17009"/>
                  </a:moveTo>
                  <a:cubicBezTo>
                    <a:pt x="8899" y="22318"/>
                    <a:pt x="15325" y="17289"/>
                    <a:pt x="37399" y="22318"/>
                  </a:cubicBezTo>
                  <a:cubicBezTo>
                    <a:pt x="68693" y="29583"/>
                    <a:pt x="77634" y="29862"/>
                    <a:pt x="101663" y="29303"/>
                  </a:cubicBezTo>
                  <a:cubicBezTo>
                    <a:pt x="117310" y="29024"/>
                    <a:pt x="123178" y="6392"/>
                    <a:pt x="104457" y="3039"/>
                  </a:cubicBezTo>
                  <a:cubicBezTo>
                    <a:pt x="88531" y="244"/>
                    <a:pt x="17840" y="4715"/>
                    <a:pt x="8060" y="3039"/>
                  </a:cubicBezTo>
                  <a:cubicBezTo>
                    <a:pt x="1634" y="1921"/>
                    <a:pt x="516" y="12818"/>
                    <a:pt x="4149" y="17009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497378FF-1FC9-ED13-391B-92B5C965CEBE}"/>
                </a:ext>
              </a:extLst>
            </p:cNvPr>
            <p:cNvSpPr/>
            <p:nvPr/>
          </p:nvSpPr>
          <p:spPr>
            <a:xfrm>
              <a:off x="1909378" y="2269697"/>
              <a:ext cx="81029" cy="114559"/>
            </a:xfrm>
            <a:custGeom>
              <a:avLst/>
              <a:gdLst>
                <a:gd name="connsiteX0" fmla="*/ 79778 w 81029"/>
                <a:gd name="connsiteY0" fmla="*/ 61890 h 114558"/>
                <a:gd name="connsiteX1" fmla="*/ 66366 w 81029"/>
                <a:gd name="connsiteY1" fmla="*/ 100448 h 114558"/>
                <a:gd name="connsiteX2" fmla="*/ 30043 w 81029"/>
                <a:gd name="connsiteY2" fmla="*/ 114698 h 114558"/>
                <a:gd name="connsiteX3" fmla="*/ 6293 w 81029"/>
                <a:gd name="connsiteY3" fmla="*/ 91787 h 114558"/>
                <a:gd name="connsiteX4" fmla="*/ 3499 w 81029"/>
                <a:gd name="connsiteY4" fmla="*/ 31154 h 114558"/>
                <a:gd name="connsiteX5" fmla="*/ 38146 w 81029"/>
                <a:gd name="connsiteY5" fmla="*/ 2096 h 114558"/>
                <a:gd name="connsiteX6" fmla="*/ 79778 w 81029"/>
                <a:gd name="connsiteY6" fmla="*/ 61890 h 11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029" h="114558">
                  <a:moveTo>
                    <a:pt x="79778" y="61890"/>
                  </a:moveTo>
                  <a:cubicBezTo>
                    <a:pt x="77543" y="85640"/>
                    <a:pt x="76705" y="90948"/>
                    <a:pt x="66366" y="100448"/>
                  </a:cubicBezTo>
                  <a:cubicBezTo>
                    <a:pt x="56028" y="110228"/>
                    <a:pt x="41219" y="114698"/>
                    <a:pt x="30043" y="114698"/>
                  </a:cubicBezTo>
                  <a:cubicBezTo>
                    <a:pt x="18028" y="114698"/>
                    <a:pt x="8808" y="101845"/>
                    <a:pt x="6293" y="91787"/>
                  </a:cubicBezTo>
                  <a:cubicBezTo>
                    <a:pt x="3499" y="81448"/>
                    <a:pt x="146" y="57140"/>
                    <a:pt x="3499" y="31154"/>
                  </a:cubicBezTo>
                  <a:cubicBezTo>
                    <a:pt x="5175" y="18022"/>
                    <a:pt x="21381" y="2096"/>
                    <a:pt x="38146" y="2096"/>
                  </a:cubicBezTo>
                  <a:cubicBezTo>
                    <a:pt x="54631" y="2096"/>
                    <a:pt x="85366" y="4051"/>
                    <a:pt x="79778" y="6189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40AF3833-C004-381D-F534-297F0C9CB511}"/>
                </a:ext>
              </a:extLst>
            </p:cNvPr>
            <p:cNvSpPr/>
            <p:nvPr/>
          </p:nvSpPr>
          <p:spPr>
            <a:xfrm>
              <a:off x="1795859" y="2479078"/>
              <a:ext cx="22353" cy="27941"/>
            </a:xfrm>
            <a:custGeom>
              <a:avLst/>
              <a:gdLst>
                <a:gd name="connsiteX0" fmla="*/ 18944 w 22352"/>
                <a:gd name="connsiteY0" fmla="*/ 15685 h 27941"/>
                <a:gd name="connsiteX1" fmla="*/ 12239 w 22352"/>
                <a:gd name="connsiteY1" fmla="*/ 3391 h 27941"/>
                <a:gd name="connsiteX2" fmla="*/ 2739 w 22352"/>
                <a:gd name="connsiteY2" fmla="*/ 5626 h 27941"/>
                <a:gd name="connsiteX3" fmla="*/ 5533 w 22352"/>
                <a:gd name="connsiteY3" fmla="*/ 21832 h 27941"/>
                <a:gd name="connsiteX4" fmla="*/ 18106 w 22352"/>
                <a:gd name="connsiteY4" fmla="*/ 26023 h 27941"/>
                <a:gd name="connsiteX5" fmla="*/ 18944 w 22352"/>
                <a:gd name="connsiteY5" fmla="*/ 15685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2" h="27941">
                  <a:moveTo>
                    <a:pt x="18944" y="15685"/>
                  </a:moveTo>
                  <a:cubicBezTo>
                    <a:pt x="16989" y="12052"/>
                    <a:pt x="13636" y="6464"/>
                    <a:pt x="12239" y="3391"/>
                  </a:cubicBezTo>
                  <a:cubicBezTo>
                    <a:pt x="10841" y="317"/>
                    <a:pt x="3577" y="3391"/>
                    <a:pt x="2739" y="5626"/>
                  </a:cubicBezTo>
                  <a:cubicBezTo>
                    <a:pt x="1621" y="8979"/>
                    <a:pt x="1621" y="18479"/>
                    <a:pt x="5533" y="21832"/>
                  </a:cubicBezTo>
                  <a:cubicBezTo>
                    <a:pt x="8886" y="24905"/>
                    <a:pt x="13915" y="26302"/>
                    <a:pt x="18106" y="26023"/>
                  </a:cubicBezTo>
                  <a:cubicBezTo>
                    <a:pt x="22018" y="25744"/>
                    <a:pt x="22018" y="21552"/>
                    <a:pt x="18944" y="15685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30CC77E3-542D-97BD-D371-4909FDD9B92D}"/>
                </a:ext>
              </a:extLst>
            </p:cNvPr>
            <p:cNvSpPr/>
            <p:nvPr/>
          </p:nvSpPr>
          <p:spPr>
            <a:xfrm>
              <a:off x="1832095" y="3059087"/>
              <a:ext cx="64265" cy="30735"/>
            </a:xfrm>
            <a:custGeom>
              <a:avLst/>
              <a:gdLst>
                <a:gd name="connsiteX0" fmla="*/ 39988 w 64264"/>
                <a:gd name="connsiteY0" fmla="*/ 6792 h 30735"/>
                <a:gd name="connsiteX1" fmla="*/ 22944 w 64264"/>
                <a:gd name="connsiteY1" fmla="*/ 19645 h 30735"/>
                <a:gd name="connsiteX2" fmla="*/ 5341 w 64264"/>
                <a:gd name="connsiteY2" fmla="*/ 29145 h 30735"/>
                <a:gd name="connsiteX3" fmla="*/ 34959 w 64264"/>
                <a:gd name="connsiteY3" fmla="*/ 29424 h 30735"/>
                <a:gd name="connsiteX4" fmla="*/ 54797 w 64264"/>
                <a:gd name="connsiteY4" fmla="*/ 28307 h 30735"/>
                <a:gd name="connsiteX5" fmla="*/ 63459 w 64264"/>
                <a:gd name="connsiteY5" fmla="*/ 16572 h 30735"/>
                <a:gd name="connsiteX6" fmla="*/ 39988 w 64264"/>
                <a:gd name="connsiteY6" fmla="*/ 6792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30735">
                  <a:moveTo>
                    <a:pt x="39988" y="6792"/>
                  </a:moveTo>
                  <a:cubicBezTo>
                    <a:pt x="38591" y="9586"/>
                    <a:pt x="32164" y="15733"/>
                    <a:pt x="22944" y="19645"/>
                  </a:cubicBezTo>
                  <a:cubicBezTo>
                    <a:pt x="13723" y="23836"/>
                    <a:pt x="-5556" y="25513"/>
                    <a:pt x="5341" y="29145"/>
                  </a:cubicBezTo>
                  <a:cubicBezTo>
                    <a:pt x="15959" y="32777"/>
                    <a:pt x="28532" y="30542"/>
                    <a:pt x="34959" y="29424"/>
                  </a:cubicBezTo>
                  <a:cubicBezTo>
                    <a:pt x="41385" y="28307"/>
                    <a:pt x="47532" y="28307"/>
                    <a:pt x="54797" y="28307"/>
                  </a:cubicBezTo>
                  <a:cubicBezTo>
                    <a:pt x="64576" y="28307"/>
                    <a:pt x="64576" y="27748"/>
                    <a:pt x="63459" y="16572"/>
                  </a:cubicBezTo>
                  <a:cubicBezTo>
                    <a:pt x="61503" y="1483"/>
                    <a:pt x="44459" y="-1870"/>
                    <a:pt x="39988" y="6792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9" name="Forma libre 158">
              <a:extLst>
                <a:ext uri="{FF2B5EF4-FFF2-40B4-BE49-F238E27FC236}">
                  <a16:creationId xmlns:a16="http://schemas.microsoft.com/office/drawing/2014/main" id="{4BE6DBDE-B5CF-F1D6-459E-9167686C512B}"/>
                </a:ext>
              </a:extLst>
            </p:cNvPr>
            <p:cNvSpPr/>
            <p:nvPr/>
          </p:nvSpPr>
          <p:spPr>
            <a:xfrm>
              <a:off x="1977727" y="2317725"/>
              <a:ext cx="22353" cy="33529"/>
            </a:xfrm>
            <a:custGeom>
              <a:avLst/>
              <a:gdLst>
                <a:gd name="connsiteX0" fmla="*/ 4165 w 22352"/>
                <a:gd name="connsiteY0" fmla="*/ 14140 h 33529"/>
                <a:gd name="connsiteX1" fmla="*/ 5841 w 22352"/>
                <a:gd name="connsiteY1" fmla="*/ 32023 h 33529"/>
                <a:gd name="connsiteX2" fmla="*/ 19812 w 22352"/>
                <a:gd name="connsiteY2" fmla="*/ 20287 h 33529"/>
                <a:gd name="connsiteX3" fmla="*/ 18135 w 22352"/>
                <a:gd name="connsiteY3" fmla="*/ 2405 h 33529"/>
                <a:gd name="connsiteX4" fmla="*/ 4165 w 22352"/>
                <a:gd name="connsiteY4" fmla="*/ 141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33529">
                  <a:moveTo>
                    <a:pt x="4165" y="14140"/>
                  </a:moveTo>
                  <a:cubicBezTo>
                    <a:pt x="812" y="22243"/>
                    <a:pt x="1650" y="30346"/>
                    <a:pt x="5841" y="32023"/>
                  </a:cubicBezTo>
                  <a:cubicBezTo>
                    <a:pt x="10032" y="33699"/>
                    <a:pt x="16459" y="28670"/>
                    <a:pt x="19812" y="20287"/>
                  </a:cubicBezTo>
                  <a:cubicBezTo>
                    <a:pt x="23164" y="12184"/>
                    <a:pt x="22326" y="4082"/>
                    <a:pt x="18135" y="2405"/>
                  </a:cubicBezTo>
                  <a:cubicBezTo>
                    <a:pt x="13944" y="729"/>
                    <a:pt x="7517" y="6037"/>
                    <a:pt x="4165" y="1414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3CCF5E42-2DFC-11B7-1EA4-836BD42AD06D}"/>
                </a:ext>
              </a:extLst>
            </p:cNvPr>
            <p:cNvSpPr/>
            <p:nvPr/>
          </p:nvSpPr>
          <p:spPr>
            <a:xfrm>
              <a:off x="1913550" y="2264870"/>
              <a:ext cx="86617" cy="67059"/>
            </a:xfrm>
            <a:custGeom>
              <a:avLst/>
              <a:gdLst>
                <a:gd name="connsiteX0" fmla="*/ 2959 w 86617"/>
                <a:gd name="connsiteY0" fmla="*/ 23687 h 67058"/>
                <a:gd name="connsiteX1" fmla="*/ 76165 w 86617"/>
                <a:gd name="connsiteY1" fmla="*/ 66157 h 67058"/>
                <a:gd name="connsiteX2" fmla="*/ 76165 w 86617"/>
                <a:gd name="connsiteY2" fmla="*/ 20613 h 67058"/>
                <a:gd name="connsiteX3" fmla="*/ 2959 w 86617"/>
                <a:gd name="connsiteY3" fmla="*/ 23687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17" h="67058">
                  <a:moveTo>
                    <a:pt x="2959" y="23687"/>
                  </a:moveTo>
                  <a:cubicBezTo>
                    <a:pt x="-6262" y="39613"/>
                    <a:pt x="61076" y="68672"/>
                    <a:pt x="76165" y="66157"/>
                  </a:cubicBezTo>
                  <a:cubicBezTo>
                    <a:pt x="91253" y="63643"/>
                    <a:pt x="87621" y="35143"/>
                    <a:pt x="76165" y="20613"/>
                  </a:cubicBezTo>
                  <a:cubicBezTo>
                    <a:pt x="64709" y="5805"/>
                    <a:pt x="25032" y="-13754"/>
                    <a:pt x="2959" y="23687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AD682D5E-F7DF-0855-7988-F3DD3D82EA56}"/>
                </a:ext>
              </a:extLst>
            </p:cNvPr>
            <p:cNvSpPr/>
            <p:nvPr/>
          </p:nvSpPr>
          <p:spPr>
            <a:xfrm>
              <a:off x="1907594" y="2268943"/>
              <a:ext cx="36323" cy="44706"/>
            </a:xfrm>
            <a:custGeom>
              <a:avLst/>
              <a:gdLst>
                <a:gd name="connsiteX0" fmla="*/ 34061 w 36323"/>
                <a:gd name="connsiteY0" fmla="*/ 15702 h 44705"/>
                <a:gd name="connsiteX1" fmla="*/ 4164 w 36323"/>
                <a:gd name="connsiteY1" fmla="*/ 43364 h 44705"/>
                <a:gd name="connsiteX2" fmla="*/ 6120 w 36323"/>
                <a:gd name="connsiteY2" fmla="*/ 18496 h 44705"/>
                <a:gd name="connsiteX3" fmla="*/ 34061 w 36323"/>
                <a:gd name="connsiteY3" fmla="*/ 15702 h 4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44705">
                  <a:moveTo>
                    <a:pt x="34061" y="15702"/>
                  </a:moveTo>
                  <a:cubicBezTo>
                    <a:pt x="31547" y="29114"/>
                    <a:pt x="8076" y="32187"/>
                    <a:pt x="4164" y="43364"/>
                  </a:cubicBezTo>
                  <a:cubicBezTo>
                    <a:pt x="1650" y="50349"/>
                    <a:pt x="532" y="28555"/>
                    <a:pt x="6120" y="18496"/>
                  </a:cubicBezTo>
                  <a:cubicBezTo>
                    <a:pt x="11429" y="8717"/>
                    <a:pt x="38811" y="-11401"/>
                    <a:pt x="34061" y="15702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2" name="Forma libre 161">
              <a:extLst>
                <a:ext uri="{FF2B5EF4-FFF2-40B4-BE49-F238E27FC236}">
                  <a16:creationId xmlns:a16="http://schemas.microsoft.com/office/drawing/2014/main" id="{EC68A959-5ADF-A586-913E-09921187C6E3}"/>
                </a:ext>
              </a:extLst>
            </p:cNvPr>
            <p:cNvSpPr/>
            <p:nvPr/>
          </p:nvSpPr>
          <p:spPr>
            <a:xfrm>
              <a:off x="1945428" y="2264649"/>
              <a:ext cx="69853" cy="120147"/>
            </a:xfrm>
            <a:custGeom>
              <a:avLst/>
              <a:gdLst>
                <a:gd name="connsiteX0" fmla="*/ 25007 w 69852"/>
                <a:gd name="connsiteY0" fmla="*/ 51011 h 120146"/>
                <a:gd name="connsiteX1" fmla="*/ 18022 w 69852"/>
                <a:gd name="connsiteY1" fmla="*/ 119746 h 120146"/>
                <a:gd name="connsiteX2" fmla="*/ 64684 w 69852"/>
                <a:gd name="connsiteY2" fmla="*/ 97952 h 120146"/>
                <a:gd name="connsiteX3" fmla="*/ 2096 w 69852"/>
                <a:gd name="connsiteY3" fmla="*/ 2114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52" h="120146">
                  <a:moveTo>
                    <a:pt x="25007" y="51011"/>
                  </a:moveTo>
                  <a:cubicBezTo>
                    <a:pt x="25566" y="79232"/>
                    <a:pt x="21934" y="111923"/>
                    <a:pt x="18022" y="119746"/>
                  </a:cubicBezTo>
                  <a:cubicBezTo>
                    <a:pt x="18022" y="119746"/>
                    <a:pt x="57140" y="117511"/>
                    <a:pt x="64684" y="97952"/>
                  </a:cubicBezTo>
                  <a:cubicBezTo>
                    <a:pt x="72507" y="78393"/>
                    <a:pt x="77816" y="717"/>
                    <a:pt x="2096" y="2114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66" name="Título 165">
            <a:extLst>
              <a:ext uri="{FF2B5EF4-FFF2-40B4-BE49-F238E27FC236}">
                <a16:creationId xmlns:a16="http://schemas.microsoft.com/office/drawing/2014/main" id="{FA5ECF62-EC98-0E36-AE29-DE9BBCFE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数据来源</a:t>
            </a:r>
            <a:endParaRPr lang="es-ES" dirty="0"/>
          </a:p>
        </p:txBody>
      </p:sp>
      <p:sp>
        <p:nvSpPr>
          <p:cNvPr id="167" name="Marcador de texto 166">
            <a:extLst>
              <a:ext uri="{FF2B5EF4-FFF2-40B4-BE49-F238E27FC236}">
                <a16:creationId xmlns:a16="http://schemas.microsoft.com/office/drawing/2014/main" id="{D7D144A3-D0A4-544A-5E4B-4A1B9E2934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74E9F1-79EF-41B3-0D44-BAAF5DB82C23}"/>
              </a:ext>
            </a:extLst>
          </p:cNvPr>
          <p:cNvSpPr txBox="1"/>
          <p:nvPr/>
        </p:nvSpPr>
        <p:spPr>
          <a:xfrm>
            <a:off x="6095999" y="1976120"/>
            <a:ext cx="52101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主要使用</a:t>
            </a:r>
            <a:r>
              <a:rPr lang="en-US" altLang="zh-CN" sz="2800" b="1" dirty="0" err="1"/>
              <a:t>OpenDigger</a:t>
            </a:r>
            <a:r>
              <a:rPr lang="zh-CN" altLang="en-US" sz="2800" b="1" dirty="0"/>
              <a:t>开放数据</a:t>
            </a:r>
            <a:endParaRPr lang="en-US" altLang="zh-CN" sz="2800" b="1" dirty="0"/>
          </a:p>
          <a:p>
            <a:r>
              <a:rPr lang="zh-CN" altLang="en-US" sz="2800" b="1" dirty="0"/>
              <a:t>例如</a:t>
            </a:r>
            <a:r>
              <a:rPr lang="en-US" altLang="zh-CN" sz="2800" b="1" dirty="0"/>
              <a:t>monthly metrics</a:t>
            </a:r>
            <a:r>
              <a:rPr lang="zh-CN" altLang="en-US" sz="2800" b="1" dirty="0"/>
              <a:t>用来看项目的趋势；</a:t>
            </a:r>
            <a:r>
              <a:rPr lang="en-US" altLang="zh-CN" sz="2800" b="1" dirty="0"/>
              <a:t>contributors</a:t>
            </a:r>
            <a:r>
              <a:rPr lang="zh-CN" altLang="en-US" sz="2800" b="1" dirty="0"/>
              <a:t>活跃数据用来判断用户依赖程度</a:t>
            </a:r>
          </a:p>
        </p:txBody>
      </p:sp>
    </p:spTree>
    <p:extLst>
      <p:ext uri="{BB962C8B-B14F-4D97-AF65-F5344CB8AC3E}">
        <p14:creationId xmlns:p14="http://schemas.microsoft.com/office/powerpoint/2010/main" val="2624264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75212-96BC-86C2-F5B2-DC8BB7A1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ángulo 162">
            <a:extLst>
              <a:ext uri="{FF2B5EF4-FFF2-40B4-BE49-F238E27FC236}">
                <a16:creationId xmlns:a16="http://schemas.microsoft.com/office/drawing/2014/main" id="{DC3F8159-6F94-6C6A-18A8-3C8CD159D220}"/>
              </a:ext>
            </a:extLst>
          </p:cNvPr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85E777E-C24E-7D69-5934-AD33E45BC0BA}"/>
              </a:ext>
            </a:extLst>
          </p:cNvPr>
          <p:cNvSpPr/>
          <p:nvPr/>
        </p:nvSpPr>
        <p:spPr>
          <a:xfrm>
            <a:off x="79255" y="300027"/>
            <a:ext cx="3984745" cy="2735273"/>
          </a:xfrm>
          <a:custGeom>
            <a:avLst/>
            <a:gdLst>
              <a:gd name="connsiteX0" fmla="*/ 0 w 4470400"/>
              <a:gd name="connsiteY0" fmla="*/ 2235200 h 4470400"/>
              <a:gd name="connsiteX1" fmla="*/ 2235200 w 4470400"/>
              <a:gd name="connsiteY1" fmla="*/ 0 h 4470400"/>
              <a:gd name="connsiteX2" fmla="*/ 4470400 w 4470400"/>
              <a:gd name="connsiteY2" fmla="*/ 2235200 h 4470400"/>
              <a:gd name="connsiteX3" fmla="*/ 2235200 w 4470400"/>
              <a:gd name="connsiteY3" fmla="*/ 4470400 h 4470400"/>
              <a:gd name="connsiteX4" fmla="*/ 0 w 4470400"/>
              <a:gd name="connsiteY4" fmla="*/ 2235200 h 4470400"/>
              <a:gd name="connsiteX0" fmla="*/ 20592 w 4490992"/>
              <a:gd name="connsiteY0" fmla="*/ 1511300 h 3746500"/>
              <a:gd name="connsiteX1" fmla="*/ 1531892 w 4490992"/>
              <a:gd name="connsiteY1" fmla="*/ 0 h 3746500"/>
              <a:gd name="connsiteX2" fmla="*/ 4490992 w 4490992"/>
              <a:gd name="connsiteY2" fmla="*/ 1511300 h 3746500"/>
              <a:gd name="connsiteX3" fmla="*/ 2255792 w 4490992"/>
              <a:gd name="connsiteY3" fmla="*/ 3746500 h 3746500"/>
              <a:gd name="connsiteX4" fmla="*/ 20592 w 4490992"/>
              <a:gd name="connsiteY4" fmla="*/ 1511300 h 3746500"/>
              <a:gd name="connsiteX0" fmla="*/ 12039 w 4965039"/>
              <a:gd name="connsiteY0" fmla="*/ 1797845 h 4044607"/>
              <a:gd name="connsiteX1" fmla="*/ 1523339 w 4965039"/>
              <a:gd name="connsiteY1" fmla="*/ 286545 h 4044607"/>
              <a:gd name="connsiteX2" fmla="*/ 4965039 w 4965039"/>
              <a:gd name="connsiteY2" fmla="*/ 769145 h 4044607"/>
              <a:gd name="connsiteX3" fmla="*/ 2247239 w 4965039"/>
              <a:gd name="connsiteY3" fmla="*/ 4033045 h 4044607"/>
              <a:gd name="connsiteX4" fmla="*/ 12039 w 4965039"/>
              <a:gd name="connsiteY4" fmla="*/ 1797845 h 4044607"/>
              <a:gd name="connsiteX0" fmla="*/ 10236 w 4963236"/>
              <a:gd name="connsiteY0" fmla="*/ 1797845 h 3200509"/>
              <a:gd name="connsiteX1" fmla="*/ 1521536 w 4963236"/>
              <a:gd name="connsiteY1" fmla="*/ 286545 h 3200509"/>
              <a:gd name="connsiteX2" fmla="*/ 4963236 w 4963236"/>
              <a:gd name="connsiteY2" fmla="*/ 769145 h 3200509"/>
              <a:gd name="connsiteX3" fmla="*/ 2181936 w 4963236"/>
              <a:gd name="connsiteY3" fmla="*/ 3182145 h 3200509"/>
              <a:gd name="connsiteX4" fmla="*/ 10236 w 4963236"/>
              <a:gd name="connsiteY4" fmla="*/ 1797845 h 3200509"/>
              <a:gd name="connsiteX0" fmla="*/ 10586 w 4963586"/>
              <a:gd name="connsiteY0" fmla="*/ 1797845 h 4107795"/>
              <a:gd name="connsiteX1" fmla="*/ 1521886 w 4963586"/>
              <a:gd name="connsiteY1" fmla="*/ 286545 h 4107795"/>
              <a:gd name="connsiteX2" fmla="*/ 4963586 w 4963586"/>
              <a:gd name="connsiteY2" fmla="*/ 769145 h 4107795"/>
              <a:gd name="connsiteX3" fmla="*/ 2194986 w 4963586"/>
              <a:gd name="connsiteY3" fmla="*/ 4096545 h 4107795"/>
              <a:gd name="connsiteX4" fmla="*/ 10586 w 4963586"/>
              <a:gd name="connsiteY4" fmla="*/ 1797845 h 4107795"/>
              <a:gd name="connsiteX0" fmla="*/ 10586 w 4963586"/>
              <a:gd name="connsiteY0" fmla="*/ 1797845 h 4139511"/>
              <a:gd name="connsiteX1" fmla="*/ 1521886 w 4963586"/>
              <a:gd name="connsiteY1" fmla="*/ 286545 h 4139511"/>
              <a:gd name="connsiteX2" fmla="*/ 4963586 w 4963586"/>
              <a:gd name="connsiteY2" fmla="*/ 769145 h 4139511"/>
              <a:gd name="connsiteX3" fmla="*/ 2194986 w 4963586"/>
              <a:gd name="connsiteY3" fmla="*/ 4096545 h 4139511"/>
              <a:gd name="connsiteX4" fmla="*/ 10586 w 4963586"/>
              <a:gd name="connsiteY4" fmla="*/ 1797845 h 4139511"/>
              <a:gd name="connsiteX0" fmla="*/ 26370 w 4979370"/>
              <a:gd name="connsiteY0" fmla="*/ 1797845 h 3246403"/>
              <a:gd name="connsiteX1" fmla="*/ 1537670 w 4979370"/>
              <a:gd name="connsiteY1" fmla="*/ 286545 h 3246403"/>
              <a:gd name="connsiteX2" fmla="*/ 4979370 w 4979370"/>
              <a:gd name="connsiteY2" fmla="*/ 769145 h 3246403"/>
              <a:gd name="connsiteX3" fmla="*/ 2680670 w 4979370"/>
              <a:gd name="connsiteY3" fmla="*/ 3182145 h 3246403"/>
              <a:gd name="connsiteX4" fmla="*/ 26370 w 4979370"/>
              <a:gd name="connsiteY4" fmla="*/ 1797845 h 3246403"/>
              <a:gd name="connsiteX0" fmla="*/ 26370 w 4979370"/>
              <a:gd name="connsiteY0" fmla="*/ 1797845 h 3378043"/>
              <a:gd name="connsiteX1" fmla="*/ 1537670 w 4979370"/>
              <a:gd name="connsiteY1" fmla="*/ 286545 h 3378043"/>
              <a:gd name="connsiteX2" fmla="*/ 4979370 w 4979370"/>
              <a:gd name="connsiteY2" fmla="*/ 769145 h 3378043"/>
              <a:gd name="connsiteX3" fmla="*/ 2680670 w 4979370"/>
              <a:gd name="connsiteY3" fmla="*/ 3182145 h 3378043"/>
              <a:gd name="connsiteX4" fmla="*/ 26370 w 4979370"/>
              <a:gd name="connsiteY4" fmla="*/ 1797845 h 337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9370" h="3378043">
                <a:moveTo>
                  <a:pt x="26370" y="1797845"/>
                </a:moveTo>
                <a:cubicBezTo>
                  <a:pt x="-164130" y="1315245"/>
                  <a:pt x="712170" y="457995"/>
                  <a:pt x="1537670" y="286545"/>
                </a:cubicBezTo>
                <a:cubicBezTo>
                  <a:pt x="2363170" y="115095"/>
                  <a:pt x="4979370" y="-465322"/>
                  <a:pt x="4979370" y="769145"/>
                </a:cubicBezTo>
                <a:cubicBezTo>
                  <a:pt x="4979370" y="2003612"/>
                  <a:pt x="4928570" y="4013995"/>
                  <a:pt x="2680670" y="3182145"/>
                </a:cubicBezTo>
                <a:cubicBezTo>
                  <a:pt x="432770" y="2350295"/>
                  <a:pt x="216870" y="2280445"/>
                  <a:pt x="26370" y="1797845"/>
                </a:cubicBezTo>
                <a:close/>
              </a:path>
            </a:pathLst>
          </a:custGeom>
          <a:solidFill>
            <a:srgbClr val="CB62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áfico 20">
            <a:extLst>
              <a:ext uri="{FF2B5EF4-FFF2-40B4-BE49-F238E27FC236}">
                <a16:creationId xmlns:a16="http://schemas.microsoft.com/office/drawing/2014/main" id="{09E07818-8C65-49BF-43CE-FAAA006B99C0}"/>
              </a:ext>
            </a:extLst>
          </p:cNvPr>
          <p:cNvGrpSpPr/>
          <p:nvPr/>
        </p:nvGrpSpPr>
        <p:grpSpPr>
          <a:xfrm>
            <a:off x="666023" y="2531529"/>
            <a:ext cx="4312864" cy="3724670"/>
            <a:chOff x="964136" y="1891933"/>
            <a:chExt cx="1401555" cy="1210409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4ECD6FFD-7C70-3B82-DD65-B4C9F559D353}"/>
                </a:ext>
              </a:extLst>
            </p:cNvPr>
            <p:cNvSpPr/>
            <p:nvPr/>
          </p:nvSpPr>
          <p:spPr>
            <a:xfrm>
              <a:off x="2077898" y="2477458"/>
              <a:ext cx="287793" cy="452646"/>
            </a:xfrm>
            <a:custGeom>
              <a:avLst/>
              <a:gdLst>
                <a:gd name="connsiteX0" fmla="*/ 63537 w 287793"/>
                <a:gd name="connsiteY0" fmla="*/ 289731 h 452646"/>
                <a:gd name="connsiteX1" fmla="*/ 102655 w 287793"/>
                <a:gd name="connsiteY1" fmla="*/ 127672 h 452646"/>
                <a:gd name="connsiteX2" fmla="*/ 74713 w 287793"/>
                <a:gd name="connsiteY2" fmla="*/ 96378 h 452646"/>
                <a:gd name="connsiteX3" fmla="*/ 123052 w 287793"/>
                <a:gd name="connsiteY3" fmla="*/ 39099 h 452646"/>
                <a:gd name="connsiteX4" fmla="*/ 148757 w 287793"/>
                <a:gd name="connsiteY4" fmla="*/ 15069 h 452646"/>
                <a:gd name="connsiteX5" fmla="*/ 159096 w 287793"/>
                <a:gd name="connsiteY5" fmla="*/ 24290 h 452646"/>
                <a:gd name="connsiteX6" fmla="*/ 188154 w 287793"/>
                <a:gd name="connsiteY6" fmla="*/ 6687 h 452646"/>
                <a:gd name="connsiteX7" fmla="*/ 231463 w 287793"/>
                <a:gd name="connsiteY7" fmla="*/ 17025 h 452646"/>
                <a:gd name="connsiteX8" fmla="*/ 260242 w 287793"/>
                <a:gd name="connsiteY8" fmla="*/ 63966 h 452646"/>
                <a:gd name="connsiteX9" fmla="*/ 249904 w 287793"/>
                <a:gd name="connsiteY9" fmla="*/ 107275 h 452646"/>
                <a:gd name="connsiteX10" fmla="*/ 220845 w 287793"/>
                <a:gd name="connsiteY10" fmla="*/ 124878 h 452646"/>
                <a:gd name="connsiteX11" fmla="*/ 230066 w 287793"/>
                <a:gd name="connsiteY11" fmla="*/ 191657 h 452646"/>
                <a:gd name="connsiteX12" fmla="*/ 262757 w 287793"/>
                <a:gd name="connsiteY12" fmla="*/ 200878 h 452646"/>
                <a:gd name="connsiteX13" fmla="*/ 284551 w 287793"/>
                <a:gd name="connsiteY13" fmla="*/ 239716 h 452646"/>
                <a:gd name="connsiteX14" fmla="*/ 269742 w 287793"/>
                <a:gd name="connsiteY14" fmla="*/ 292804 h 452646"/>
                <a:gd name="connsiteX15" fmla="*/ 230904 w 287793"/>
                <a:gd name="connsiteY15" fmla="*/ 314598 h 452646"/>
                <a:gd name="connsiteX16" fmla="*/ 198213 w 287793"/>
                <a:gd name="connsiteY16" fmla="*/ 305378 h 452646"/>
                <a:gd name="connsiteX17" fmla="*/ 167199 w 287793"/>
                <a:gd name="connsiteY17" fmla="*/ 346451 h 452646"/>
                <a:gd name="connsiteX18" fmla="*/ 184801 w 287793"/>
                <a:gd name="connsiteY18" fmla="*/ 375510 h 452646"/>
                <a:gd name="connsiteX19" fmla="*/ 174463 w 287793"/>
                <a:gd name="connsiteY19" fmla="*/ 418819 h 452646"/>
                <a:gd name="connsiteX20" fmla="*/ 127522 w 287793"/>
                <a:gd name="connsiteY20" fmla="*/ 447598 h 452646"/>
                <a:gd name="connsiteX21" fmla="*/ 84213 w 287793"/>
                <a:gd name="connsiteY21" fmla="*/ 437260 h 452646"/>
                <a:gd name="connsiteX22" fmla="*/ 66611 w 287793"/>
                <a:gd name="connsiteY22" fmla="*/ 408201 h 452646"/>
                <a:gd name="connsiteX23" fmla="*/ 15199 w 287793"/>
                <a:gd name="connsiteY23" fmla="*/ 417142 h 452646"/>
                <a:gd name="connsiteX24" fmla="*/ 2346 w 287793"/>
                <a:gd name="connsiteY24" fmla="*/ 307613 h 452646"/>
                <a:gd name="connsiteX25" fmla="*/ 63537 w 287793"/>
                <a:gd name="connsiteY25" fmla="*/ 289731 h 4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7793" h="452646">
                  <a:moveTo>
                    <a:pt x="63537" y="289731"/>
                  </a:moveTo>
                  <a:cubicBezTo>
                    <a:pt x="119140" y="255922"/>
                    <a:pt x="136463" y="183275"/>
                    <a:pt x="102655" y="127672"/>
                  </a:cubicBezTo>
                  <a:cubicBezTo>
                    <a:pt x="95110" y="115378"/>
                    <a:pt x="85610" y="105040"/>
                    <a:pt x="74713" y="96378"/>
                  </a:cubicBezTo>
                  <a:cubicBezTo>
                    <a:pt x="88684" y="76540"/>
                    <a:pt x="104890" y="57260"/>
                    <a:pt x="123052" y="39099"/>
                  </a:cubicBezTo>
                  <a:cubicBezTo>
                    <a:pt x="131434" y="30716"/>
                    <a:pt x="140096" y="22613"/>
                    <a:pt x="148757" y="15069"/>
                  </a:cubicBezTo>
                  <a:cubicBezTo>
                    <a:pt x="152110" y="18143"/>
                    <a:pt x="155743" y="20937"/>
                    <a:pt x="159096" y="24290"/>
                  </a:cubicBezTo>
                  <a:lnTo>
                    <a:pt x="188154" y="6687"/>
                  </a:lnTo>
                  <a:cubicBezTo>
                    <a:pt x="202963" y="-2254"/>
                    <a:pt x="222243" y="2217"/>
                    <a:pt x="231463" y="17025"/>
                  </a:cubicBezTo>
                  <a:lnTo>
                    <a:pt x="260242" y="63966"/>
                  </a:lnTo>
                  <a:cubicBezTo>
                    <a:pt x="269184" y="78775"/>
                    <a:pt x="264713" y="98054"/>
                    <a:pt x="249904" y="107275"/>
                  </a:cubicBezTo>
                  <a:lnTo>
                    <a:pt x="220845" y="124878"/>
                  </a:lnTo>
                  <a:cubicBezTo>
                    <a:pt x="227272" y="146951"/>
                    <a:pt x="230345" y="169304"/>
                    <a:pt x="230066" y="191657"/>
                  </a:cubicBezTo>
                  <a:lnTo>
                    <a:pt x="262757" y="200878"/>
                  </a:lnTo>
                  <a:cubicBezTo>
                    <a:pt x="279522" y="205628"/>
                    <a:pt x="289301" y="222951"/>
                    <a:pt x="284551" y="239716"/>
                  </a:cubicBezTo>
                  <a:lnTo>
                    <a:pt x="269742" y="292804"/>
                  </a:lnTo>
                  <a:cubicBezTo>
                    <a:pt x="264992" y="309569"/>
                    <a:pt x="247669" y="319348"/>
                    <a:pt x="230904" y="314598"/>
                  </a:cubicBezTo>
                  <a:lnTo>
                    <a:pt x="198213" y="305378"/>
                  </a:lnTo>
                  <a:cubicBezTo>
                    <a:pt x="189551" y="320186"/>
                    <a:pt x="179213" y="333877"/>
                    <a:pt x="167199" y="346451"/>
                  </a:cubicBezTo>
                  <a:lnTo>
                    <a:pt x="184801" y="375510"/>
                  </a:lnTo>
                  <a:cubicBezTo>
                    <a:pt x="193743" y="390319"/>
                    <a:pt x="189272" y="409598"/>
                    <a:pt x="174463" y="418819"/>
                  </a:cubicBezTo>
                  <a:lnTo>
                    <a:pt x="127522" y="447598"/>
                  </a:lnTo>
                  <a:cubicBezTo>
                    <a:pt x="112713" y="456539"/>
                    <a:pt x="93434" y="452068"/>
                    <a:pt x="84213" y="437260"/>
                  </a:cubicBezTo>
                  <a:lnTo>
                    <a:pt x="66611" y="408201"/>
                  </a:lnTo>
                  <a:cubicBezTo>
                    <a:pt x="49566" y="413230"/>
                    <a:pt x="32522" y="416024"/>
                    <a:pt x="15199" y="417142"/>
                  </a:cubicBezTo>
                  <a:cubicBezTo>
                    <a:pt x="5419" y="381936"/>
                    <a:pt x="949" y="344775"/>
                    <a:pt x="2346" y="307613"/>
                  </a:cubicBezTo>
                  <a:cubicBezTo>
                    <a:pt x="23022" y="306775"/>
                    <a:pt x="44258" y="301466"/>
                    <a:pt x="63537" y="289731"/>
                  </a:cubicBezTo>
                  <a:close/>
                </a:path>
              </a:pathLst>
            </a:custGeom>
            <a:solidFill>
              <a:srgbClr val="5E91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1D44C656-BC7F-AEDE-D111-776B594855D8}"/>
                </a:ext>
              </a:extLst>
            </p:cNvPr>
            <p:cNvSpPr/>
            <p:nvPr/>
          </p:nvSpPr>
          <p:spPr>
            <a:xfrm>
              <a:off x="996268" y="2112668"/>
              <a:ext cx="1112056" cy="790734"/>
            </a:xfrm>
            <a:custGeom>
              <a:avLst/>
              <a:gdLst>
                <a:gd name="connsiteX0" fmla="*/ 1093476 w 1112056"/>
                <a:gd name="connsiteY0" fmla="*/ 791153 h 790733"/>
                <a:gd name="connsiteX1" fmla="*/ 21375 w 1112056"/>
                <a:gd name="connsiteY1" fmla="*/ 791153 h 790733"/>
                <a:gd name="connsiteX2" fmla="*/ 2096 w 1112056"/>
                <a:gd name="connsiteY2" fmla="*/ 771873 h 790733"/>
                <a:gd name="connsiteX3" fmla="*/ 2096 w 1112056"/>
                <a:gd name="connsiteY3" fmla="*/ 21375 h 790733"/>
                <a:gd name="connsiteX4" fmla="*/ 21375 w 1112056"/>
                <a:gd name="connsiteY4" fmla="*/ 2096 h 790733"/>
                <a:gd name="connsiteX5" fmla="*/ 1093196 w 1112056"/>
                <a:gd name="connsiteY5" fmla="*/ 2096 h 790733"/>
                <a:gd name="connsiteX6" fmla="*/ 1112475 w 1112056"/>
                <a:gd name="connsiteY6" fmla="*/ 21375 h 790733"/>
                <a:gd name="connsiteX7" fmla="*/ 1112475 w 1112056"/>
                <a:gd name="connsiteY7" fmla="*/ 771873 h 790733"/>
                <a:gd name="connsiteX8" fmla="*/ 1093476 w 1112056"/>
                <a:gd name="connsiteY8" fmla="*/ 791153 h 79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056" h="790733">
                  <a:moveTo>
                    <a:pt x="1093476" y="791153"/>
                  </a:moveTo>
                  <a:lnTo>
                    <a:pt x="21375" y="791153"/>
                  </a:lnTo>
                  <a:cubicBezTo>
                    <a:pt x="10757" y="791153"/>
                    <a:pt x="2096" y="782491"/>
                    <a:pt x="2096" y="771873"/>
                  </a:cubicBezTo>
                  <a:lnTo>
                    <a:pt x="2096" y="21375"/>
                  </a:lnTo>
                  <a:cubicBezTo>
                    <a:pt x="2096" y="10757"/>
                    <a:pt x="10757" y="2096"/>
                    <a:pt x="21375" y="2096"/>
                  </a:cubicBezTo>
                  <a:lnTo>
                    <a:pt x="1093196" y="2096"/>
                  </a:lnTo>
                  <a:cubicBezTo>
                    <a:pt x="1103814" y="2096"/>
                    <a:pt x="1112475" y="10757"/>
                    <a:pt x="1112475" y="21375"/>
                  </a:cubicBezTo>
                  <a:lnTo>
                    <a:pt x="1112475" y="771873"/>
                  </a:lnTo>
                  <a:cubicBezTo>
                    <a:pt x="1112755" y="782491"/>
                    <a:pt x="1104093" y="791153"/>
                    <a:pt x="1093476" y="79115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A5856A57-5CF3-E470-CD9C-7571715E0600}"/>
                </a:ext>
              </a:extLst>
            </p:cNvPr>
            <p:cNvSpPr/>
            <p:nvPr/>
          </p:nvSpPr>
          <p:spPr>
            <a:xfrm>
              <a:off x="1011077" y="2123006"/>
              <a:ext cx="1084115" cy="771175"/>
            </a:xfrm>
            <a:custGeom>
              <a:avLst/>
              <a:gdLst>
                <a:gd name="connsiteX0" fmla="*/ 1068049 w 1084115"/>
                <a:gd name="connsiteY0" fmla="*/ 770476 h 771174"/>
                <a:gd name="connsiteX1" fmla="*/ 17463 w 1084115"/>
                <a:gd name="connsiteY1" fmla="*/ 770476 h 771174"/>
                <a:gd name="connsiteX2" fmla="*/ 2096 w 1084115"/>
                <a:gd name="connsiteY2" fmla="*/ 755109 h 771174"/>
                <a:gd name="connsiteX3" fmla="*/ 2096 w 1084115"/>
                <a:gd name="connsiteY3" fmla="*/ 17463 h 771174"/>
                <a:gd name="connsiteX4" fmla="*/ 17463 w 1084115"/>
                <a:gd name="connsiteY4" fmla="*/ 2096 h 771174"/>
                <a:gd name="connsiteX5" fmla="*/ 1068049 w 1084115"/>
                <a:gd name="connsiteY5" fmla="*/ 2096 h 771174"/>
                <a:gd name="connsiteX6" fmla="*/ 1083417 w 1084115"/>
                <a:gd name="connsiteY6" fmla="*/ 17463 h 771174"/>
                <a:gd name="connsiteX7" fmla="*/ 1083417 w 1084115"/>
                <a:gd name="connsiteY7" fmla="*/ 755109 h 771174"/>
                <a:gd name="connsiteX8" fmla="*/ 1068049 w 1084115"/>
                <a:gd name="connsiteY8" fmla="*/ 770476 h 77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4115" h="771174">
                  <a:moveTo>
                    <a:pt x="1068049" y="770476"/>
                  </a:moveTo>
                  <a:lnTo>
                    <a:pt x="17463" y="770476"/>
                  </a:lnTo>
                  <a:cubicBezTo>
                    <a:pt x="9081" y="770476"/>
                    <a:pt x="2096" y="763491"/>
                    <a:pt x="2096" y="755109"/>
                  </a:cubicBezTo>
                  <a:lnTo>
                    <a:pt x="2096" y="17463"/>
                  </a:lnTo>
                  <a:cubicBezTo>
                    <a:pt x="2096" y="9081"/>
                    <a:pt x="9081" y="2096"/>
                    <a:pt x="17463" y="2096"/>
                  </a:cubicBezTo>
                  <a:lnTo>
                    <a:pt x="1068049" y="2096"/>
                  </a:lnTo>
                  <a:cubicBezTo>
                    <a:pt x="1076431" y="2096"/>
                    <a:pt x="1083417" y="9081"/>
                    <a:pt x="1083417" y="17463"/>
                  </a:cubicBezTo>
                  <a:lnTo>
                    <a:pt x="1083417" y="755109"/>
                  </a:lnTo>
                  <a:cubicBezTo>
                    <a:pt x="1083417" y="763491"/>
                    <a:pt x="1076431" y="770476"/>
                    <a:pt x="1068049" y="77047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A9A0CE88-1416-9FA1-99E8-F406FEFC916E}"/>
                </a:ext>
              </a:extLst>
            </p:cNvPr>
            <p:cNvSpPr/>
            <p:nvPr/>
          </p:nvSpPr>
          <p:spPr>
            <a:xfrm>
              <a:off x="1057739" y="2159050"/>
              <a:ext cx="991910" cy="667793"/>
            </a:xfrm>
            <a:custGeom>
              <a:avLst/>
              <a:gdLst>
                <a:gd name="connsiteX0" fmla="*/ 980314 w 991909"/>
                <a:gd name="connsiteY0" fmla="*/ 666535 h 667792"/>
                <a:gd name="connsiteX1" fmla="*/ 11596 w 991909"/>
                <a:gd name="connsiteY1" fmla="*/ 666535 h 667792"/>
                <a:gd name="connsiteX2" fmla="*/ 2096 w 991909"/>
                <a:gd name="connsiteY2" fmla="*/ 657035 h 667792"/>
                <a:gd name="connsiteX3" fmla="*/ 2096 w 991909"/>
                <a:gd name="connsiteY3" fmla="*/ 11596 h 667792"/>
                <a:gd name="connsiteX4" fmla="*/ 11596 w 991909"/>
                <a:gd name="connsiteY4" fmla="*/ 2096 h 667792"/>
                <a:gd name="connsiteX5" fmla="*/ 980593 w 991909"/>
                <a:gd name="connsiteY5" fmla="*/ 2096 h 667792"/>
                <a:gd name="connsiteX6" fmla="*/ 990093 w 991909"/>
                <a:gd name="connsiteY6" fmla="*/ 11596 h 667792"/>
                <a:gd name="connsiteX7" fmla="*/ 990093 w 991909"/>
                <a:gd name="connsiteY7" fmla="*/ 657035 h 667792"/>
                <a:gd name="connsiteX8" fmla="*/ 980314 w 991909"/>
                <a:gd name="connsiteY8" fmla="*/ 666535 h 6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1909" h="667792">
                  <a:moveTo>
                    <a:pt x="980314" y="666535"/>
                  </a:moveTo>
                  <a:lnTo>
                    <a:pt x="11596" y="666535"/>
                  </a:lnTo>
                  <a:cubicBezTo>
                    <a:pt x="6287" y="666535"/>
                    <a:pt x="2096" y="662344"/>
                    <a:pt x="2096" y="657035"/>
                  </a:cubicBezTo>
                  <a:lnTo>
                    <a:pt x="2096" y="11596"/>
                  </a:lnTo>
                  <a:cubicBezTo>
                    <a:pt x="2096" y="6287"/>
                    <a:pt x="6287" y="2096"/>
                    <a:pt x="11596" y="2096"/>
                  </a:cubicBezTo>
                  <a:lnTo>
                    <a:pt x="980593" y="2096"/>
                  </a:lnTo>
                  <a:cubicBezTo>
                    <a:pt x="985902" y="2096"/>
                    <a:pt x="990093" y="6287"/>
                    <a:pt x="990093" y="11596"/>
                  </a:cubicBezTo>
                  <a:lnTo>
                    <a:pt x="990093" y="657035"/>
                  </a:lnTo>
                  <a:cubicBezTo>
                    <a:pt x="989814" y="662344"/>
                    <a:pt x="985623" y="666535"/>
                    <a:pt x="980314" y="666535"/>
                  </a:cubicBezTo>
                  <a:close/>
                </a:path>
              </a:pathLst>
            </a:custGeom>
            <a:solidFill>
              <a:srgbClr val="3F65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DD614C7D-0D83-8B5C-A121-4EA2B9CF8ECF}"/>
                </a:ext>
              </a:extLst>
            </p:cNvPr>
            <p:cNvSpPr/>
            <p:nvPr/>
          </p:nvSpPr>
          <p:spPr>
            <a:xfrm>
              <a:off x="964136" y="2860931"/>
              <a:ext cx="1179115" cy="64265"/>
            </a:xfrm>
            <a:custGeom>
              <a:avLst/>
              <a:gdLst>
                <a:gd name="connsiteX0" fmla="*/ 7404 w 1179114"/>
                <a:gd name="connsiteY0" fmla="*/ 2096 h 64264"/>
                <a:gd name="connsiteX1" fmla="*/ 2096 w 1179114"/>
                <a:gd name="connsiteY1" fmla="*/ 21934 h 64264"/>
                <a:gd name="connsiteX2" fmla="*/ 43728 w 1179114"/>
                <a:gd name="connsiteY2" fmla="*/ 63566 h 64264"/>
                <a:gd name="connsiteX3" fmla="*/ 1135387 w 1179114"/>
                <a:gd name="connsiteY3" fmla="*/ 63566 h 64264"/>
                <a:gd name="connsiteX4" fmla="*/ 1177019 w 1179114"/>
                <a:gd name="connsiteY4" fmla="*/ 21934 h 64264"/>
                <a:gd name="connsiteX5" fmla="*/ 1171711 w 1179114"/>
                <a:gd name="connsiteY5" fmla="*/ 2096 h 64264"/>
                <a:gd name="connsiteX6" fmla="*/ 7404 w 1179114"/>
                <a:gd name="connsiteY6" fmla="*/ 2096 h 6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9114" h="64264">
                  <a:moveTo>
                    <a:pt x="7404" y="2096"/>
                  </a:moveTo>
                  <a:cubicBezTo>
                    <a:pt x="4331" y="7963"/>
                    <a:pt x="2096" y="14669"/>
                    <a:pt x="2096" y="21934"/>
                  </a:cubicBezTo>
                  <a:cubicBezTo>
                    <a:pt x="2096" y="44846"/>
                    <a:pt x="20816" y="63566"/>
                    <a:pt x="43728" y="63566"/>
                  </a:cubicBezTo>
                  <a:lnTo>
                    <a:pt x="1135387" y="63566"/>
                  </a:lnTo>
                  <a:cubicBezTo>
                    <a:pt x="1158299" y="63566"/>
                    <a:pt x="1177019" y="44846"/>
                    <a:pt x="1177019" y="21934"/>
                  </a:cubicBezTo>
                  <a:cubicBezTo>
                    <a:pt x="1177019" y="14669"/>
                    <a:pt x="1175064" y="7963"/>
                    <a:pt x="1171711" y="2096"/>
                  </a:cubicBezTo>
                  <a:lnTo>
                    <a:pt x="7404" y="2096"/>
                  </a:ln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DF88C952-284F-8967-53E0-AF6F3860F8BF}"/>
                </a:ext>
              </a:extLst>
            </p:cNvPr>
            <p:cNvSpPr/>
            <p:nvPr/>
          </p:nvSpPr>
          <p:spPr>
            <a:xfrm>
              <a:off x="969445" y="2900328"/>
              <a:ext cx="1167939" cy="25147"/>
            </a:xfrm>
            <a:custGeom>
              <a:avLst/>
              <a:gdLst>
                <a:gd name="connsiteX0" fmla="*/ 2096 w 1167938"/>
                <a:gd name="connsiteY0" fmla="*/ 2096 h 25147"/>
                <a:gd name="connsiteX1" fmla="*/ 38698 w 1167938"/>
                <a:gd name="connsiteY1" fmla="*/ 23890 h 25147"/>
                <a:gd name="connsiteX2" fmla="*/ 1130358 w 1167938"/>
                <a:gd name="connsiteY2" fmla="*/ 23890 h 25147"/>
                <a:gd name="connsiteX3" fmla="*/ 1166961 w 1167938"/>
                <a:gd name="connsiteY3" fmla="*/ 2096 h 25147"/>
                <a:gd name="connsiteX4" fmla="*/ 2096 w 1167938"/>
                <a:gd name="connsiteY4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938" h="25147">
                  <a:moveTo>
                    <a:pt x="2096" y="2096"/>
                  </a:moveTo>
                  <a:cubicBezTo>
                    <a:pt x="9081" y="15228"/>
                    <a:pt x="22772" y="23890"/>
                    <a:pt x="38698" y="23890"/>
                  </a:cubicBezTo>
                  <a:lnTo>
                    <a:pt x="1130358" y="23890"/>
                  </a:lnTo>
                  <a:cubicBezTo>
                    <a:pt x="1146284" y="23890"/>
                    <a:pt x="1159696" y="14949"/>
                    <a:pt x="1166961" y="2096"/>
                  </a:cubicBezTo>
                  <a:lnTo>
                    <a:pt x="2096" y="2096"/>
                  </a:lnTo>
                  <a:close/>
                </a:path>
              </a:pathLst>
            </a:custGeom>
            <a:solidFill>
              <a:srgbClr val="C9D6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0D661D9F-776B-2ED2-1D4C-89657C842880}"/>
                </a:ext>
              </a:extLst>
            </p:cNvPr>
            <p:cNvSpPr/>
            <p:nvPr/>
          </p:nvSpPr>
          <p:spPr>
            <a:xfrm>
              <a:off x="1316194" y="2112668"/>
              <a:ext cx="793528" cy="516911"/>
            </a:xfrm>
            <a:custGeom>
              <a:avLst/>
              <a:gdLst>
                <a:gd name="connsiteX0" fmla="*/ 743094 w 793527"/>
                <a:gd name="connsiteY0" fmla="*/ 2096 h 516910"/>
                <a:gd name="connsiteX1" fmla="*/ 2096 w 793527"/>
                <a:gd name="connsiteY1" fmla="*/ 2096 h 516910"/>
                <a:gd name="connsiteX2" fmla="*/ 2096 w 793527"/>
                <a:gd name="connsiteY2" fmla="*/ 497492 h 516910"/>
                <a:gd name="connsiteX3" fmla="*/ 21934 w 793527"/>
                <a:gd name="connsiteY3" fmla="*/ 517330 h 516910"/>
                <a:gd name="connsiteX4" fmla="*/ 792829 w 793527"/>
                <a:gd name="connsiteY4" fmla="*/ 517330 h 516910"/>
                <a:gd name="connsiteX5" fmla="*/ 792829 w 793527"/>
                <a:gd name="connsiteY5" fmla="*/ 51831 h 516910"/>
                <a:gd name="connsiteX6" fmla="*/ 743094 w 793527"/>
                <a:gd name="connsiteY6" fmla="*/ 2096 h 51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3527" h="516910">
                  <a:moveTo>
                    <a:pt x="743094" y="2096"/>
                  </a:moveTo>
                  <a:lnTo>
                    <a:pt x="2096" y="2096"/>
                  </a:lnTo>
                  <a:lnTo>
                    <a:pt x="2096" y="497492"/>
                  </a:lnTo>
                  <a:cubicBezTo>
                    <a:pt x="2096" y="508389"/>
                    <a:pt x="11037" y="517330"/>
                    <a:pt x="21934" y="517330"/>
                  </a:cubicBezTo>
                  <a:lnTo>
                    <a:pt x="792829" y="517330"/>
                  </a:lnTo>
                  <a:lnTo>
                    <a:pt x="792829" y="51831"/>
                  </a:lnTo>
                  <a:cubicBezTo>
                    <a:pt x="792829" y="24448"/>
                    <a:pt x="770476" y="2096"/>
                    <a:pt x="743094" y="2096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8412085-749A-1529-4875-8523AA6D5EA7}"/>
                </a:ext>
              </a:extLst>
            </p:cNvPr>
            <p:cNvSpPr/>
            <p:nvPr/>
          </p:nvSpPr>
          <p:spPr>
            <a:xfrm>
              <a:off x="1343297" y="2055109"/>
              <a:ext cx="871763" cy="553234"/>
            </a:xfrm>
            <a:custGeom>
              <a:avLst/>
              <a:gdLst>
                <a:gd name="connsiteX0" fmla="*/ 862123 w 871762"/>
                <a:gd name="connsiteY0" fmla="*/ 552536 h 553234"/>
                <a:gd name="connsiteX1" fmla="*/ 9919 w 871762"/>
                <a:gd name="connsiteY1" fmla="*/ 552536 h 553234"/>
                <a:gd name="connsiteX2" fmla="*/ 2096 w 871762"/>
                <a:gd name="connsiteY2" fmla="*/ 544712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53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536"/>
                  </a:moveTo>
                  <a:lnTo>
                    <a:pt x="9919" y="552536"/>
                  </a:lnTo>
                  <a:cubicBezTo>
                    <a:pt x="5728" y="552536"/>
                    <a:pt x="2096" y="549183"/>
                    <a:pt x="2096" y="544712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536"/>
                    <a:pt x="862123" y="552536"/>
                  </a:cubicBezTo>
                  <a:close/>
                </a:path>
              </a:pathLst>
            </a:custGeom>
            <a:solidFill>
              <a:srgbClr val="E4E9F7">
                <a:alpha val="21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4D31CED9-337B-6396-E648-5039A7425D9C}"/>
                </a:ext>
              </a:extLst>
            </p:cNvPr>
            <p:cNvSpPr/>
            <p:nvPr/>
          </p:nvSpPr>
          <p:spPr>
            <a:xfrm>
              <a:off x="1377944" y="2017947"/>
              <a:ext cx="871763" cy="553234"/>
            </a:xfrm>
            <a:custGeom>
              <a:avLst/>
              <a:gdLst>
                <a:gd name="connsiteX0" fmla="*/ 862123 w 871762"/>
                <a:gd name="connsiteY0" fmla="*/ 552256 h 553234"/>
                <a:gd name="connsiteX1" fmla="*/ 9919 w 871762"/>
                <a:gd name="connsiteY1" fmla="*/ 552256 h 553234"/>
                <a:gd name="connsiteX2" fmla="*/ 2096 w 871762"/>
                <a:gd name="connsiteY2" fmla="*/ 544433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25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256"/>
                  </a:moveTo>
                  <a:lnTo>
                    <a:pt x="9919" y="552256"/>
                  </a:lnTo>
                  <a:cubicBezTo>
                    <a:pt x="5728" y="552256"/>
                    <a:pt x="2096" y="548903"/>
                    <a:pt x="2096" y="544433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256"/>
                    <a:pt x="862123" y="552256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3B6631CE-C8BC-FC21-FAA2-100210A4445C}"/>
                </a:ext>
              </a:extLst>
            </p:cNvPr>
            <p:cNvSpPr/>
            <p:nvPr/>
          </p:nvSpPr>
          <p:spPr>
            <a:xfrm>
              <a:off x="1117533" y="2275844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97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22859BBE-2C72-15AF-E90E-545262ACA47E}"/>
                </a:ext>
              </a:extLst>
            </p:cNvPr>
            <p:cNvSpPr/>
            <p:nvPr/>
          </p:nvSpPr>
          <p:spPr>
            <a:xfrm>
              <a:off x="1111106" y="2446843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D1467CF7-7368-145E-C870-CD44A2AAC952}"/>
                </a:ext>
              </a:extLst>
            </p:cNvPr>
            <p:cNvSpPr/>
            <p:nvPr/>
          </p:nvSpPr>
          <p:spPr>
            <a:xfrm>
              <a:off x="1111106" y="2614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5C4AD829-E219-5A67-4515-85E8997C3C5E}"/>
                </a:ext>
              </a:extLst>
            </p:cNvPr>
            <p:cNvSpPr/>
            <p:nvPr/>
          </p:nvSpPr>
          <p:spPr>
            <a:xfrm>
              <a:off x="1138328" y="2633211"/>
              <a:ext cx="55882" cy="81029"/>
            </a:xfrm>
            <a:custGeom>
              <a:avLst/>
              <a:gdLst>
                <a:gd name="connsiteX0" fmla="*/ 55904 w 55882"/>
                <a:gd name="connsiteY0" fmla="*/ 28919 h 81029"/>
                <a:gd name="connsiteX1" fmla="*/ 29080 w 55882"/>
                <a:gd name="connsiteY1" fmla="*/ 2096 h 81029"/>
                <a:gd name="connsiteX2" fmla="*/ 2257 w 55882"/>
                <a:gd name="connsiteY2" fmla="*/ 28919 h 81029"/>
                <a:gd name="connsiteX3" fmla="*/ 29080 w 55882"/>
                <a:gd name="connsiteY3" fmla="*/ 79772 h 81029"/>
                <a:gd name="connsiteX4" fmla="*/ 55904 w 55882"/>
                <a:gd name="connsiteY4" fmla="*/ 28919 h 8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82" h="81029">
                  <a:moveTo>
                    <a:pt x="55904" y="28919"/>
                  </a:moveTo>
                  <a:cubicBezTo>
                    <a:pt x="55904" y="14110"/>
                    <a:pt x="43889" y="2096"/>
                    <a:pt x="29080" y="2096"/>
                  </a:cubicBezTo>
                  <a:cubicBezTo>
                    <a:pt x="14271" y="2096"/>
                    <a:pt x="2257" y="14110"/>
                    <a:pt x="2257" y="28919"/>
                  </a:cubicBezTo>
                  <a:cubicBezTo>
                    <a:pt x="2257" y="28919"/>
                    <a:pt x="-1655" y="57419"/>
                    <a:pt x="29080" y="79772"/>
                  </a:cubicBezTo>
                  <a:cubicBezTo>
                    <a:pt x="59536" y="57419"/>
                    <a:pt x="55904" y="28919"/>
                    <a:pt x="55904" y="2891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875B7CE3-4060-D225-9A96-F280CA0E99C1}"/>
                </a:ext>
              </a:extLst>
            </p:cNvPr>
            <p:cNvSpPr/>
            <p:nvPr/>
          </p:nvSpPr>
          <p:spPr>
            <a:xfrm>
              <a:off x="1145703" y="2640425"/>
              <a:ext cx="41912" cy="41912"/>
            </a:xfrm>
            <a:custGeom>
              <a:avLst/>
              <a:gdLst>
                <a:gd name="connsiteX0" fmla="*/ 23102 w 41911"/>
                <a:gd name="connsiteY0" fmla="*/ 40984 h 41911"/>
                <a:gd name="connsiteX1" fmla="*/ 2146 w 41911"/>
                <a:gd name="connsiteY1" fmla="*/ 20028 h 41911"/>
                <a:gd name="connsiteX2" fmla="*/ 20028 w 41911"/>
                <a:gd name="connsiteY2" fmla="*/ 2146 h 41911"/>
                <a:gd name="connsiteX3" fmla="*/ 40984 w 41911"/>
                <a:gd name="connsiteY3" fmla="*/ 23102 h 41911"/>
                <a:gd name="connsiteX4" fmla="*/ 23102 w 41911"/>
                <a:gd name="connsiteY4" fmla="*/ 40984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11" h="41911">
                  <a:moveTo>
                    <a:pt x="23102" y="40984"/>
                  </a:moveTo>
                  <a:cubicBezTo>
                    <a:pt x="11087" y="41822"/>
                    <a:pt x="1308" y="32043"/>
                    <a:pt x="2146" y="20028"/>
                  </a:cubicBezTo>
                  <a:cubicBezTo>
                    <a:pt x="2984" y="10528"/>
                    <a:pt x="10528" y="2984"/>
                    <a:pt x="20028" y="2146"/>
                  </a:cubicBezTo>
                  <a:cubicBezTo>
                    <a:pt x="32043" y="1308"/>
                    <a:pt x="41822" y="11087"/>
                    <a:pt x="40984" y="23102"/>
                  </a:cubicBezTo>
                  <a:cubicBezTo>
                    <a:pt x="40146" y="32602"/>
                    <a:pt x="32602" y="40425"/>
                    <a:pt x="23102" y="40984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C0BB4854-174E-6F38-C5CB-784F9E8C7302}"/>
                </a:ext>
              </a:extLst>
            </p:cNvPr>
            <p:cNvSpPr/>
            <p:nvPr/>
          </p:nvSpPr>
          <p:spPr>
            <a:xfrm>
              <a:off x="1127592" y="2466961"/>
              <a:ext cx="78235" cy="78235"/>
            </a:xfrm>
            <a:custGeom>
              <a:avLst/>
              <a:gdLst>
                <a:gd name="connsiteX0" fmla="*/ 76419 w 78235"/>
                <a:gd name="connsiteY0" fmla="*/ 39257 h 78235"/>
                <a:gd name="connsiteX1" fmla="*/ 39257 w 78235"/>
                <a:gd name="connsiteY1" fmla="*/ 76419 h 78235"/>
                <a:gd name="connsiteX2" fmla="*/ 2096 w 78235"/>
                <a:gd name="connsiteY2" fmla="*/ 39257 h 78235"/>
                <a:gd name="connsiteX3" fmla="*/ 39257 w 78235"/>
                <a:gd name="connsiteY3" fmla="*/ 2096 h 78235"/>
                <a:gd name="connsiteX4" fmla="*/ 76419 w 78235"/>
                <a:gd name="connsiteY4" fmla="*/ 39257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5" h="78235">
                  <a:moveTo>
                    <a:pt x="76419" y="39257"/>
                  </a:moveTo>
                  <a:cubicBezTo>
                    <a:pt x="76419" y="59654"/>
                    <a:pt x="59934" y="76419"/>
                    <a:pt x="39257" y="76419"/>
                  </a:cubicBezTo>
                  <a:cubicBezTo>
                    <a:pt x="18581" y="76419"/>
                    <a:pt x="2096" y="59934"/>
                    <a:pt x="2096" y="39257"/>
                  </a:cubicBezTo>
                  <a:cubicBezTo>
                    <a:pt x="2096" y="18860"/>
                    <a:pt x="18581" y="2096"/>
                    <a:pt x="39257" y="2096"/>
                  </a:cubicBezTo>
                  <a:cubicBezTo>
                    <a:pt x="59934" y="2096"/>
                    <a:pt x="76419" y="18860"/>
                    <a:pt x="76419" y="39257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90BABA9F-1402-6510-20D7-1C161FC9BD5B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4AD96DE-D4D5-58FC-C1AB-EDC047EB421D}"/>
                </a:ext>
              </a:extLst>
            </p:cNvPr>
            <p:cNvSpPr/>
            <p:nvPr/>
          </p:nvSpPr>
          <p:spPr>
            <a:xfrm>
              <a:off x="1133666" y="2471990"/>
              <a:ext cx="64265" cy="27941"/>
            </a:xfrm>
            <a:custGeom>
              <a:avLst/>
              <a:gdLst>
                <a:gd name="connsiteX0" fmla="*/ 33183 w 64264"/>
                <a:gd name="connsiteY0" fmla="*/ 4331 h 27941"/>
                <a:gd name="connsiteX1" fmla="*/ 61962 w 64264"/>
                <a:gd name="connsiteY1" fmla="*/ 25846 h 27941"/>
                <a:gd name="connsiteX2" fmla="*/ 63080 w 64264"/>
                <a:gd name="connsiteY2" fmla="*/ 26684 h 27941"/>
                <a:gd name="connsiteX3" fmla="*/ 63080 w 64264"/>
                <a:gd name="connsiteY3" fmla="*/ 26684 h 27941"/>
                <a:gd name="connsiteX4" fmla="*/ 64198 w 64264"/>
                <a:gd name="connsiteY4" fmla="*/ 25287 h 27941"/>
                <a:gd name="connsiteX5" fmla="*/ 33183 w 64264"/>
                <a:gd name="connsiteY5" fmla="*/ 2096 h 27941"/>
                <a:gd name="connsiteX6" fmla="*/ 2168 w 64264"/>
                <a:gd name="connsiteY6" fmla="*/ 25287 h 27941"/>
                <a:gd name="connsiteX7" fmla="*/ 3286 w 64264"/>
                <a:gd name="connsiteY7" fmla="*/ 26684 h 27941"/>
                <a:gd name="connsiteX8" fmla="*/ 3286 w 64264"/>
                <a:gd name="connsiteY8" fmla="*/ 26684 h 27941"/>
                <a:gd name="connsiteX9" fmla="*/ 4404 w 64264"/>
                <a:gd name="connsiteY9" fmla="*/ 25846 h 27941"/>
                <a:gd name="connsiteX10" fmla="*/ 33183 w 64264"/>
                <a:gd name="connsiteY10" fmla="*/ 4331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7941">
                  <a:moveTo>
                    <a:pt x="33183" y="4331"/>
                  </a:moveTo>
                  <a:cubicBezTo>
                    <a:pt x="46874" y="4331"/>
                    <a:pt x="58050" y="13272"/>
                    <a:pt x="61962" y="25846"/>
                  </a:cubicBezTo>
                  <a:cubicBezTo>
                    <a:pt x="62242" y="26404"/>
                    <a:pt x="62521" y="26684"/>
                    <a:pt x="63080" y="26684"/>
                  </a:cubicBezTo>
                  <a:lnTo>
                    <a:pt x="63080" y="26684"/>
                  </a:lnTo>
                  <a:cubicBezTo>
                    <a:pt x="63918" y="26684"/>
                    <a:pt x="64477" y="25846"/>
                    <a:pt x="64198" y="25287"/>
                  </a:cubicBezTo>
                  <a:cubicBezTo>
                    <a:pt x="60286" y="11875"/>
                    <a:pt x="47992" y="2096"/>
                    <a:pt x="33183" y="2096"/>
                  </a:cubicBezTo>
                  <a:cubicBezTo>
                    <a:pt x="18654" y="2096"/>
                    <a:pt x="6080" y="11875"/>
                    <a:pt x="2168" y="25287"/>
                  </a:cubicBezTo>
                  <a:cubicBezTo>
                    <a:pt x="1889" y="26125"/>
                    <a:pt x="2448" y="26684"/>
                    <a:pt x="3286" y="26684"/>
                  </a:cubicBezTo>
                  <a:lnTo>
                    <a:pt x="3286" y="26684"/>
                  </a:lnTo>
                  <a:cubicBezTo>
                    <a:pt x="3845" y="26684"/>
                    <a:pt x="4404" y="26404"/>
                    <a:pt x="4404" y="25846"/>
                  </a:cubicBezTo>
                  <a:cubicBezTo>
                    <a:pt x="8036" y="13272"/>
                    <a:pt x="19492" y="4331"/>
                    <a:pt x="33183" y="4331"/>
                  </a:cubicBezTo>
                  <a:close/>
                </a:path>
              </a:pathLst>
            </a:custGeom>
            <a:solidFill>
              <a:srgbClr val="A488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D69B86F3-1C75-724E-CAA4-5A004F632C74}"/>
                </a:ext>
              </a:extLst>
            </p:cNvPr>
            <p:cNvSpPr/>
            <p:nvPr/>
          </p:nvSpPr>
          <p:spPr>
            <a:xfrm>
              <a:off x="1127841" y="2504961"/>
              <a:ext cx="75441" cy="39118"/>
            </a:xfrm>
            <a:custGeom>
              <a:avLst/>
              <a:gdLst>
                <a:gd name="connsiteX0" fmla="*/ 72258 w 75441"/>
                <a:gd name="connsiteY0" fmla="*/ 2096 h 39117"/>
                <a:gd name="connsiteX1" fmla="*/ 68626 w 75441"/>
                <a:gd name="connsiteY1" fmla="*/ 5169 h 39117"/>
                <a:gd name="connsiteX2" fmla="*/ 39008 w 75441"/>
                <a:gd name="connsiteY2" fmla="*/ 31154 h 39117"/>
                <a:gd name="connsiteX3" fmla="*/ 9391 w 75441"/>
                <a:gd name="connsiteY3" fmla="*/ 5169 h 39117"/>
                <a:gd name="connsiteX4" fmla="*/ 5758 w 75441"/>
                <a:gd name="connsiteY4" fmla="*/ 2096 h 39117"/>
                <a:gd name="connsiteX5" fmla="*/ 5758 w 75441"/>
                <a:gd name="connsiteY5" fmla="*/ 2096 h 39117"/>
                <a:gd name="connsiteX6" fmla="*/ 2126 w 75441"/>
                <a:gd name="connsiteY6" fmla="*/ 6007 h 39117"/>
                <a:gd name="connsiteX7" fmla="*/ 39008 w 75441"/>
                <a:gd name="connsiteY7" fmla="*/ 38140 h 39117"/>
                <a:gd name="connsiteX8" fmla="*/ 75891 w 75441"/>
                <a:gd name="connsiteY8" fmla="*/ 6007 h 39117"/>
                <a:gd name="connsiteX9" fmla="*/ 72258 w 75441"/>
                <a:gd name="connsiteY9" fmla="*/ 2096 h 39117"/>
                <a:gd name="connsiteX10" fmla="*/ 72258 w 75441"/>
                <a:gd name="connsiteY10" fmla="*/ 2096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441" h="39117">
                  <a:moveTo>
                    <a:pt x="72258" y="2096"/>
                  </a:moveTo>
                  <a:cubicBezTo>
                    <a:pt x="70582" y="2096"/>
                    <a:pt x="68905" y="3493"/>
                    <a:pt x="68626" y="5169"/>
                  </a:cubicBezTo>
                  <a:cubicBezTo>
                    <a:pt x="66670" y="19699"/>
                    <a:pt x="54097" y="31154"/>
                    <a:pt x="39008" y="31154"/>
                  </a:cubicBezTo>
                  <a:cubicBezTo>
                    <a:pt x="23920" y="31154"/>
                    <a:pt x="11347" y="19978"/>
                    <a:pt x="9391" y="5169"/>
                  </a:cubicBezTo>
                  <a:cubicBezTo>
                    <a:pt x="9111" y="3493"/>
                    <a:pt x="7714" y="2096"/>
                    <a:pt x="5758" y="2096"/>
                  </a:cubicBezTo>
                  <a:lnTo>
                    <a:pt x="5758" y="2096"/>
                  </a:lnTo>
                  <a:cubicBezTo>
                    <a:pt x="3523" y="2096"/>
                    <a:pt x="1847" y="4051"/>
                    <a:pt x="2126" y="6007"/>
                  </a:cubicBezTo>
                  <a:cubicBezTo>
                    <a:pt x="4641" y="24169"/>
                    <a:pt x="20008" y="38140"/>
                    <a:pt x="39008" y="38140"/>
                  </a:cubicBezTo>
                  <a:cubicBezTo>
                    <a:pt x="57729" y="38140"/>
                    <a:pt x="73376" y="24169"/>
                    <a:pt x="75891" y="6007"/>
                  </a:cubicBezTo>
                  <a:cubicBezTo>
                    <a:pt x="75891" y="4051"/>
                    <a:pt x="74214" y="2096"/>
                    <a:pt x="72258" y="2096"/>
                  </a:cubicBezTo>
                  <a:lnTo>
                    <a:pt x="72258" y="2096"/>
                  </a:lnTo>
                  <a:close/>
                </a:path>
              </a:pathLst>
            </a:custGeom>
            <a:solidFill>
              <a:srgbClr val="6056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446A1BA9-3FB9-897A-951B-22916155B158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5EEB2C26-368A-BFA5-AED1-9D3B148B2205}"/>
                </a:ext>
              </a:extLst>
            </p:cNvPr>
            <p:cNvSpPr/>
            <p:nvPr/>
          </p:nvSpPr>
          <p:spPr>
            <a:xfrm>
              <a:off x="1134504" y="2513623"/>
              <a:ext cx="64265" cy="25147"/>
            </a:xfrm>
            <a:custGeom>
              <a:avLst/>
              <a:gdLst>
                <a:gd name="connsiteX0" fmla="*/ 61403 w 64264"/>
                <a:gd name="connsiteY0" fmla="*/ 2096 h 25147"/>
                <a:gd name="connsiteX1" fmla="*/ 60286 w 64264"/>
                <a:gd name="connsiteY1" fmla="*/ 2934 h 25147"/>
                <a:gd name="connsiteX2" fmla="*/ 32345 w 64264"/>
                <a:gd name="connsiteY2" fmla="*/ 22493 h 25147"/>
                <a:gd name="connsiteX3" fmla="*/ 4404 w 64264"/>
                <a:gd name="connsiteY3" fmla="*/ 2934 h 25147"/>
                <a:gd name="connsiteX4" fmla="*/ 3286 w 64264"/>
                <a:gd name="connsiteY4" fmla="*/ 2096 h 25147"/>
                <a:gd name="connsiteX5" fmla="*/ 3286 w 64264"/>
                <a:gd name="connsiteY5" fmla="*/ 2096 h 25147"/>
                <a:gd name="connsiteX6" fmla="*/ 2168 w 64264"/>
                <a:gd name="connsiteY6" fmla="*/ 3772 h 25147"/>
                <a:gd name="connsiteX7" fmla="*/ 32345 w 64264"/>
                <a:gd name="connsiteY7" fmla="*/ 24728 h 25147"/>
                <a:gd name="connsiteX8" fmla="*/ 62521 w 64264"/>
                <a:gd name="connsiteY8" fmla="*/ 3772 h 25147"/>
                <a:gd name="connsiteX9" fmla="*/ 61403 w 64264"/>
                <a:gd name="connsiteY9" fmla="*/ 2096 h 25147"/>
                <a:gd name="connsiteX10" fmla="*/ 61403 w 64264"/>
                <a:gd name="connsiteY10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5147">
                  <a:moveTo>
                    <a:pt x="61403" y="2096"/>
                  </a:moveTo>
                  <a:cubicBezTo>
                    <a:pt x="60845" y="2096"/>
                    <a:pt x="60565" y="2375"/>
                    <a:pt x="60286" y="2934"/>
                  </a:cubicBezTo>
                  <a:cubicBezTo>
                    <a:pt x="56095" y="14390"/>
                    <a:pt x="45198" y="22493"/>
                    <a:pt x="32345" y="22493"/>
                  </a:cubicBezTo>
                  <a:cubicBezTo>
                    <a:pt x="19492" y="22493"/>
                    <a:pt x="8595" y="14390"/>
                    <a:pt x="4404" y="2934"/>
                  </a:cubicBezTo>
                  <a:cubicBezTo>
                    <a:pt x="4124" y="2375"/>
                    <a:pt x="3845" y="2096"/>
                    <a:pt x="3286" y="2096"/>
                  </a:cubicBezTo>
                  <a:lnTo>
                    <a:pt x="3286" y="2096"/>
                  </a:lnTo>
                  <a:cubicBezTo>
                    <a:pt x="2448" y="2096"/>
                    <a:pt x="1889" y="2934"/>
                    <a:pt x="2168" y="3772"/>
                  </a:cubicBezTo>
                  <a:cubicBezTo>
                    <a:pt x="6639" y="16066"/>
                    <a:pt x="18654" y="24728"/>
                    <a:pt x="32345" y="24728"/>
                  </a:cubicBezTo>
                  <a:cubicBezTo>
                    <a:pt x="46315" y="24728"/>
                    <a:pt x="58050" y="16066"/>
                    <a:pt x="62521" y="3772"/>
                  </a:cubicBezTo>
                  <a:cubicBezTo>
                    <a:pt x="62800" y="2934"/>
                    <a:pt x="62242" y="2096"/>
                    <a:pt x="61403" y="2096"/>
                  </a:cubicBezTo>
                  <a:lnTo>
                    <a:pt x="61403" y="2096"/>
                  </a:ln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DBB19B1E-B727-9AF6-80DB-DA308B6C03C9}"/>
                </a:ext>
              </a:extLst>
            </p:cNvPr>
            <p:cNvSpPr/>
            <p:nvPr/>
          </p:nvSpPr>
          <p:spPr>
            <a:xfrm>
              <a:off x="1163356" y="2482887"/>
              <a:ext cx="5588" cy="27941"/>
            </a:xfrm>
            <a:custGeom>
              <a:avLst/>
              <a:gdLst>
                <a:gd name="connsiteX0" fmla="*/ 3493 w 5588"/>
                <a:gd name="connsiteY0" fmla="*/ 25846 h 27941"/>
                <a:gd name="connsiteX1" fmla="*/ 3493 w 5588"/>
                <a:gd name="connsiteY1" fmla="*/ 25846 h 27941"/>
                <a:gd name="connsiteX2" fmla="*/ 2096 w 5588"/>
                <a:gd name="connsiteY2" fmla="*/ 24448 h 27941"/>
                <a:gd name="connsiteX3" fmla="*/ 2096 w 5588"/>
                <a:gd name="connsiteY3" fmla="*/ 3493 h 27941"/>
                <a:gd name="connsiteX4" fmla="*/ 3493 w 5588"/>
                <a:gd name="connsiteY4" fmla="*/ 2096 h 27941"/>
                <a:gd name="connsiteX5" fmla="*/ 3493 w 5588"/>
                <a:gd name="connsiteY5" fmla="*/ 2096 h 27941"/>
                <a:gd name="connsiteX6" fmla="*/ 4890 w 5588"/>
                <a:gd name="connsiteY6" fmla="*/ 3493 h 27941"/>
                <a:gd name="connsiteX7" fmla="*/ 4890 w 5588"/>
                <a:gd name="connsiteY7" fmla="*/ 24448 h 27941"/>
                <a:gd name="connsiteX8" fmla="*/ 3493 w 5588"/>
                <a:gd name="connsiteY8" fmla="*/ 25846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" h="27941">
                  <a:moveTo>
                    <a:pt x="3493" y="25846"/>
                  </a:moveTo>
                  <a:lnTo>
                    <a:pt x="3493" y="25846"/>
                  </a:lnTo>
                  <a:cubicBezTo>
                    <a:pt x="2654" y="25846"/>
                    <a:pt x="2096" y="25287"/>
                    <a:pt x="2096" y="24448"/>
                  </a:cubicBezTo>
                  <a:lnTo>
                    <a:pt x="2096" y="3493"/>
                  </a:lnTo>
                  <a:cubicBezTo>
                    <a:pt x="2096" y="2654"/>
                    <a:pt x="2654" y="2096"/>
                    <a:pt x="3493" y="2096"/>
                  </a:cubicBezTo>
                  <a:lnTo>
                    <a:pt x="3493" y="2096"/>
                  </a:lnTo>
                  <a:cubicBezTo>
                    <a:pt x="4331" y="2096"/>
                    <a:pt x="4890" y="2654"/>
                    <a:pt x="4890" y="3493"/>
                  </a:cubicBezTo>
                  <a:lnTo>
                    <a:pt x="4890" y="24448"/>
                  </a:lnTo>
                  <a:cubicBezTo>
                    <a:pt x="4890" y="25287"/>
                    <a:pt x="4051" y="25846"/>
                    <a:pt x="3493" y="2584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AD8B0DF4-DFCC-C825-000E-BB924787BE5B}"/>
                </a:ext>
              </a:extLst>
            </p:cNvPr>
            <p:cNvSpPr/>
            <p:nvPr/>
          </p:nvSpPr>
          <p:spPr>
            <a:xfrm>
              <a:off x="1163246" y="2503939"/>
              <a:ext cx="19559" cy="16765"/>
            </a:xfrm>
            <a:custGeom>
              <a:avLst/>
              <a:gdLst>
                <a:gd name="connsiteX0" fmla="*/ 2485 w 19558"/>
                <a:gd name="connsiteY0" fmla="*/ 2559 h 16764"/>
                <a:gd name="connsiteX1" fmla="*/ 2485 w 19558"/>
                <a:gd name="connsiteY1" fmla="*/ 2559 h 16764"/>
                <a:gd name="connsiteX2" fmla="*/ 4441 w 19558"/>
                <a:gd name="connsiteY2" fmla="*/ 2279 h 16764"/>
                <a:gd name="connsiteX3" fmla="*/ 17294 w 19558"/>
                <a:gd name="connsiteY3" fmla="*/ 13176 h 16764"/>
                <a:gd name="connsiteX4" fmla="*/ 17573 w 19558"/>
                <a:gd name="connsiteY4" fmla="*/ 15132 h 16764"/>
                <a:gd name="connsiteX5" fmla="*/ 17573 w 19558"/>
                <a:gd name="connsiteY5" fmla="*/ 15132 h 16764"/>
                <a:gd name="connsiteX6" fmla="*/ 15617 w 19558"/>
                <a:gd name="connsiteY6" fmla="*/ 15411 h 16764"/>
                <a:gd name="connsiteX7" fmla="*/ 2764 w 19558"/>
                <a:gd name="connsiteY7" fmla="*/ 4514 h 16764"/>
                <a:gd name="connsiteX8" fmla="*/ 2485 w 19558"/>
                <a:gd name="connsiteY8" fmla="*/ 2559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58" h="16764">
                  <a:moveTo>
                    <a:pt x="2485" y="2559"/>
                  </a:moveTo>
                  <a:lnTo>
                    <a:pt x="2485" y="2559"/>
                  </a:lnTo>
                  <a:cubicBezTo>
                    <a:pt x="3044" y="2000"/>
                    <a:pt x="3882" y="2000"/>
                    <a:pt x="4441" y="2279"/>
                  </a:cubicBezTo>
                  <a:lnTo>
                    <a:pt x="17294" y="13176"/>
                  </a:lnTo>
                  <a:cubicBezTo>
                    <a:pt x="17853" y="13735"/>
                    <a:pt x="17853" y="14573"/>
                    <a:pt x="17573" y="15132"/>
                  </a:cubicBezTo>
                  <a:lnTo>
                    <a:pt x="17573" y="15132"/>
                  </a:lnTo>
                  <a:cubicBezTo>
                    <a:pt x="17014" y="15691"/>
                    <a:pt x="16176" y="15691"/>
                    <a:pt x="15617" y="15411"/>
                  </a:cubicBezTo>
                  <a:lnTo>
                    <a:pt x="2764" y="4514"/>
                  </a:lnTo>
                  <a:cubicBezTo>
                    <a:pt x="1926" y="4235"/>
                    <a:pt x="1926" y="3397"/>
                    <a:pt x="2485" y="255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5BF11D39-0F43-2C3F-3C75-92DFCEBFC8B5}"/>
                </a:ext>
              </a:extLst>
            </p:cNvPr>
            <p:cNvSpPr/>
            <p:nvPr/>
          </p:nvSpPr>
          <p:spPr>
            <a:xfrm>
              <a:off x="1163915" y="2476182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ED677146-E393-F3E8-12AD-96029FF75852}"/>
                </a:ext>
              </a:extLst>
            </p:cNvPr>
            <p:cNvSpPr/>
            <p:nvPr/>
          </p:nvSpPr>
          <p:spPr>
            <a:xfrm>
              <a:off x="1163915" y="2528711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47D1FBCB-9B59-C6BE-578A-AB5DC06BC1FB}"/>
                </a:ext>
              </a:extLst>
            </p:cNvPr>
            <p:cNvSpPr/>
            <p:nvPr/>
          </p:nvSpPr>
          <p:spPr>
            <a:xfrm>
              <a:off x="1136779" y="2503289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7D5EDB0C-03A3-79CB-442D-03BAE191C6D9}"/>
                </a:ext>
              </a:extLst>
            </p:cNvPr>
            <p:cNvSpPr/>
            <p:nvPr/>
          </p:nvSpPr>
          <p:spPr>
            <a:xfrm>
              <a:off x="1189182" y="2503163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7A0BCB10-5F7E-34AE-EB66-E44FA8A04030}"/>
                </a:ext>
              </a:extLst>
            </p:cNvPr>
            <p:cNvSpPr/>
            <p:nvPr/>
          </p:nvSpPr>
          <p:spPr>
            <a:xfrm>
              <a:off x="1143577" y="2483212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29 w 8382"/>
                <a:gd name="connsiteY2" fmla="*/ 4940 h 8382"/>
                <a:gd name="connsiteX3" fmla="*/ 4938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29" y="4940"/>
                  </a:lnTo>
                  <a:lnTo>
                    <a:pt x="4938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8958ABD8-7D12-33D4-31DC-E3F736DDB16F}"/>
                </a:ext>
              </a:extLst>
            </p:cNvPr>
            <p:cNvSpPr/>
            <p:nvPr/>
          </p:nvSpPr>
          <p:spPr>
            <a:xfrm>
              <a:off x="1180585" y="2520067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30 w 8382"/>
                <a:gd name="connsiteY2" fmla="*/ 4939 h 8382"/>
                <a:gd name="connsiteX3" fmla="*/ 4939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30" y="4939"/>
                  </a:lnTo>
                  <a:lnTo>
                    <a:pt x="4939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27AAD954-80E7-C441-69A4-20ECD0D57691}"/>
                </a:ext>
              </a:extLst>
            </p:cNvPr>
            <p:cNvSpPr/>
            <p:nvPr/>
          </p:nvSpPr>
          <p:spPr>
            <a:xfrm>
              <a:off x="1143589" y="2520283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39 h 8382"/>
                <a:gd name="connsiteX2" fmla="*/ 4939 w 8382"/>
                <a:gd name="connsiteY2" fmla="*/ 2964 h 8382"/>
                <a:gd name="connsiteX3" fmla="*/ 5730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39"/>
                  </a:lnTo>
                  <a:lnTo>
                    <a:pt x="4939" y="2964"/>
                  </a:lnTo>
                  <a:lnTo>
                    <a:pt x="5730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BFA8B836-36DE-3E31-6EE0-A1F34E0F6526}"/>
                </a:ext>
              </a:extLst>
            </p:cNvPr>
            <p:cNvSpPr/>
            <p:nvPr/>
          </p:nvSpPr>
          <p:spPr>
            <a:xfrm>
              <a:off x="1180755" y="2483065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40 h 8382"/>
                <a:gd name="connsiteX2" fmla="*/ 4938 w 8382"/>
                <a:gd name="connsiteY2" fmla="*/ 2964 h 8382"/>
                <a:gd name="connsiteX3" fmla="*/ 5729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40"/>
                  </a:lnTo>
                  <a:lnTo>
                    <a:pt x="4938" y="2964"/>
                  </a:lnTo>
                  <a:lnTo>
                    <a:pt x="5729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4215FFC3-AFA3-7C81-71A6-51264C698096}"/>
                </a:ext>
              </a:extLst>
            </p:cNvPr>
            <p:cNvSpPr/>
            <p:nvPr/>
          </p:nvSpPr>
          <p:spPr>
            <a:xfrm>
              <a:off x="1111106" y="2272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9AC0BDA7-A23A-62DE-CCB6-60C8586D7F43}"/>
                </a:ext>
              </a:extLst>
            </p:cNvPr>
            <p:cNvSpPr/>
            <p:nvPr/>
          </p:nvSpPr>
          <p:spPr>
            <a:xfrm>
              <a:off x="1431311" y="2075506"/>
              <a:ext cx="262646" cy="441470"/>
            </a:xfrm>
            <a:custGeom>
              <a:avLst/>
              <a:gdLst>
                <a:gd name="connsiteX0" fmla="*/ 258874 w 262646"/>
                <a:gd name="connsiteY0" fmla="*/ 441050 h 441469"/>
                <a:gd name="connsiteX1" fmla="*/ 5728 w 262646"/>
                <a:gd name="connsiteY1" fmla="*/ 441050 h 441469"/>
                <a:gd name="connsiteX2" fmla="*/ 2096 w 262646"/>
                <a:gd name="connsiteY2" fmla="*/ 437418 h 441469"/>
                <a:gd name="connsiteX3" fmla="*/ 2096 w 262646"/>
                <a:gd name="connsiteY3" fmla="*/ 5728 h 441469"/>
                <a:gd name="connsiteX4" fmla="*/ 5728 w 262646"/>
                <a:gd name="connsiteY4" fmla="*/ 2096 h 441469"/>
                <a:gd name="connsiteX5" fmla="*/ 258874 w 262646"/>
                <a:gd name="connsiteY5" fmla="*/ 2096 h 441469"/>
                <a:gd name="connsiteX6" fmla="*/ 262507 w 262646"/>
                <a:gd name="connsiteY6" fmla="*/ 5728 h 441469"/>
                <a:gd name="connsiteX7" fmla="*/ 262507 w 262646"/>
                <a:gd name="connsiteY7" fmla="*/ 437139 h 441469"/>
                <a:gd name="connsiteX8" fmla="*/ 258874 w 262646"/>
                <a:gd name="connsiteY8" fmla="*/ 441050 h 44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646" h="441469">
                  <a:moveTo>
                    <a:pt x="258874" y="441050"/>
                  </a:moveTo>
                  <a:lnTo>
                    <a:pt x="5728" y="441050"/>
                  </a:lnTo>
                  <a:cubicBezTo>
                    <a:pt x="3772" y="441050"/>
                    <a:pt x="2096" y="439374"/>
                    <a:pt x="2096" y="437418"/>
                  </a:cubicBezTo>
                  <a:lnTo>
                    <a:pt x="2096" y="5728"/>
                  </a:lnTo>
                  <a:cubicBezTo>
                    <a:pt x="2096" y="3772"/>
                    <a:pt x="3772" y="2096"/>
                    <a:pt x="5728" y="2096"/>
                  </a:cubicBezTo>
                  <a:lnTo>
                    <a:pt x="258874" y="2096"/>
                  </a:lnTo>
                  <a:cubicBezTo>
                    <a:pt x="260830" y="2096"/>
                    <a:pt x="262507" y="3772"/>
                    <a:pt x="262507" y="5728"/>
                  </a:cubicBezTo>
                  <a:lnTo>
                    <a:pt x="262507" y="437139"/>
                  </a:lnTo>
                  <a:cubicBezTo>
                    <a:pt x="262507" y="439374"/>
                    <a:pt x="260830" y="441050"/>
                    <a:pt x="258874" y="44105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87B0BB35-E0FD-EFB9-5659-94C97AFFE2E9}"/>
                </a:ext>
              </a:extLst>
            </p:cNvPr>
            <p:cNvSpPr/>
            <p:nvPr/>
          </p:nvSpPr>
          <p:spPr>
            <a:xfrm>
              <a:off x="1476017" y="2111271"/>
              <a:ext cx="170441" cy="39118"/>
            </a:xfrm>
            <a:custGeom>
              <a:avLst/>
              <a:gdLst>
                <a:gd name="connsiteX0" fmla="*/ 167786 w 170440"/>
                <a:gd name="connsiteY0" fmla="*/ 38978 h 39117"/>
                <a:gd name="connsiteX1" fmla="*/ 4890 w 170440"/>
                <a:gd name="connsiteY1" fmla="*/ 38978 h 39117"/>
                <a:gd name="connsiteX2" fmla="*/ 2096 w 170440"/>
                <a:gd name="connsiteY2" fmla="*/ 36184 h 39117"/>
                <a:gd name="connsiteX3" fmla="*/ 2096 w 170440"/>
                <a:gd name="connsiteY3" fmla="*/ 4890 h 39117"/>
                <a:gd name="connsiteX4" fmla="*/ 4890 w 170440"/>
                <a:gd name="connsiteY4" fmla="*/ 2096 h 39117"/>
                <a:gd name="connsiteX5" fmla="*/ 167786 w 170440"/>
                <a:gd name="connsiteY5" fmla="*/ 2096 h 39117"/>
                <a:gd name="connsiteX6" fmla="*/ 170581 w 170440"/>
                <a:gd name="connsiteY6" fmla="*/ 4890 h 39117"/>
                <a:gd name="connsiteX7" fmla="*/ 170581 w 170440"/>
                <a:gd name="connsiteY7" fmla="*/ 36184 h 39117"/>
                <a:gd name="connsiteX8" fmla="*/ 167786 w 170440"/>
                <a:gd name="connsiteY8" fmla="*/ 38978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0440" h="39117">
                  <a:moveTo>
                    <a:pt x="167786" y="38978"/>
                  </a:moveTo>
                  <a:lnTo>
                    <a:pt x="4890" y="38978"/>
                  </a:lnTo>
                  <a:cubicBezTo>
                    <a:pt x="3213" y="38978"/>
                    <a:pt x="2096" y="37581"/>
                    <a:pt x="2096" y="36184"/>
                  </a:cubicBezTo>
                  <a:lnTo>
                    <a:pt x="2096" y="4890"/>
                  </a:lnTo>
                  <a:cubicBezTo>
                    <a:pt x="2096" y="3213"/>
                    <a:pt x="3493" y="2096"/>
                    <a:pt x="4890" y="2096"/>
                  </a:cubicBezTo>
                  <a:lnTo>
                    <a:pt x="167786" y="2096"/>
                  </a:lnTo>
                  <a:cubicBezTo>
                    <a:pt x="169463" y="2096"/>
                    <a:pt x="170581" y="3493"/>
                    <a:pt x="170581" y="4890"/>
                  </a:cubicBezTo>
                  <a:lnTo>
                    <a:pt x="170581" y="36184"/>
                  </a:lnTo>
                  <a:cubicBezTo>
                    <a:pt x="170581" y="37581"/>
                    <a:pt x="169463" y="38978"/>
                    <a:pt x="167786" y="3897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3336ED4B-1FCE-AF57-3050-A34E9E2EC92E}"/>
                </a:ext>
              </a:extLst>
            </p:cNvPr>
            <p:cNvSpPr/>
            <p:nvPr/>
          </p:nvSpPr>
          <p:spPr>
            <a:xfrm>
              <a:off x="1484679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D7D72B0A-4CC7-B9A3-A6A6-95E1A8CCF019}"/>
                </a:ext>
              </a:extLst>
            </p:cNvPr>
            <p:cNvSpPr/>
            <p:nvPr/>
          </p:nvSpPr>
          <p:spPr>
            <a:xfrm>
              <a:off x="1581355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8A610724-1369-4958-1BED-BDAEBE160370}"/>
                </a:ext>
              </a:extLst>
            </p:cNvPr>
            <p:cNvSpPr/>
            <p:nvPr/>
          </p:nvSpPr>
          <p:spPr>
            <a:xfrm>
              <a:off x="1472385" y="2185315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C8ACFB49-1D02-4A69-EED7-5D755AF408D7}"/>
                </a:ext>
              </a:extLst>
            </p:cNvPr>
            <p:cNvSpPr/>
            <p:nvPr/>
          </p:nvSpPr>
          <p:spPr>
            <a:xfrm>
              <a:off x="1472385" y="2233653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7A7176EF-53FC-31DC-0D11-56CF5BEC0896}"/>
                </a:ext>
              </a:extLst>
            </p:cNvPr>
            <p:cNvSpPr/>
            <p:nvPr/>
          </p:nvSpPr>
          <p:spPr>
            <a:xfrm>
              <a:off x="1511223" y="2280035"/>
              <a:ext cx="106176" cy="8382"/>
            </a:xfrm>
            <a:custGeom>
              <a:avLst/>
              <a:gdLst>
                <a:gd name="connsiteX0" fmla="*/ 2096 w 106176"/>
                <a:gd name="connsiteY0" fmla="*/ 2096 h 8382"/>
                <a:gd name="connsiteX1" fmla="*/ 106316 w 106176"/>
                <a:gd name="connsiteY1" fmla="*/ 2096 h 8382"/>
                <a:gd name="connsiteX2" fmla="*/ 106316 w 106176"/>
                <a:gd name="connsiteY2" fmla="*/ 8522 h 8382"/>
                <a:gd name="connsiteX3" fmla="*/ 2096 w 106176"/>
                <a:gd name="connsiteY3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176" h="8382">
                  <a:moveTo>
                    <a:pt x="2096" y="2096"/>
                  </a:moveTo>
                  <a:lnTo>
                    <a:pt x="106316" y="2096"/>
                  </a:lnTo>
                  <a:lnTo>
                    <a:pt x="106316" y="8522"/>
                  </a:lnTo>
                  <a:lnTo>
                    <a:pt x="2096" y="8522"/>
                  </a:lnTo>
                  <a:close/>
                </a:path>
              </a:pathLst>
            </a:custGeom>
            <a:solidFill>
              <a:srgbClr val="CED2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2D841EC3-1649-CA42-500B-36297AF5887E}"/>
                </a:ext>
              </a:extLst>
            </p:cNvPr>
            <p:cNvSpPr/>
            <p:nvPr/>
          </p:nvSpPr>
          <p:spPr>
            <a:xfrm>
              <a:off x="1866355" y="2360505"/>
              <a:ext cx="399558" cy="75441"/>
            </a:xfrm>
            <a:custGeom>
              <a:avLst/>
              <a:gdLst>
                <a:gd name="connsiteX0" fmla="*/ 363654 w 399557"/>
                <a:gd name="connsiteY0" fmla="*/ 74742 h 75441"/>
                <a:gd name="connsiteX1" fmla="*/ 38419 w 399557"/>
                <a:gd name="connsiteY1" fmla="*/ 74742 h 75441"/>
                <a:gd name="connsiteX2" fmla="*/ 2096 w 399557"/>
                <a:gd name="connsiteY2" fmla="*/ 38419 h 75441"/>
                <a:gd name="connsiteX3" fmla="*/ 2096 w 399557"/>
                <a:gd name="connsiteY3" fmla="*/ 38419 h 75441"/>
                <a:gd name="connsiteX4" fmla="*/ 38419 w 399557"/>
                <a:gd name="connsiteY4" fmla="*/ 2096 h 75441"/>
                <a:gd name="connsiteX5" fmla="*/ 363654 w 399557"/>
                <a:gd name="connsiteY5" fmla="*/ 2096 h 75441"/>
                <a:gd name="connsiteX6" fmla="*/ 399977 w 399557"/>
                <a:gd name="connsiteY6" fmla="*/ 38419 h 75441"/>
                <a:gd name="connsiteX7" fmla="*/ 399977 w 399557"/>
                <a:gd name="connsiteY7" fmla="*/ 38419 h 75441"/>
                <a:gd name="connsiteX8" fmla="*/ 363654 w 399557"/>
                <a:gd name="connsiteY8" fmla="*/ 74742 h 7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557" h="75441">
                  <a:moveTo>
                    <a:pt x="363654" y="74742"/>
                  </a:moveTo>
                  <a:lnTo>
                    <a:pt x="38419" y="74742"/>
                  </a:lnTo>
                  <a:cubicBezTo>
                    <a:pt x="18301" y="74742"/>
                    <a:pt x="2096" y="58537"/>
                    <a:pt x="2096" y="38419"/>
                  </a:cubicBezTo>
                  <a:lnTo>
                    <a:pt x="2096" y="38419"/>
                  </a:lnTo>
                  <a:cubicBezTo>
                    <a:pt x="2096" y="18301"/>
                    <a:pt x="18301" y="2096"/>
                    <a:pt x="38419" y="2096"/>
                  </a:cubicBezTo>
                  <a:lnTo>
                    <a:pt x="363654" y="2096"/>
                  </a:lnTo>
                  <a:cubicBezTo>
                    <a:pt x="383771" y="2096"/>
                    <a:pt x="399977" y="18301"/>
                    <a:pt x="399977" y="38419"/>
                  </a:cubicBezTo>
                  <a:lnTo>
                    <a:pt x="399977" y="38419"/>
                  </a:lnTo>
                  <a:cubicBezTo>
                    <a:pt x="399977" y="58537"/>
                    <a:pt x="383771" y="74742"/>
                    <a:pt x="363654" y="74742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8D8BD4AF-F793-F56A-B1AA-7EB41D22BD80}"/>
                </a:ext>
              </a:extLst>
            </p:cNvPr>
            <p:cNvSpPr/>
            <p:nvPr/>
          </p:nvSpPr>
          <p:spPr>
            <a:xfrm>
              <a:off x="1714076" y="2066565"/>
              <a:ext cx="265441" cy="61470"/>
            </a:xfrm>
            <a:custGeom>
              <a:avLst/>
              <a:gdLst>
                <a:gd name="connsiteX0" fmla="*/ 234286 w 265440"/>
                <a:gd name="connsiteY0" fmla="*/ 61331 h 61470"/>
                <a:gd name="connsiteX1" fmla="*/ 31713 w 265440"/>
                <a:gd name="connsiteY1" fmla="*/ 61331 h 61470"/>
                <a:gd name="connsiteX2" fmla="*/ 2096 w 265440"/>
                <a:gd name="connsiteY2" fmla="*/ 31713 h 61470"/>
                <a:gd name="connsiteX3" fmla="*/ 2096 w 265440"/>
                <a:gd name="connsiteY3" fmla="*/ 31713 h 61470"/>
                <a:gd name="connsiteX4" fmla="*/ 31713 w 265440"/>
                <a:gd name="connsiteY4" fmla="*/ 2096 h 61470"/>
                <a:gd name="connsiteX5" fmla="*/ 234286 w 265440"/>
                <a:gd name="connsiteY5" fmla="*/ 2096 h 61470"/>
                <a:gd name="connsiteX6" fmla="*/ 263904 w 265440"/>
                <a:gd name="connsiteY6" fmla="*/ 31713 h 61470"/>
                <a:gd name="connsiteX7" fmla="*/ 263904 w 265440"/>
                <a:gd name="connsiteY7" fmla="*/ 31713 h 61470"/>
                <a:gd name="connsiteX8" fmla="*/ 234286 w 265440"/>
                <a:gd name="connsiteY8" fmla="*/ 61331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440" h="61470">
                  <a:moveTo>
                    <a:pt x="234286" y="61331"/>
                  </a:moveTo>
                  <a:lnTo>
                    <a:pt x="31713" y="61331"/>
                  </a:lnTo>
                  <a:cubicBezTo>
                    <a:pt x="15228" y="61331"/>
                    <a:pt x="2096" y="47919"/>
                    <a:pt x="2096" y="31713"/>
                  </a:cubicBezTo>
                  <a:lnTo>
                    <a:pt x="2096" y="31713"/>
                  </a:lnTo>
                  <a:cubicBezTo>
                    <a:pt x="2096" y="15228"/>
                    <a:pt x="15507" y="2096"/>
                    <a:pt x="31713" y="2096"/>
                  </a:cubicBezTo>
                  <a:lnTo>
                    <a:pt x="234286" y="2096"/>
                  </a:lnTo>
                  <a:cubicBezTo>
                    <a:pt x="250771" y="2096"/>
                    <a:pt x="263904" y="15507"/>
                    <a:pt x="263904" y="31713"/>
                  </a:cubicBezTo>
                  <a:lnTo>
                    <a:pt x="263904" y="31713"/>
                  </a:lnTo>
                  <a:cubicBezTo>
                    <a:pt x="264183" y="47919"/>
                    <a:pt x="250771" y="61331"/>
                    <a:pt x="234286" y="61331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D606D578-CBB6-1C5E-1A73-ED5F6F0C0253}"/>
                </a:ext>
              </a:extLst>
            </p:cNvPr>
            <p:cNvSpPr/>
            <p:nvPr/>
          </p:nvSpPr>
          <p:spPr>
            <a:xfrm>
              <a:off x="1773590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5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5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B4E78CCD-EAE4-46CA-9E4A-4447F2A16295}"/>
                </a:ext>
              </a:extLst>
            </p:cNvPr>
            <p:cNvSpPr/>
            <p:nvPr/>
          </p:nvSpPr>
          <p:spPr>
            <a:xfrm>
              <a:off x="1837296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6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6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91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6A08247D-6844-2EA1-BE50-6B64E96BE61C}"/>
                </a:ext>
              </a:extLst>
            </p:cNvPr>
            <p:cNvSpPr/>
            <p:nvPr/>
          </p:nvSpPr>
          <p:spPr>
            <a:xfrm>
              <a:off x="1896252" y="2086949"/>
              <a:ext cx="22353" cy="22353"/>
            </a:xfrm>
            <a:custGeom>
              <a:avLst/>
              <a:gdLst>
                <a:gd name="connsiteX0" fmla="*/ 20537 w 22352"/>
                <a:gd name="connsiteY0" fmla="*/ 11329 h 22352"/>
                <a:gd name="connsiteX1" fmla="*/ 11316 w 22352"/>
                <a:gd name="connsiteY1" fmla="*/ 20550 h 22352"/>
                <a:gd name="connsiteX2" fmla="*/ 2096 w 22352"/>
                <a:gd name="connsiteY2" fmla="*/ 11329 h 22352"/>
                <a:gd name="connsiteX3" fmla="*/ 11316 w 22352"/>
                <a:gd name="connsiteY3" fmla="*/ 2109 h 22352"/>
                <a:gd name="connsiteX4" fmla="*/ 20537 w 22352"/>
                <a:gd name="connsiteY4" fmla="*/ 11329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29"/>
                  </a:moveTo>
                  <a:cubicBezTo>
                    <a:pt x="20537" y="16359"/>
                    <a:pt x="16346" y="20550"/>
                    <a:pt x="11316" y="20550"/>
                  </a:cubicBezTo>
                  <a:cubicBezTo>
                    <a:pt x="6287" y="20550"/>
                    <a:pt x="2096" y="16359"/>
                    <a:pt x="2096" y="11329"/>
                  </a:cubicBezTo>
                  <a:cubicBezTo>
                    <a:pt x="2096" y="6300"/>
                    <a:pt x="6287" y="2109"/>
                    <a:pt x="11316" y="2109"/>
                  </a:cubicBezTo>
                  <a:cubicBezTo>
                    <a:pt x="16346" y="1829"/>
                    <a:pt x="20537" y="6021"/>
                    <a:pt x="20537" y="11329"/>
                  </a:cubicBezTo>
                  <a:close/>
                </a:path>
              </a:pathLst>
            </a:custGeom>
            <a:solidFill>
              <a:srgbClr val="E94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57857B45-36AC-AFA7-1527-EE64A7F6BDB2}"/>
                </a:ext>
              </a:extLst>
            </p:cNvPr>
            <p:cNvSpPr/>
            <p:nvPr/>
          </p:nvSpPr>
          <p:spPr>
            <a:xfrm>
              <a:off x="1143518" y="2315520"/>
              <a:ext cx="47500" cy="47500"/>
            </a:xfrm>
            <a:custGeom>
              <a:avLst/>
              <a:gdLst>
                <a:gd name="connsiteX0" fmla="*/ 47360 w 47499"/>
                <a:gd name="connsiteY0" fmla="*/ 24728 h 47499"/>
                <a:gd name="connsiteX1" fmla="*/ 24728 w 47499"/>
                <a:gd name="connsiteY1" fmla="*/ 47360 h 47499"/>
                <a:gd name="connsiteX2" fmla="*/ 2096 w 47499"/>
                <a:gd name="connsiteY2" fmla="*/ 24728 h 47499"/>
                <a:gd name="connsiteX3" fmla="*/ 24728 w 47499"/>
                <a:gd name="connsiteY3" fmla="*/ 2096 h 47499"/>
                <a:gd name="connsiteX4" fmla="*/ 47360 w 47499"/>
                <a:gd name="connsiteY4" fmla="*/ 24728 h 4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99" h="47499">
                  <a:moveTo>
                    <a:pt x="47360" y="24728"/>
                  </a:moveTo>
                  <a:cubicBezTo>
                    <a:pt x="47360" y="37227"/>
                    <a:pt x="37227" y="47360"/>
                    <a:pt x="24728" y="47360"/>
                  </a:cubicBezTo>
                  <a:cubicBezTo>
                    <a:pt x="12228" y="47360"/>
                    <a:pt x="2096" y="37227"/>
                    <a:pt x="2096" y="24728"/>
                  </a:cubicBezTo>
                  <a:cubicBezTo>
                    <a:pt x="2096" y="12228"/>
                    <a:pt x="12228" y="2096"/>
                    <a:pt x="24728" y="2096"/>
                  </a:cubicBezTo>
                  <a:cubicBezTo>
                    <a:pt x="37227" y="2096"/>
                    <a:pt x="47360" y="12228"/>
                    <a:pt x="47360" y="247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E6688479-D4A1-6AD4-8C51-58A1C552159A}"/>
                </a:ext>
              </a:extLst>
            </p:cNvPr>
            <p:cNvSpPr/>
            <p:nvPr/>
          </p:nvSpPr>
          <p:spPr>
            <a:xfrm>
              <a:off x="1132062" y="2301550"/>
              <a:ext cx="72647" cy="67059"/>
            </a:xfrm>
            <a:custGeom>
              <a:avLst/>
              <a:gdLst>
                <a:gd name="connsiteX0" fmla="*/ 59654 w 72646"/>
                <a:gd name="connsiteY0" fmla="*/ 11316 h 67058"/>
                <a:gd name="connsiteX1" fmla="*/ 55743 w 72646"/>
                <a:gd name="connsiteY1" fmla="*/ 11316 h 67058"/>
                <a:gd name="connsiteX2" fmla="*/ 49875 w 72646"/>
                <a:gd name="connsiteY2" fmla="*/ 3213 h 67058"/>
                <a:gd name="connsiteX3" fmla="*/ 47919 w 72646"/>
                <a:gd name="connsiteY3" fmla="*/ 2096 h 67058"/>
                <a:gd name="connsiteX4" fmla="*/ 25007 w 72646"/>
                <a:gd name="connsiteY4" fmla="*/ 2096 h 67058"/>
                <a:gd name="connsiteX5" fmla="*/ 23051 w 72646"/>
                <a:gd name="connsiteY5" fmla="*/ 3213 h 67058"/>
                <a:gd name="connsiteX6" fmla="*/ 17184 w 72646"/>
                <a:gd name="connsiteY6" fmla="*/ 11316 h 67058"/>
                <a:gd name="connsiteX7" fmla="*/ 13272 w 72646"/>
                <a:gd name="connsiteY7" fmla="*/ 11316 h 67058"/>
                <a:gd name="connsiteX8" fmla="*/ 2096 w 72646"/>
                <a:gd name="connsiteY8" fmla="*/ 22493 h 67058"/>
                <a:gd name="connsiteX9" fmla="*/ 2096 w 72646"/>
                <a:gd name="connsiteY9" fmla="*/ 55184 h 67058"/>
                <a:gd name="connsiteX10" fmla="*/ 13272 w 72646"/>
                <a:gd name="connsiteY10" fmla="*/ 66360 h 67058"/>
                <a:gd name="connsiteX11" fmla="*/ 59654 w 72646"/>
                <a:gd name="connsiteY11" fmla="*/ 66360 h 67058"/>
                <a:gd name="connsiteX12" fmla="*/ 70831 w 72646"/>
                <a:gd name="connsiteY12" fmla="*/ 55184 h 67058"/>
                <a:gd name="connsiteX13" fmla="*/ 70831 w 72646"/>
                <a:gd name="connsiteY13" fmla="*/ 22772 h 67058"/>
                <a:gd name="connsiteX14" fmla="*/ 59654 w 72646"/>
                <a:gd name="connsiteY14" fmla="*/ 11316 h 67058"/>
                <a:gd name="connsiteX15" fmla="*/ 36463 w 72646"/>
                <a:gd name="connsiteY15" fmla="*/ 55463 h 67058"/>
                <a:gd name="connsiteX16" fmla="*/ 19698 w 72646"/>
                <a:gd name="connsiteY16" fmla="*/ 38698 h 67058"/>
                <a:gd name="connsiteX17" fmla="*/ 36463 w 72646"/>
                <a:gd name="connsiteY17" fmla="*/ 21934 h 67058"/>
                <a:gd name="connsiteX18" fmla="*/ 53228 w 72646"/>
                <a:gd name="connsiteY18" fmla="*/ 38698 h 67058"/>
                <a:gd name="connsiteX19" fmla="*/ 36463 w 72646"/>
                <a:gd name="connsiteY19" fmla="*/ 55463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2646" h="67058">
                  <a:moveTo>
                    <a:pt x="59654" y="11316"/>
                  </a:moveTo>
                  <a:lnTo>
                    <a:pt x="55743" y="11316"/>
                  </a:lnTo>
                  <a:lnTo>
                    <a:pt x="49875" y="3213"/>
                  </a:lnTo>
                  <a:cubicBezTo>
                    <a:pt x="49316" y="2654"/>
                    <a:pt x="48757" y="2096"/>
                    <a:pt x="47919" y="2096"/>
                  </a:cubicBezTo>
                  <a:lnTo>
                    <a:pt x="25007" y="2096"/>
                  </a:lnTo>
                  <a:cubicBezTo>
                    <a:pt x="24169" y="2096"/>
                    <a:pt x="23610" y="2375"/>
                    <a:pt x="23051" y="3213"/>
                  </a:cubicBezTo>
                  <a:lnTo>
                    <a:pt x="17184" y="11316"/>
                  </a:lnTo>
                  <a:lnTo>
                    <a:pt x="13272" y="11316"/>
                  </a:lnTo>
                  <a:cubicBezTo>
                    <a:pt x="7125" y="11316"/>
                    <a:pt x="2096" y="16346"/>
                    <a:pt x="2096" y="22493"/>
                  </a:cubicBezTo>
                  <a:lnTo>
                    <a:pt x="2096" y="55184"/>
                  </a:lnTo>
                  <a:cubicBezTo>
                    <a:pt x="2096" y="61331"/>
                    <a:pt x="7125" y="66360"/>
                    <a:pt x="13272" y="66360"/>
                  </a:cubicBezTo>
                  <a:lnTo>
                    <a:pt x="59654" y="66360"/>
                  </a:lnTo>
                  <a:cubicBezTo>
                    <a:pt x="65801" y="66360"/>
                    <a:pt x="70831" y="61331"/>
                    <a:pt x="70831" y="55184"/>
                  </a:cubicBezTo>
                  <a:lnTo>
                    <a:pt x="70831" y="22772"/>
                  </a:lnTo>
                  <a:cubicBezTo>
                    <a:pt x="70831" y="16346"/>
                    <a:pt x="65801" y="11316"/>
                    <a:pt x="59654" y="11316"/>
                  </a:cubicBezTo>
                  <a:close/>
                  <a:moveTo>
                    <a:pt x="36463" y="55463"/>
                  </a:moveTo>
                  <a:cubicBezTo>
                    <a:pt x="27243" y="55463"/>
                    <a:pt x="19698" y="47919"/>
                    <a:pt x="19698" y="38698"/>
                  </a:cubicBezTo>
                  <a:cubicBezTo>
                    <a:pt x="19698" y="29478"/>
                    <a:pt x="27243" y="21934"/>
                    <a:pt x="36463" y="21934"/>
                  </a:cubicBezTo>
                  <a:cubicBezTo>
                    <a:pt x="45684" y="21934"/>
                    <a:pt x="53228" y="29478"/>
                    <a:pt x="53228" y="38698"/>
                  </a:cubicBezTo>
                  <a:cubicBezTo>
                    <a:pt x="53228" y="47919"/>
                    <a:pt x="45684" y="55463"/>
                    <a:pt x="36463" y="55463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4" name="Forma libre 53">
              <a:extLst>
                <a:ext uri="{FF2B5EF4-FFF2-40B4-BE49-F238E27FC236}">
                  <a16:creationId xmlns:a16="http://schemas.microsoft.com/office/drawing/2014/main" id="{59E9C2CD-018D-CDBC-31D4-399368D12FEA}"/>
                </a:ext>
              </a:extLst>
            </p:cNvPr>
            <p:cNvSpPr/>
            <p:nvPr/>
          </p:nvSpPr>
          <p:spPr>
            <a:xfrm>
              <a:off x="1155533" y="2327255"/>
              <a:ext cx="25147" cy="25147"/>
            </a:xfrm>
            <a:custGeom>
              <a:avLst/>
              <a:gdLst>
                <a:gd name="connsiteX0" fmla="*/ 23890 w 25147"/>
                <a:gd name="connsiteY0" fmla="*/ 12993 h 25147"/>
                <a:gd name="connsiteX1" fmla="*/ 12993 w 25147"/>
                <a:gd name="connsiteY1" fmla="*/ 23890 h 25147"/>
                <a:gd name="connsiteX2" fmla="*/ 2096 w 25147"/>
                <a:gd name="connsiteY2" fmla="*/ 12993 h 25147"/>
                <a:gd name="connsiteX3" fmla="*/ 12993 w 25147"/>
                <a:gd name="connsiteY3" fmla="*/ 2096 h 25147"/>
                <a:gd name="connsiteX4" fmla="*/ 23890 w 25147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3890" y="12993"/>
                  </a:moveTo>
                  <a:cubicBezTo>
                    <a:pt x="23890" y="19011"/>
                    <a:pt x="19011" y="23890"/>
                    <a:pt x="12993" y="23890"/>
                  </a:cubicBezTo>
                  <a:cubicBezTo>
                    <a:pt x="6974" y="23890"/>
                    <a:pt x="2096" y="19011"/>
                    <a:pt x="2096" y="12993"/>
                  </a:cubicBezTo>
                  <a:cubicBezTo>
                    <a:pt x="2096" y="6974"/>
                    <a:pt x="6974" y="2096"/>
                    <a:pt x="12993" y="2096"/>
                  </a:cubicBezTo>
                  <a:cubicBezTo>
                    <a:pt x="19011" y="2096"/>
                    <a:pt x="23890" y="6974"/>
                    <a:pt x="23890" y="12993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46BF27BD-3566-A297-EEDF-3A7A78DC3EB9}"/>
                </a:ext>
              </a:extLst>
            </p:cNvPr>
            <p:cNvSpPr/>
            <p:nvPr/>
          </p:nvSpPr>
          <p:spPr>
            <a:xfrm>
              <a:off x="1791193" y="2186991"/>
              <a:ext cx="201176" cy="134117"/>
            </a:xfrm>
            <a:custGeom>
              <a:avLst/>
              <a:gdLst>
                <a:gd name="connsiteX0" fmla="*/ 195727 w 201176"/>
                <a:gd name="connsiteY0" fmla="*/ 132860 h 134117"/>
                <a:gd name="connsiteX1" fmla="*/ 7684 w 201176"/>
                <a:gd name="connsiteY1" fmla="*/ 132860 h 134117"/>
                <a:gd name="connsiteX2" fmla="*/ 2096 w 201176"/>
                <a:gd name="connsiteY2" fmla="*/ 127272 h 134117"/>
                <a:gd name="connsiteX3" fmla="*/ 2096 w 201176"/>
                <a:gd name="connsiteY3" fmla="*/ 7684 h 134117"/>
                <a:gd name="connsiteX4" fmla="*/ 7684 w 201176"/>
                <a:gd name="connsiteY4" fmla="*/ 2096 h 134117"/>
                <a:gd name="connsiteX5" fmla="*/ 195727 w 201176"/>
                <a:gd name="connsiteY5" fmla="*/ 2096 h 134117"/>
                <a:gd name="connsiteX6" fmla="*/ 201316 w 201176"/>
                <a:gd name="connsiteY6" fmla="*/ 7684 h 134117"/>
                <a:gd name="connsiteX7" fmla="*/ 201316 w 201176"/>
                <a:gd name="connsiteY7" fmla="*/ 127272 h 134117"/>
                <a:gd name="connsiteX8" fmla="*/ 195727 w 201176"/>
                <a:gd name="connsiteY8" fmla="*/ 132860 h 13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176" h="134117">
                  <a:moveTo>
                    <a:pt x="195727" y="132860"/>
                  </a:moveTo>
                  <a:lnTo>
                    <a:pt x="7684" y="132860"/>
                  </a:lnTo>
                  <a:cubicBezTo>
                    <a:pt x="4610" y="132860"/>
                    <a:pt x="2096" y="130345"/>
                    <a:pt x="2096" y="127272"/>
                  </a:cubicBezTo>
                  <a:lnTo>
                    <a:pt x="2096" y="7684"/>
                  </a:lnTo>
                  <a:cubicBezTo>
                    <a:pt x="2096" y="4610"/>
                    <a:pt x="4610" y="2096"/>
                    <a:pt x="7684" y="2096"/>
                  </a:cubicBezTo>
                  <a:lnTo>
                    <a:pt x="195727" y="2096"/>
                  </a:lnTo>
                  <a:cubicBezTo>
                    <a:pt x="198801" y="2096"/>
                    <a:pt x="201316" y="4610"/>
                    <a:pt x="201316" y="7684"/>
                  </a:cubicBezTo>
                  <a:lnTo>
                    <a:pt x="201316" y="127272"/>
                  </a:lnTo>
                  <a:cubicBezTo>
                    <a:pt x="201316" y="130345"/>
                    <a:pt x="198801" y="132860"/>
                    <a:pt x="195727" y="13286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B8DED4E9-F563-C69F-A84F-49F2D0727263}"/>
                </a:ext>
              </a:extLst>
            </p:cNvPr>
            <p:cNvSpPr/>
            <p:nvPr/>
          </p:nvSpPr>
          <p:spPr>
            <a:xfrm>
              <a:off x="1808682" y="2198053"/>
              <a:ext cx="167647" cy="55882"/>
            </a:xfrm>
            <a:custGeom>
              <a:avLst/>
              <a:gdLst>
                <a:gd name="connsiteX0" fmla="*/ 84357 w 167646"/>
                <a:gd name="connsiteY0" fmla="*/ 55298 h 55882"/>
                <a:gd name="connsiteX1" fmla="*/ 84077 w 167646"/>
                <a:gd name="connsiteY1" fmla="*/ 55298 h 55882"/>
                <a:gd name="connsiteX2" fmla="*/ 81563 w 167646"/>
                <a:gd name="connsiteY2" fmla="*/ 54739 h 55882"/>
                <a:gd name="connsiteX3" fmla="*/ 4725 w 167646"/>
                <a:gd name="connsiteY3" fmla="*/ 11989 h 55882"/>
                <a:gd name="connsiteX4" fmla="*/ 2769 w 167646"/>
                <a:gd name="connsiteY4" fmla="*/ 4724 h 55882"/>
                <a:gd name="connsiteX5" fmla="*/ 10033 w 167646"/>
                <a:gd name="connsiteY5" fmla="*/ 2769 h 55882"/>
                <a:gd name="connsiteX6" fmla="*/ 84636 w 167646"/>
                <a:gd name="connsiteY6" fmla="*/ 44121 h 55882"/>
                <a:gd name="connsiteX7" fmla="*/ 159239 w 167646"/>
                <a:gd name="connsiteY7" fmla="*/ 2769 h 55882"/>
                <a:gd name="connsiteX8" fmla="*/ 166504 w 167646"/>
                <a:gd name="connsiteY8" fmla="*/ 4724 h 55882"/>
                <a:gd name="connsiteX9" fmla="*/ 164548 w 167646"/>
                <a:gd name="connsiteY9" fmla="*/ 11989 h 55882"/>
                <a:gd name="connsiteX10" fmla="*/ 87710 w 167646"/>
                <a:gd name="connsiteY10" fmla="*/ 54739 h 55882"/>
                <a:gd name="connsiteX11" fmla="*/ 84357 w 167646"/>
                <a:gd name="connsiteY11" fmla="*/ 55298 h 5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646" h="55882">
                  <a:moveTo>
                    <a:pt x="84357" y="55298"/>
                  </a:moveTo>
                  <a:lnTo>
                    <a:pt x="84077" y="55298"/>
                  </a:lnTo>
                  <a:cubicBezTo>
                    <a:pt x="83239" y="55298"/>
                    <a:pt x="82401" y="55018"/>
                    <a:pt x="81563" y="54739"/>
                  </a:cubicBezTo>
                  <a:lnTo>
                    <a:pt x="4725" y="11989"/>
                  </a:lnTo>
                  <a:cubicBezTo>
                    <a:pt x="2210" y="10592"/>
                    <a:pt x="1372" y="7519"/>
                    <a:pt x="2769" y="4724"/>
                  </a:cubicBezTo>
                  <a:cubicBezTo>
                    <a:pt x="4166" y="2210"/>
                    <a:pt x="7239" y="1372"/>
                    <a:pt x="10033" y="2769"/>
                  </a:cubicBezTo>
                  <a:lnTo>
                    <a:pt x="84636" y="44121"/>
                  </a:lnTo>
                  <a:lnTo>
                    <a:pt x="159239" y="2769"/>
                  </a:lnTo>
                  <a:cubicBezTo>
                    <a:pt x="161754" y="1372"/>
                    <a:pt x="164827" y="2210"/>
                    <a:pt x="166504" y="4724"/>
                  </a:cubicBezTo>
                  <a:cubicBezTo>
                    <a:pt x="167901" y="7239"/>
                    <a:pt x="167062" y="10313"/>
                    <a:pt x="164548" y="11989"/>
                  </a:cubicBezTo>
                  <a:lnTo>
                    <a:pt x="87710" y="54739"/>
                  </a:lnTo>
                  <a:cubicBezTo>
                    <a:pt x="86033" y="55018"/>
                    <a:pt x="85195" y="55298"/>
                    <a:pt x="84357" y="55298"/>
                  </a:cubicBezTo>
                  <a:close/>
                </a:path>
              </a:pathLst>
            </a:custGeom>
            <a:solidFill>
              <a:srgbClr val="E94B4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DE57292B-B3CD-7E01-00C4-FB6E5AFD760B}"/>
                </a:ext>
              </a:extLst>
            </p:cNvPr>
            <p:cNvSpPr/>
            <p:nvPr/>
          </p:nvSpPr>
          <p:spPr>
            <a:xfrm>
              <a:off x="2035398" y="1984418"/>
              <a:ext cx="251470" cy="324117"/>
            </a:xfrm>
            <a:custGeom>
              <a:avLst/>
              <a:gdLst>
                <a:gd name="connsiteX0" fmla="*/ 244345 w 251470"/>
                <a:gd name="connsiteY0" fmla="*/ 322021 h 324116"/>
                <a:gd name="connsiteX1" fmla="*/ 7125 w 251470"/>
                <a:gd name="connsiteY1" fmla="*/ 322021 h 324116"/>
                <a:gd name="connsiteX2" fmla="*/ 2096 w 251470"/>
                <a:gd name="connsiteY2" fmla="*/ 316992 h 324116"/>
                <a:gd name="connsiteX3" fmla="*/ 2096 w 251470"/>
                <a:gd name="connsiteY3" fmla="*/ 7125 h 324116"/>
                <a:gd name="connsiteX4" fmla="*/ 7125 w 251470"/>
                <a:gd name="connsiteY4" fmla="*/ 2096 h 324116"/>
                <a:gd name="connsiteX5" fmla="*/ 244345 w 251470"/>
                <a:gd name="connsiteY5" fmla="*/ 2096 h 324116"/>
                <a:gd name="connsiteX6" fmla="*/ 249374 w 251470"/>
                <a:gd name="connsiteY6" fmla="*/ 7125 h 324116"/>
                <a:gd name="connsiteX7" fmla="*/ 249374 w 251470"/>
                <a:gd name="connsiteY7" fmla="*/ 316713 h 324116"/>
                <a:gd name="connsiteX8" fmla="*/ 244345 w 251470"/>
                <a:gd name="connsiteY8" fmla="*/ 322021 h 32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1470" h="324116">
                  <a:moveTo>
                    <a:pt x="244345" y="322021"/>
                  </a:moveTo>
                  <a:lnTo>
                    <a:pt x="7125" y="322021"/>
                  </a:lnTo>
                  <a:cubicBezTo>
                    <a:pt x="4331" y="322021"/>
                    <a:pt x="2096" y="319786"/>
                    <a:pt x="2096" y="316992"/>
                  </a:cubicBezTo>
                  <a:lnTo>
                    <a:pt x="2096" y="7125"/>
                  </a:lnTo>
                  <a:cubicBezTo>
                    <a:pt x="2096" y="4331"/>
                    <a:pt x="4331" y="2096"/>
                    <a:pt x="7125" y="2096"/>
                  </a:cubicBezTo>
                  <a:lnTo>
                    <a:pt x="244345" y="2096"/>
                  </a:lnTo>
                  <a:cubicBezTo>
                    <a:pt x="247139" y="2096"/>
                    <a:pt x="249374" y="4331"/>
                    <a:pt x="249374" y="7125"/>
                  </a:cubicBezTo>
                  <a:lnTo>
                    <a:pt x="249374" y="316713"/>
                  </a:lnTo>
                  <a:cubicBezTo>
                    <a:pt x="249654" y="319786"/>
                    <a:pt x="247139" y="322021"/>
                    <a:pt x="244345" y="322021"/>
                  </a:cubicBezTo>
                  <a:close/>
                </a:path>
              </a:pathLst>
            </a:custGeom>
            <a:solidFill>
              <a:srgbClr val="4F4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C3FA4909-B4FB-75C6-AB88-C30A22495AFC}"/>
                </a:ext>
              </a:extLst>
            </p:cNvPr>
            <p:cNvSpPr/>
            <p:nvPr/>
          </p:nvSpPr>
          <p:spPr>
            <a:xfrm>
              <a:off x="2072560" y="202130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0FFBA3D9-8104-4DBD-F376-7E0D18FE58E7}"/>
                </a:ext>
              </a:extLst>
            </p:cNvPr>
            <p:cNvSpPr/>
            <p:nvPr/>
          </p:nvSpPr>
          <p:spPr>
            <a:xfrm>
              <a:off x="2096869" y="2021300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41A9ACEA-1178-3843-1639-46269BA5DD2B}"/>
                </a:ext>
              </a:extLst>
            </p:cNvPr>
            <p:cNvSpPr/>
            <p:nvPr/>
          </p:nvSpPr>
          <p:spPr>
            <a:xfrm>
              <a:off x="2096869" y="2034433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ADA09644-A7FE-7BFD-D923-767DD3290A72}"/>
                </a:ext>
              </a:extLst>
            </p:cNvPr>
            <p:cNvSpPr/>
            <p:nvPr/>
          </p:nvSpPr>
          <p:spPr>
            <a:xfrm>
              <a:off x="2133192" y="2034433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3FA48ACC-17C2-C24D-D2DB-2B412D4A1E1D}"/>
                </a:ext>
              </a:extLst>
            </p:cNvPr>
            <p:cNvSpPr/>
            <p:nvPr/>
          </p:nvSpPr>
          <p:spPr>
            <a:xfrm>
              <a:off x="2096869" y="2098418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C71FD726-878B-A652-354A-4E2BA716C7B5}"/>
                </a:ext>
              </a:extLst>
            </p:cNvPr>
            <p:cNvSpPr/>
            <p:nvPr/>
          </p:nvSpPr>
          <p:spPr>
            <a:xfrm>
              <a:off x="2072560" y="2111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4" name="Forma libre 63">
              <a:extLst>
                <a:ext uri="{FF2B5EF4-FFF2-40B4-BE49-F238E27FC236}">
                  <a16:creationId xmlns:a16="http://schemas.microsoft.com/office/drawing/2014/main" id="{03C83368-1498-AAA0-415C-37DFF909515C}"/>
                </a:ext>
              </a:extLst>
            </p:cNvPr>
            <p:cNvSpPr/>
            <p:nvPr/>
          </p:nvSpPr>
          <p:spPr>
            <a:xfrm>
              <a:off x="2096869" y="2111550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0B64B031-ED94-CBC0-1B34-FF4F4A55D339}"/>
                </a:ext>
              </a:extLst>
            </p:cNvPr>
            <p:cNvSpPr/>
            <p:nvPr/>
          </p:nvSpPr>
          <p:spPr>
            <a:xfrm>
              <a:off x="2133192" y="2111550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46768F7B-0B16-FA42-C348-C71B98F3A6AD}"/>
                </a:ext>
              </a:extLst>
            </p:cNvPr>
            <p:cNvSpPr/>
            <p:nvPr/>
          </p:nvSpPr>
          <p:spPr>
            <a:xfrm>
              <a:off x="2096869" y="2047565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AC694DAB-68BC-8EED-55BB-26E122C06377}"/>
                </a:ext>
              </a:extLst>
            </p:cNvPr>
            <p:cNvSpPr/>
            <p:nvPr/>
          </p:nvSpPr>
          <p:spPr>
            <a:xfrm>
              <a:off x="2162530" y="2060697"/>
              <a:ext cx="33529" cy="8382"/>
            </a:xfrm>
            <a:custGeom>
              <a:avLst/>
              <a:gdLst>
                <a:gd name="connsiteX0" fmla="*/ 31993 w 33529"/>
                <a:gd name="connsiteY0" fmla="*/ 8243 h 8382"/>
                <a:gd name="connsiteX1" fmla="*/ 2654 w 33529"/>
                <a:gd name="connsiteY1" fmla="*/ 8243 h 8382"/>
                <a:gd name="connsiteX2" fmla="*/ 2096 w 33529"/>
                <a:gd name="connsiteY2" fmla="*/ 7684 h 8382"/>
                <a:gd name="connsiteX3" fmla="*/ 2096 w 33529"/>
                <a:gd name="connsiteY3" fmla="*/ 2654 h 8382"/>
                <a:gd name="connsiteX4" fmla="*/ 2654 w 33529"/>
                <a:gd name="connsiteY4" fmla="*/ 2096 h 8382"/>
                <a:gd name="connsiteX5" fmla="*/ 31993 w 33529"/>
                <a:gd name="connsiteY5" fmla="*/ 2096 h 8382"/>
                <a:gd name="connsiteX6" fmla="*/ 32551 w 33529"/>
                <a:gd name="connsiteY6" fmla="*/ 2654 h 8382"/>
                <a:gd name="connsiteX7" fmla="*/ 32551 w 33529"/>
                <a:gd name="connsiteY7" fmla="*/ 7684 h 8382"/>
                <a:gd name="connsiteX8" fmla="*/ 31993 w 33529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529" h="8382">
                  <a:moveTo>
                    <a:pt x="31993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31993" y="2096"/>
                  </a:lnTo>
                  <a:cubicBezTo>
                    <a:pt x="32272" y="2096"/>
                    <a:pt x="32551" y="2375"/>
                    <a:pt x="32551" y="2654"/>
                  </a:cubicBezTo>
                  <a:lnTo>
                    <a:pt x="32551" y="7684"/>
                  </a:lnTo>
                  <a:cubicBezTo>
                    <a:pt x="32831" y="7963"/>
                    <a:pt x="32551" y="8243"/>
                    <a:pt x="31993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8" name="Forma libre 67">
              <a:extLst>
                <a:ext uri="{FF2B5EF4-FFF2-40B4-BE49-F238E27FC236}">
                  <a16:creationId xmlns:a16="http://schemas.microsoft.com/office/drawing/2014/main" id="{93B69A09-69B1-7CA5-57A0-9E9BE9B92889}"/>
                </a:ext>
              </a:extLst>
            </p:cNvPr>
            <p:cNvSpPr/>
            <p:nvPr/>
          </p:nvSpPr>
          <p:spPr>
            <a:xfrm>
              <a:off x="2096869" y="2060697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6E6C2B80-A570-6652-E532-BC3DB660569C}"/>
                </a:ext>
              </a:extLst>
            </p:cNvPr>
            <p:cNvSpPr/>
            <p:nvPr/>
          </p:nvSpPr>
          <p:spPr>
            <a:xfrm>
              <a:off x="2141295" y="2060697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32B9B93C-3585-4036-DCED-963B072956F2}"/>
                </a:ext>
              </a:extLst>
            </p:cNvPr>
            <p:cNvSpPr/>
            <p:nvPr/>
          </p:nvSpPr>
          <p:spPr>
            <a:xfrm>
              <a:off x="2072560" y="2073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C401A3BC-DFB0-2CF8-1BBF-AC2B256FBFCC}"/>
                </a:ext>
              </a:extLst>
            </p:cNvPr>
            <p:cNvSpPr/>
            <p:nvPr/>
          </p:nvSpPr>
          <p:spPr>
            <a:xfrm>
              <a:off x="2096869" y="2073550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9D65640A-91CF-2CF7-AA45-611A77326EFD}"/>
                </a:ext>
              </a:extLst>
            </p:cNvPr>
            <p:cNvSpPr/>
            <p:nvPr/>
          </p:nvSpPr>
          <p:spPr>
            <a:xfrm>
              <a:off x="2072560" y="2123844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FF36BB2D-6EA9-35C7-21FC-5A36B41326FA}"/>
                </a:ext>
              </a:extLst>
            </p:cNvPr>
            <p:cNvSpPr/>
            <p:nvPr/>
          </p:nvSpPr>
          <p:spPr>
            <a:xfrm>
              <a:off x="2162251" y="2123565"/>
              <a:ext cx="44706" cy="8382"/>
            </a:xfrm>
            <a:custGeom>
              <a:avLst/>
              <a:gdLst>
                <a:gd name="connsiteX0" fmla="*/ 44007 w 44705"/>
                <a:gd name="connsiteY0" fmla="*/ 8522 h 8382"/>
                <a:gd name="connsiteX1" fmla="*/ 2934 w 44705"/>
                <a:gd name="connsiteY1" fmla="*/ 8522 h 8382"/>
                <a:gd name="connsiteX2" fmla="*/ 2096 w 44705"/>
                <a:gd name="connsiteY2" fmla="*/ 7684 h 8382"/>
                <a:gd name="connsiteX3" fmla="*/ 2096 w 44705"/>
                <a:gd name="connsiteY3" fmla="*/ 2934 h 8382"/>
                <a:gd name="connsiteX4" fmla="*/ 2934 w 44705"/>
                <a:gd name="connsiteY4" fmla="*/ 2096 h 8382"/>
                <a:gd name="connsiteX5" fmla="*/ 44007 w 44705"/>
                <a:gd name="connsiteY5" fmla="*/ 2096 h 8382"/>
                <a:gd name="connsiteX6" fmla="*/ 44846 w 44705"/>
                <a:gd name="connsiteY6" fmla="*/ 2934 h 8382"/>
                <a:gd name="connsiteX7" fmla="*/ 44846 w 44705"/>
                <a:gd name="connsiteY7" fmla="*/ 7684 h 8382"/>
                <a:gd name="connsiteX8" fmla="*/ 44007 w 44705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4007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4007" y="2096"/>
                  </a:lnTo>
                  <a:cubicBezTo>
                    <a:pt x="44566" y="2096"/>
                    <a:pt x="44846" y="2375"/>
                    <a:pt x="44846" y="2934"/>
                  </a:cubicBezTo>
                  <a:lnTo>
                    <a:pt x="44846" y="7684"/>
                  </a:lnTo>
                  <a:cubicBezTo>
                    <a:pt x="44846" y="8243"/>
                    <a:pt x="44566" y="8522"/>
                    <a:pt x="44007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4" name="Forma libre 73">
              <a:extLst>
                <a:ext uri="{FF2B5EF4-FFF2-40B4-BE49-F238E27FC236}">
                  <a16:creationId xmlns:a16="http://schemas.microsoft.com/office/drawing/2014/main" id="{2B3D71B5-2BD6-DB70-2012-C275560DF971}"/>
                </a:ext>
              </a:extLst>
            </p:cNvPr>
            <p:cNvSpPr/>
            <p:nvPr/>
          </p:nvSpPr>
          <p:spPr>
            <a:xfrm>
              <a:off x="2096869" y="2123844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7615DB81-C538-1CC0-BD05-F1D8354F42DF}"/>
                </a:ext>
              </a:extLst>
            </p:cNvPr>
            <p:cNvSpPr/>
            <p:nvPr/>
          </p:nvSpPr>
          <p:spPr>
            <a:xfrm>
              <a:off x="2141295" y="2123844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5B9C8BCF-2FCB-4CE4-7D0A-0AFA7E8ACC51}"/>
                </a:ext>
              </a:extLst>
            </p:cNvPr>
            <p:cNvSpPr/>
            <p:nvPr/>
          </p:nvSpPr>
          <p:spPr>
            <a:xfrm>
              <a:off x="2072560" y="2136697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56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BFA87404-AF97-4B61-7BBD-824FB523AB79}"/>
                </a:ext>
              </a:extLst>
            </p:cNvPr>
            <p:cNvSpPr/>
            <p:nvPr/>
          </p:nvSpPr>
          <p:spPr>
            <a:xfrm>
              <a:off x="2096869" y="2136697"/>
              <a:ext cx="27941" cy="8382"/>
            </a:xfrm>
            <a:custGeom>
              <a:avLst/>
              <a:gdLst>
                <a:gd name="connsiteX0" fmla="*/ 24169 w 27941"/>
                <a:gd name="connsiteY0" fmla="*/ 8243 h 8382"/>
                <a:gd name="connsiteX1" fmla="*/ 3772 w 27941"/>
                <a:gd name="connsiteY1" fmla="*/ 8243 h 8382"/>
                <a:gd name="connsiteX2" fmla="*/ 2096 w 27941"/>
                <a:gd name="connsiteY2" fmla="*/ 5169 h 8382"/>
                <a:gd name="connsiteX3" fmla="*/ 2096 w 27941"/>
                <a:gd name="connsiteY3" fmla="*/ 5169 h 8382"/>
                <a:gd name="connsiteX4" fmla="*/ 3772 w 27941"/>
                <a:gd name="connsiteY4" fmla="*/ 2096 h 8382"/>
                <a:gd name="connsiteX5" fmla="*/ 24169 w 27941"/>
                <a:gd name="connsiteY5" fmla="*/ 2096 h 8382"/>
                <a:gd name="connsiteX6" fmla="*/ 25846 w 27941"/>
                <a:gd name="connsiteY6" fmla="*/ 5169 h 8382"/>
                <a:gd name="connsiteX7" fmla="*/ 25846 w 27941"/>
                <a:gd name="connsiteY7" fmla="*/ 5169 h 8382"/>
                <a:gd name="connsiteX8" fmla="*/ 24169 w 279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41" h="8382">
                  <a:moveTo>
                    <a:pt x="24169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4169" y="2096"/>
                  </a:lnTo>
                  <a:cubicBezTo>
                    <a:pt x="25007" y="2096"/>
                    <a:pt x="25846" y="3493"/>
                    <a:pt x="25846" y="5169"/>
                  </a:cubicBezTo>
                  <a:lnTo>
                    <a:pt x="25846" y="5169"/>
                  </a:lnTo>
                  <a:cubicBezTo>
                    <a:pt x="25846" y="6566"/>
                    <a:pt x="25007" y="8243"/>
                    <a:pt x="24169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B5922A36-4D3E-1088-4748-0EDA01222A44}"/>
                </a:ext>
              </a:extLst>
            </p:cNvPr>
            <p:cNvSpPr/>
            <p:nvPr/>
          </p:nvSpPr>
          <p:spPr>
            <a:xfrm>
              <a:off x="2072560" y="2086682"/>
              <a:ext cx="22353" cy="8382"/>
            </a:xfrm>
            <a:custGeom>
              <a:avLst/>
              <a:gdLst>
                <a:gd name="connsiteX0" fmla="*/ 3772 w 22352"/>
                <a:gd name="connsiteY0" fmla="*/ 8243 h 8382"/>
                <a:gd name="connsiteX1" fmla="*/ 2096 w 22352"/>
                <a:gd name="connsiteY1" fmla="*/ 5169 h 8382"/>
                <a:gd name="connsiteX2" fmla="*/ 2096 w 22352"/>
                <a:gd name="connsiteY2" fmla="*/ 5169 h 8382"/>
                <a:gd name="connsiteX3" fmla="*/ 3772 w 22352"/>
                <a:gd name="connsiteY3" fmla="*/ 2096 h 8382"/>
                <a:gd name="connsiteX4" fmla="*/ 20257 w 22352"/>
                <a:gd name="connsiteY4" fmla="*/ 2096 h 8382"/>
                <a:gd name="connsiteX5" fmla="*/ 21934 w 22352"/>
                <a:gd name="connsiteY5" fmla="*/ 5169 h 8382"/>
                <a:gd name="connsiteX6" fmla="*/ 21934 w 22352"/>
                <a:gd name="connsiteY6" fmla="*/ 5169 h 8382"/>
                <a:gd name="connsiteX7" fmla="*/ 20257 w 22352"/>
                <a:gd name="connsiteY7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52" h="8382">
                  <a:moveTo>
                    <a:pt x="3772" y="8243"/>
                  </a:move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13A18172-1E4D-A5E1-556B-E794BD9C2DD7}"/>
                </a:ext>
              </a:extLst>
            </p:cNvPr>
            <p:cNvSpPr/>
            <p:nvPr/>
          </p:nvSpPr>
          <p:spPr>
            <a:xfrm>
              <a:off x="2162530" y="2086403"/>
              <a:ext cx="50294" cy="8382"/>
            </a:xfrm>
            <a:custGeom>
              <a:avLst/>
              <a:gdLst>
                <a:gd name="connsiteX0" fmla="*/ 49316 w 50294"/>
                <a:gd name="connsiteY0" fmla="*/ 8522 h 8382"/>
                <a:gd name="connsiteX1" fmla="*/ 2934 w 50294"/>
                <a:gd name="connsiteY1" fmla="*/ 8522 h 8382"/>
                <a:gd name="connsiteX2" fmla="*/ 2096 w 50294"/>
                <a:gd name="connsiteY2" fmla="*/ 7684 h 8382"/>
                <a:gd name="connsiteX3" fmla="*/ 2096 w 50294"/>
                <a:gd name="connsiteY3" fmla="*/ 2934 h 8382"/>
                <a:gd name="connsiteX4" fmla="*/ 2934 w 50294"/>
                <a:gd name="connsiteY4" fmla="*/ 2096 h 8382"/>
                <a:gd name="connsiteX5" fmla="*/ 49316 w 50294"/>
                <a:gd name="connsiteY5" fmla="*/ 2096 h 8382"/>
                <a:gd name="connsiteX6" fmla="*/ 50154 w 50294"/>
                <a:gd name="connsiteY6" fmla="*/ 2934 h 8382"/>
                <a:gd name="connsiteX7" fmla="*/ 50154 w 50294"/>
                <a:gd name="connsiteY7" fmla="*/ 7684 h 8382"/>
                <a:gd name="connsiteX8" fmla="*/ 49316 w 50294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9316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9316" y="2096"/>
                  </a:lnTo>
                  <a:cubicBezTo>
                    <a:pt x="49875" y="2096"/>
                    <a:pt x="50154" y="2375"/>
                    <a:pt x="50154" y="2934"/>
                  </a:cubicBezTo>
                  <a:lnTo>
                    <a:pt x="50154" y="7684"/>
                  </a:lnTo>
                  <a:cubicBezTo>
                    <a:pt x="50154" y="7963"/>
                    <a:pt x="49595" y="8522"/>
                    <a:pt x="49316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22415A51-119B-FBAF-5A1B-4AD7B331FB88}"/>
                </a:ext>
              </a:extLst>
            </p:cNvPr>
            <p:cNvSpPr/>
            <p:nvPr/>
          </p:nvSpPr>
          <p:spPr>
            <a:xfrm>
              <a:off x="2096869" y="2086682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1" name="Forma libre 80">
              <a:extLst>
                <a:ext uri="{FF2B5EF4-FFF2-40B4-BE49-F238E27FC236}">
                  <a16:creationId xmlns:a16="http://schemas.microsoft.com/office/drawing/2014/main" id="{FB597708-97F6-65B1-CA80-8E1ED4B6F6EE}"/>
                </a:ext>
              </a:extLst>
            </p:cNvPr>
            <p:cNvSpPr/>
            <p:nvPr/>
          </p:nvSpPr>
          <p:spPr>
            <a:xfrm>
              <a:off x="2141295" y="2086682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F70A36C7-06E1-D34E-EDC7-DBC5F3AD923F}"/>
                </a:ext>
              </a:extLst>
            </p:cNvPr>
            <p:cNvSpPr/>
            <p:nvPr/>
          </p:nvSpPr>
          <p:spPr>
            <a:xfrm>
              <a:off x="2096869" y="2150109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1740752C-F39C-B540-0A0A-E78C9CABC9DE}"/>
                </a:ext>
              </a:extLst>
            </p:cNvPr>
            <p:cNvSpPr/>
            <p:nvPr/>
          </p:nvSpPr>
          <p:spPr>
            <a:xfrm>
              <a:off x="2096869" y="2163241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B1FF7718-1059-28F8-0371-A26C5448AEE1}"/>
                </a:ext>
              </a:extLst>
            </p:cNvPr>
            <p:cNvSpPr/>
            <p:nvPr/>
          </p:nvSpPr>
          <p:spPr>
            <a:xfrm>
              <a:off x="2133192" y="2163241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89F68298-23F4-6AA9-0E1A-7FB4403DEF48}"/>
                </a:ext>
              </a:extLst>
            </p:cNvPr>
            <p:cNvSpPr/>
            <p:nvPr/>
          </p:nvSpPr>
          <p:spPr>
            <a:xfrm>
              <a:off x="2096869" y="2227506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56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97EA6006-91FD-91B4-B52F-46A597C2DC5B}"/>
                </a:ext>
              </a:extLst>
            </p:cNvPr>
            <p:cNvSpPr/>
            <p:nvPr/>
          </p:nvSpPr>
          <p:spPr>
            <a:xfrm>
              <a:off x="2072560" y="2240638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7B7DE2A7-E826-160B-16DF-AC06E1A369D0}"/>
                </a:ext>
              </a:extLst>
            </p:cNvPr>
            <p:cNvSpPr/>
            <p:nvPr/>
          </p:nvSpPr>
          <p:spPr>
            <a:xfrm>
              <a:off x="2096869" y="2240638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61A48A3B-50CD-5ECE-1ADC-83B00BB5E31A}"/>
                </a:ext>
              </a:extLst>
            </p:cNvPr>
            <p:cNvSpPr/>
            <p:nvPr/>
          </p:nvSpPr>
          <p:spPr>
            <a:xfrm>
              <a:off x="2133192" y="2240638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34DD5423-815F-0AB3-1976-0EDF91E09812}"/>
                </a:ext>
              </a:extLst>
            </p:cNvPr>
            <p:cNvSpPr/>
            <p:nvPr/>
          </p:nvSpPr>
          <p:spPr>
            <a:xfrm>
              <a:off x="2072560" y="217637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526B5960-425B-E01C-65C4-621003C26F70}"/>
                </a:ext>
              </a:extLst>
            </p:cNvPr>
            <p:cNvSpPr/>
            <p:nvPr/>
          </p:nvSpPr>
          <p:spPr>
            <a:xfrm>
              <a:off x="2096869" y="2176094"/>
              <a:ext cx="89412" cy="8382"/>
            </a:xfrm>
            <a:custGeom>
              <a:avLst/>
              <a:gdLst>
                <a:gd name="connsiteX0" fmla="*/ 88992 w 89411"/>
                <a:gd name="connsiteY0" fmla="*/ 8522 h 8382"/>
                <a:gd name="connsiteX1" fmla="*/ 2934 w 89411"/>
                <a:gd name="connsiteY1" fmla="*/ 8522 h 8382"/>
                <a:gd name="connsiteX2" fmla="*/ 2096 w 89411"/>
                <a:gd name="connsiteY2" fmla="*/ 7684 h 8382"/>
                <a:gd name="connsiteX3" fmla="*/ 2096 w 89411"/>
                <a:gd name="connsiteY3" fmla="*/ 2934 h 8382"/>
                <a:gd name="connsiteX4" fmla="*/ 2934 w 89411"/>
                <a:gd name="connsiteY4" fmla="*/ 2096 h 8382"/>
                <a:gd name="connsiteX5" fmla="*/ 88992 w 89411"/>
                <a:gd name="connsiteY5" fmla="*/ 2096 h 8382"/>
                <a:gd name="connsiteX6" fmla="*/ 89831 w 89411"/>
                <a:gd name="connsiteY6" fmla="*/ 2934 h 8382"/>
                <a:gd name="connsiteX7" fmla="*/ 89831 w 89411"/>
                <a:gd name="connsiteY7" fmla="*/ 7684 h 8382"/>
                <a:gd name="connsiteX8" fmla="*/ 88992 w 89411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411" h="8382">
                  <a:moveTo>
                    <a:pt x="88992" y="8522"/>
                  </a:moveTo>
                  <a:lnTo>
                    <a:pt x="2934" y="8522"/>
                  </a:lnTo>
                  <a:cubicBezTo>
                    <a:pt x="2654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654"/>
                    <a:pt x="2375" y="2096"/>
                    <a:pt x="2934" y="2096"/>
                  </a:cubicBezTo>
                  <a:lnTo>
                    <a:pt x="88992" y="2096"/>
                  </a:lnTo>
                  <a:cubicBezTo>
                    <a:pt x="89272" y="2096"/>
                    <a:pt x="89831" y="2375"/>
                    <a:pt x="89831" y="2934"/>
                  </a:cubicBezTo>
                  <a:lnTo>
                    <a:pt x="89831" y="7684"/>
                  </a:lnTo>
                  <a:cubicBezTo>
                    <a:pt x="89831" y="8243"/>
                    <a:pt x="89551" y="8522"/>
                    <a:pt x="88992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A40C1ED2-B7BE-0F1B-4D5D-6442CD020F02}"/>
                </a:ext>
              </a:extLst>
            </p:cNvPr>
            <p:cNvSpPr/>
            <p:nvPr/>
          </p:nvSpPr>
          <p:spPr>
            <a:xfrm>
              <a:off x="2072560" y="2189506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E3455D81-8A79-0692-61BC-472FBE658352}"/>
                </a:ext>
              </a:extLst>
            </p:cNvPr>
            <p:cNvSpPr/>
            <p:nvPr/>
          </p:nvSpPr>
          <p:spPr>
            <a:xfrm>
              <a:off x="2096869" y="2189506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3" name="Forma libre 92">
              <a:extLst>
                <a:ext uri="{FF2B5EF4-FFF2-40B4-BE49-F238E27FC236}">
                  <a16:creationId xmlns:a16="http://schemas.microsoft.com/office/drawing/2014/main" id="{0A9482F0-50FD-6D68-6079-18ADAD7B4881}"/>
                </a:ext>
              </a:extLst>
            </p:cNvPr>
            <p:cNvSpPr/>
            <p:nvPr/>
          </p:nvSpPr>
          <p:spPr>
            <a:xfrm>
              <a:off x="2141295" y="2189506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4" name="Forma libre 93">
              <a:extLst>
                <a:ext uri="{FF2B5EF4-FFF2-40B4-BE49-F238E27FC236}">
                  <a16:creationId xmlns:a16="http://schemas.microsoft.com/office/drawing/2014/main" id="{B5EDE2BE-1162-A8A6-9D1F-3F18E1A7CEAF}"/>
                </a:ext>
              </a:extLst>
            </p:cNvPr>
            <p:cNvSpPr/>
            <p:nvPr/>
          </p:nvSpPr>
          <p:spPr>
            <a:xfrm>
              <a:off x="2072560" y="2202359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E9B72058-5286-C973-9281-30C5E0328334}"/>
                </a:ext>
              </a:extLst>
            </p:cNvPr>
            <p:cNvSpPr/>
            <p:nvPr/>
          </p:nvSpPr>
          <p:spPr>
            <a:xfrm>
              <a:off x="2096869" y="2202079"/>
              <a:ext cx="114559" cy="8382"/>
            </a:xfrm>
            <a:custGeom>
              <a:avLst/>
              <a:gdLst>
                <a:gd name="connsiteX0" fmla="*/ 111625 w 114558"/>
                <a:gd name="connsiteY0" fmla="*/ 8522 h 8382"/>
                <a:gd name="connsiteX1" fmla="*/ 2934 w 114558"/>
                <a:gd name="connsiteY1" fmla="*/ 8522 h 8382"/>
                <a:gd name="connsiteX2" fmla="*/ 2096 w 114558"/>
                <a:gd name="connsiteY2" fmla="*/ 7684 h 8382"/>
                <a:gd name="connsiteX3" fmla="*/ 2096 w 114558"/>
                <a:gd name="connsiteY3" fmla="*/ 2934 h 8382"/>
                <a:gd name="connsiteX4" fmla="*/ 2934 w 114558"/>
                <a:gd name="connsiteY4" fmla="*/ 2096 h 8382"/>
                <a:gd name="connsiteX5" fmla="*/ 111625 w 114558"/>
                <a:gd name="connsiteY5" fmla="*/ 2096 h 8382"/>
                <a:gd name="connsiteX6" fmla="*/ 112463 w 114558"/>
                <a:gd name="connsiteY6" fmla="*/ 2934 h 8382"/>
                <a:gd name="connsiteX7" fmla="*/ 112463 w 114558"/>
                <a:gd name="connsiteY7" fmla="*/ 7684 h 8382"/>
                <a:gd name="connsiteX8" fmla="*/ 111625 w 11455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8382">
                  <a:moveTo>
                    <a:pt x="111625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111625" y="2096"/>
                  </a:lnTo>
                  <a:cubicBezTo>
                    <a:pt x="112184" y="2096"/>
                    <a:pt x="112463" y="2375"/>
                    <a:pt x="112463" y="2934"/>
                  </a:cubicBezTo>
                  <a:lnTo>
                    <a:pt x="112463" y="7684"/>
                  </a:lnTo>
                  <a:cubicBezTo>
                    <a:pt x="112463" y="8243"/>
                    <a:pt x="112184" y="8522"/>
                    <a:pt x="111625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CE29F52E-1852-BF31-0D09-4BC3A5596117}"/>
                </a:ext>
              </a:extLst>
            </p:cNvPr>
            <p:cNvSpPr/>
            <p:nvPr/>
          </p:nvSpPr>
          <p:spPr>
            <a:xfrm>
              <a:off x="2072560" y="225265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EC7F4779-0798-11A3-B427-30F821309DD9}"/>
                </a:ext>
              </a:extLst>
            </p:cNvPr>
            <p:cNvSpPr/>
            <p:nvPr/>
          </p:nvSpPr>
          <p:spPr>
            <a:xfrm>
              <a:off x="2162530" y="2252653"/>
              <a:ext cx="58676" cy="8382"/>
            </a:xfrm>
            <a:custGeom>
              <a:avLst/>
              <a:gdLst>
                <a:gd name="connsiteX0" fmla="*/ 55743 w 58676"/>
                <a:gd name="connsiteY0" fmla="*/ 8243 h 8382"/>
                <a:gd name="connsiteX1" fmla="*/ 3772 w 58676"/>
                <a:gd name="connsiteY1" fmla="*/ 8243 h 8382"/>
                <a:gd name="connsiteX2" fmla="*/ 2096 w 58676"/>
                <a:gd name="connsiteY2" fmla="*/ 5169 h 8382"/>
                <a:gd name="connsiteX3" fmla="*/ 2096 w 58676"/>
                <a:gd name="connsiteY3" fmla="*/ 5169 h 8382"/>
                <a:gd name="connsiteX4" fmla="*/ 3772 w 58676"/>
                <a:gd name="connsiteY4" fmla="*/ 2096 h 8382"/>
                <a:gd name="connsiteX5" fmla="*/ 55743 w 58676"/>
                <a:gd name="connsiteY5" fmla="*/ 2096 h 8382"/>
                <a:gd name="connsiteX6" fmla="*/ 57419 w 58676"/>
                <a:gd name="connsiteY6" fmla="*/ 5169 h 8382"/>
                <a:gd name="connsiteX7" fmla="*/ 57419 w 58676"/>
                <a:gd name="connsiteY7" fmla="*/ 5169 h 8382"/>
                <a:gd name="connsiteX8" fmla="*/ 55743 w 58676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76" h="8382">
                  <a:moveTo>
                    <a:pt x="55743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55743" y="2096"/>
                  </a:lnTo>
                  <a:cubicBezTo>
                    <a:pt x="56581" y="2096"/>
                    <a:pt x="57419" y="3493"/>
                    <a:pt x="57419" y="5169"/>
                  </a:cubicBezTo>
                  <a:lnTo>
                    <a:pt x="57419" y="5169"/>
                  </a:lnTo>
                  <a:cubicBezTo>
                    <a:pt x="57140" y="6846"/>
                    <a:pt x="56581" y="8243"/>
                    <a:pt x="55743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8" name="Forma libre 97">
              <a:extLst>
                <a:ext uri="{FF2B5EF4-FFF2-40B4-BE49-F238E27FC236}">
                  <a16:creationId xmlns:a16="http://schemas.microsoft.com/office/drawing/2014/main" id="{CF96BA37-7F5C-9964-3932-DB85F243CB54}"/>
                </a:ext>
              </a:extLst>
            </p:cNvPr>
            <p:cNvSpPr/>
            <p:nvPr/>
          </p:nvSpPr>
          <p:spPr>
            <a:xfrm>
              <a:off x="2096869" y="2252653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9" name="Forma libre 98">
              <a:extLst>
                <a:ext uri="{FF2B5EF4-FFF2-40B4-BE49-F238E27FC236}">
                  <a16:creationId xmlns:a16="http://schemas.microsoft.com/office/drawing/2014/main" id="{0EF0D761-5274-55D0-9F06-76988FEAD5C7}"/>
                </a:ext>
              </a:extLst>
            </p:cNvPr>
            <p:cNvSpPr/>
            <p:nvPr/>
          </p:nvSpPr>
          <p:spPr>
            <a:xfrm>
              <a:off x="2141295" y="2252653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0" name="Forma libre 99">
              <a:extLst>
                <a:ext uri="{FF2B5EF4-FFF2-40B4-BE49-F238E27FC236}">
                  <a16:creationId xmlns:a16="http://schemas.microsoft.com/office/drawing/2014/main" id="{C8D2984B-EE08-1448-0EE9-A283EEF1F408}"/>
                </a:ext>
              </a:extLst>
            </p:cNvPr>
            <p:cNvSpPr/>
            <p:nvPr/>
          </p:nvSpPr>
          <p:spPr>
            <a:xfrm>
              <a:off x="2097148" y="2265506"/>
              <a:ext cx="75441" cy="8382"/>
            </a:xfrm>
            <a:custGeom>
              <a:avLst/>
              <a:gdLst>
                <a:gd name="connsiteX0" fmla="*/ 74184 w 75441"/>
                <a:gd name="connsiteY0" fmla="*/ 8243 h 8382"/>
                <a:gd name="connsiteX1" fmla="*/ 2654 w 75441"/>
                <a:gd name="connsiteY1" fmla="*/ 8243 h 8382"/>
                <a:gd name="connsiteX2" fmla="*/ 2096 w 75441"/>
                <a:gd name="connsiteY2" fmla="*/ 7684 h 8382"/>
                <a:gd name="connsiteX3" fmla="*/ 2096 w 75441"/>
                <a:gd name="connsiteY3" fmla="*/ 2654 h 8382"/>
                <a:gd name="connsiteX4" fmla="*/ 2654 w 75441"/>
                <a:gd name="connsiteY4" fmla="*/ 2096 h 8382"/>
                <a:gd name="connsiteX5" fmla="*/ 74184 w 75441"/>
                <a:gd name="connsiteY5" fmla="*/ 2096 h 8382"/>
                <a:gd name="connsiteX6" fmla="*/ 74742 w 75441"/>
                <a:gd name="connsiteY6" fmla="*/ 2654 h 8382"/>
                <a:gd name="connsiteX7" fmla="*/ 74742 w 75441"/>
                <a:gd name="connsiteY7" fmla="*/ 7684 h 8382"/>
                <a:gd name="connsiteX8" fmla="*/ 74184 w 754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441" h="8382">
                  <a:moveTo>
                    <a:pt x="74184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74184" y="2096"/>
                  </a:lnTo>
                  <a:cubicBezTo>
                    <a:pt x="74463" y="2096"/>
                    <a:pt x="74742" y="2375"/>
                    <a:pt x="74742" y="2654"/>
                  </a:cubicBezTo>
                  <a:lnTo>
                    <a:pt x="74742" y="7684"/>
                  </a:lnTo>
                  <a:cubicBezTo>
                    <a:pt x="74742" y="7963"/>
                    <a:pt x="74463" y="8243"/>
                    <a:pt x="74184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1" name="Forma libre 100">
              <a:extLst>
                <a:ext uri="{FF2B5EF4-FFF2-40B4-BE49-F238E27FC236}">
                  <a16:creationId xmlns:a16="http://schemas.microsoft.com/office/drawing/2014/main" id="{04FF80C1-5ECB-7DA1-517E-4AF586F10020}"/>
                </a:ext>
              </a:extLst>
            </p:cNvPr>
            <p:cNvSpPr/>
            <p:nvPr/>
          </p:nvSpPr>
          <p:spPr>
            <a:xfrm>
              <a:off x="2162530" y="2215212"/>
              <a:ext cx="53088" cy="8382"/>
            </a:xfrm>
            <a:custGeom>
              <a:avLst/>
              <a:gdLst>
                <a:gd name="connsiteX0" fmla="*/ 52110 w 53088"/>
                <a:gd name="connsiteY0" fmla="*/ 8522 h 8382"/>
                <a:gd name="connsiteX1" fmla="*/ 2934 w 53088"/>
                <a:gd name="connsiteY1" fmla="*/ 8522 h 8382"/>
                <a:gd name="connsiteX2" fmla="*/ 2096 w 53088"/>
                <a:gd name="connsiteY2" fmla="*/ 7684 h 8382"/>
                <a:gd name="connsiteX3" fmla="*/ 2096 w 53088"/>
                <a:gd name="connsiteY3" fmla="*/ 2934 h 8382"/>
                <a:gd name="connsiteX4" fmla="*/ 2934 w 53088"/>
                <a:gd name="connsiteY4" fmla="*/ 2096 h 8382"/>
                <a:gd name="connsiteX5" fmla="*/ 52110 w 53088"/>
                <a:gd name="connsiteY5" fmla="*/ 2096 h 8382"/>
                <a:gd name="connsiteX6" fmla="*/ 52948 w 53088"/>
                <a:gd name="connsiteY6" fmla="*/ 2934 h 8382"/>
                <a:gd name="connsiteX7" fmla="*/ 52948 w 53088"/>
                <a:gd name="connsiteY7" fmla="*/ 7684 h 8382"/>
                <a:gd name="connsiteX8" fmla="*/ 52110 w 5308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088" h="8382">
                  <a:moveTo>
                    <a:pt x="52110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52110" y="2096"/>
                  </a:lnTo>
                  <a:cubicBezTo>
                    <a:pt x="52669" y="2096"/>
                    <a:pt x="52948" y="2375"/>
                    <a:pt x="52948" y="2934"/>
                  </a:cubicBezTo>
                  <a:lnTo>
                    <a:pt x="52948" y="7684"/>
                  </a:lnTo>
                  <a:cubicBezTo>
                    <a:pt x="52948" y="8243"/>
                    <a:pt x="52390" y="8522"/>
                    <a:pt x="52110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66C1593A-50B7-CD41-1BB6-3BC264447830}"/>
                </a:ext>
              </a:extLst>
            </p:cNvPr>
            <p:cNvSpPr/>
            <p:nvPr/>
          </p:nvSpPr>
          <p:spPr>
            <a:xfrm>
              <a:off x="2096869" y="2215491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0DC0D5FE-71F8-3F1F-A216-8DC84B590EFE}"/>
                </a:ext>
              </a:extLst>
            </p:cNvPr>
            <p:cNvSpPr/>
            <p:nvPr/>
          </p:nvSpPr>
          <p:spPr>
            <a:xfrm>
              <a:off x="2141295" y="2215491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4" name="Forma libre 103">
              <a:extLst>
                <a:ext uri="{FF2B5EF4-FFF2-40B4-BE49-F238E27FC236}">
                  <a16:creationId xmlns:a16="http://schemas.microsoft.com/office/drawing/2014/main" id="{48EFF402-4837-41F5-BE63-87E9256CB89E}"/>
                </a:ext>
              </a:extLst>
            </p:cNvPr>
            <p:cNvSpPr/>
            <p:nvPr/>
          </p:nvSpPr>
          <p:spPr>
            <a:xfrm>
              <a:off x="2210869" y="1939153"/>
              <a:ext cx="106176" cy="106176"/>
            </a:xfrm>
            <a:custGeom>
              <a:avLst/>
              <a:gdLst>
                <a:gd name="connsiteX0" fmla="*/ 106037 w 106176"/>
                <a:gd name="connsiteY0" fmla="*/ 54066 h 106176"/>
                <a:gd name="connsiteX1" fmla="*/ 54066 w 106176"/>
                <a:gd name="connsiteY1" fmla="*/ 106037 h 106176"/>
                <a:gd name="connsiteX2" fmla="*/ 2096 w 106176"/>
                <a:gd name="connsiteY2" fmla="*/ 54066 h 106176"/>
                <a:gd name="connsiteX3" fmla="*/ 54066 w 106176"/>
                <a:gd name="connsiteY3" fmla="*/ 2096 h 106176"/>
                <a:gd name="connsiteX4" fmla="*/ 106037 w 106176"/>
                <a:gd name="connsiteY4" fmla="*/ 54066 h 1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76" h="106176">
                  <a:moveTo>
                    <a:pt x="106037" y="54066"/>
                  </a:moveTo>
                  <a:cubicBezTo>
                    <a:pt x="106037" y="82769"/>
                    <a:pt x="82769" y="106037"/>
                    <a:pt x="54066" y="106037"/>
                  </a:cubicBezTo>
                  <a:cubicBezTo>
                    <a:pt x="25364" y="106037"/>
                    <a:pt x="2096" y="82769"/>
                    <a:pt x="2096" y="54066"/>
                  </a:cubicBezTo>
                  <a:cubicBezTo>
                    <a:pt x="2096" y="25364"/>
                    <a:pt x="25364" y="2096"/>
                    <a:pt x="54066" y="2096"/>
                  </a:cubicBezTo>
                  <a:cubicBezTo>
                    <a:pt x="82769" y="2096"/>
                    <a:pt x="106037" y="25364"/>
                    <a:pt x="106037" y="54066"/>
                  </a:cubicBezTo>
                  <a:close/>
                </a:path>
              </a:pathLst>
            </a:custGeom>
            <a:solidFill>
              <a:srgbClr val="CB6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EA206CF9-4190-6FDB-9DA3-F8A7F46B7FB7}"/>
                </a:ext>
              </a:extLst>
            </p:cNvPr>
            <p:cNvSpPr/>
            <p:nvPr/>
          </p:nvSpPr>
          <p:spPr>
            <a:xfrm>
              <a:off x="2229589" y="1978550"/>
              <a:ext cx="33529" cy="33529"/>
            </a:xfrm>
            <a:custGeom>
              <a:avLst/>
              <a:gdLst>
                <a:gd name="connsiteX0" fmla="*/ 31713 w 33529"/>
                <a:gd name="connsiteY0" fmla="*/ 9640 h 33529"/>
                <a:gd name="connsiteX1" fmla="*/ 11037 w 33529"/>
                <a:gd name="connsiteY1" fmla="*/ 17184 h 33529"/>
                <a:gd name="connsiteX2" fmla="*/ 31713 w 33529"/>
                <a:gd name="connsiteY2" fmla="*/ 24728 h 33529"/>
                <a:gd name="connsiteX3" fmla="*/ 31713 w 33529"/>
                <a:gd name="connsiteY3" fmla="*/ 32551 h 33529"/>
                <a:gd name="connsiteX4" fmla="*/ 2096 w 33529"/>
                <a:gd name="connsiteY4" fmla="*/ 21375 h 33529"/>
                <a:gd name="connsiteX5" fmla="*/ 2096 w 33529"/>
                <a:gd name="connsiteY5" fmla="*/ 13272 h 33529"/>
                <a:gd name="connsiteX6" fmla="*/ 31713 w 33529"/>
                <a:gd name="connsiteY6" fmla="*/ 2096 h 33529"/>
                <a:gd name="connsiteX7" fmla="*/ 31713 w 33529"/>
                <a:gd name="connsiteY7" fmla="*/ 96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31713" y="9640"/>
                  </a:moveTo>
                  <a:lnTo>
                    <a:pt x="11037" y="17184"/>
                  </a:lnTo>
                  <a:lnTo>
                    <a:pt x="31713" y="24728"/>
                  </a:lnTo>
                  <a:lnTo>
                    <a:pt x="31713" y="32551"/>
                  </a:lnTo>
                  <a:lnTo>
                    <a:pt x="2096" y="21375"/>
                  </a:lnTo>
                  <a:lnTo>
                    <a:pt x="2096" y="13272"/>
                  </a:lnTo>
                  <a:lnTo>
                    <a:pt x="31713" y="2096"/>
                  </a:lnTo>
                  <a:lnTo>
                    <a:pt x="31713" y="9640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CEDAB717-4926-3E31-79B6-1F2D3E61BFB1}"/>
                </a:ext>
              </a:extLst>
            </p:cNvPr>
            <p:cNvSpPr/>
            <p:nvPr/>
          </p:nvSpPr>
          <p:spPr>
            <a:xfrm>
              <a:off x="2265913" y="1978550"/>
              <a:ext cx="33529" cy="33529"/>
            </a:xfrm>
            <a:custGeom>
              <a:avLst/>
              <a:gdLst>
                <a:gd name="connsiteX0" fmla="*/ 2096 w 33529"/>
                <a:gd name="connsiteY0" fmla="*/ 2096 h 33529"/>
                <a:gd name="connsiteX1" fmla="*/ 31713 w 33529"/>
                <a:gd name="connsiteY1" fmla="*/ 13272 h 33529"/>
                <a:gd name="connsiteX2" fmla="*/ 31713 w 33529"/>
                <a:gd name="connsiteY2" fmla="*/ 21375 h 33529"/>
                <a:gd name="connsiteX3" fmla="*/ 2096 w 33529"/>
                <a:gd name="connsiteY3" fmla="*/ 32551 h 33529"/>
                <a:gd name="connsiteX4" fmla="*/ 2096 w 33529"/>
                <a:gd name="connsiteY4" fmla="*/ 24728 h 33529"/>
                <a:gd name="connsiteX5" fmla="*/ 22772 w 33529"/>
                <a:gd name="connsiteY5" fmla="*/ 17184 h 33529"/>
                <a:gd name="connsiteX6" fmla="*/ 2096 w 33529"/>
                <a:gd name="connsiteY6" fmla="*/ 9640 h 33529"/>
                <a:gd name="connsiteX7" fmla="*/ 2096 w 33529"/>
                <a:gd name="connsiteY7" fmla="*/ 2096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2096" y="2096"/>
                  </a:moveTo>
                  <a:lnTo>
                    <a:pt x="31713" y="13272"/>
                  </a:lnTo>
                  <a:lnTo>
                    <a:pt x="31713" y="21375"/>
                  </a:lnTo>
                  <a:lnTo>
                    <a:pt x="2096" y="32551"/>
                  </a:lnTo>
                  <a:lnTo>
                    <a:pt x="2096" y="24728"/>
                  </a:lnTo>
                  <a:lnTo>
                    <a:pt x="22772" y="17184"/>
                  </a:lnTo>
                  <a:lnTo>
                    <a:pt x="2096" y="9640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8D205BC9-7BE4-DFFB-C470-BB0745445AE0}"/>
                </a:ext>
              </a:extLst>
            </p:cNvPr>
            <p:cNvSpPr/>
            <p:nvPr/>
          </p:nvSpPr>
          <p:spPr>
            <a:xfrm>
              <a:off x="1808378" y="2689115"/>
              <a:ext cx="234705" cy="234705"/>
            </a:xfrm>
            <a:custGeom>
              <a:avLst/>
              <a:gdLst>
                <a:gd name="connsiteX0" fmla="*/ 187466 w 234705"/>
                <a:gd name="connsiteY0" fmla="*/ 71820 h 234705"/>
                <a:gd name="connsiteX1" fmla="*/ 165293 w 234705"/>
                <a:gd name="connsiteY1" fmla="*/ 187466 h 234705"/>
                <a:gd name="connsiteX2" fmla="*/ 49647 w 234705"/>
                <a:gd name="connsiteY2" fmla="*/ 165293 h 234705"/>
                <a:gd name="connsiteX3" fmla="*/ 71820 w 234705"/>
                <a:gd name="connsiteY3" fmla="*/ 49647 h 234705"/>
                <a:gd name="connsiteX4" fmla="*/ 187466 w 234705"/>
                <a:gd name="connsiteY4" fmla="*/ 71820 h 23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05" h="234705">
                  <a:moveTo>
                    <a:pt x="187466" y="71820"/>
                  </a:moveTo>
                  <a:cubicBezTo>
                    <a:pt x="213278" y="109878"/>
                    <a:pt x="203351" y="161655"/>
                    <a:pt x="165293" y="187466"/>
                  </a:cubicBezTo>
                  <a:cubicBezTo>
                    <a:pt x="127235" y="213278"/>
                    <a:pt x="75459" y="203351"/>
                    <a:pt x="49647" y="165293"/>
                  </a:cubicBezTo>
                  <a:cubicBezTo>
                    <a:pt x="23835" y="127235"/>
                    <a:pt x="33763" y="75459"/>
                    <a:pt x="71820" y="49647"/>
                  </a:cubicBezTo>
                  <a:cubicBezTo>
                    <a:pt x="109878" y="23835"/>
                    <a:pt x="161655" y="33763"/>
                    <a:pt x="187466" y="71820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8" name="Forma libre 107">
              <a:extLst>
                <a:ext uri="{FF2B5EF4-FFF2-40B4-BE49-F238E27FC236}">
                  <a16:creationId xmlns:a16="http://schemas.microsoft.com/office/drawing/2014/main" id="{CDEE5D96-8E7C-269D-DEB5-A47477E5A573}"/>
                </a:ext>
              </a:extLst>
            </p:cNvPr>
            <p:cNvSpPr/>
            <p:nvPr/>
          </p:nvSpPr>
          <p:spPr>
            <a:xfrm>
              <a:off x="1880884" y="2761460"/>
              <a:ext cx="92206" cy="92206"/>
            </a:xfrm>
            <a:custGeom>
              <a:avLst/>
              <a:gdLst>
                <a:gd name="connsiteX0" fmla="*/ 90110 w 92205"/>
                <a:gd name="connsiteY0" fmla="*/ 41213 h 92205"/>
                <a:gd name="connsiteX1" fmla="*/ 87595 w 92205"/>
                <a:gd name="connsiteY1" fmla="*/ 55463 h 92205"/>
                <a:gd name="connsiteX2" fmla="*/ 80610 w 92205"/>
                <a:gd name="connsiteY2" fmla="*/ 65522 h 92205"/>
                <a:gd name="connsiteX3" fmla="*/ 69992 w 92205"/>
                <a:gd name="connsiteY3" fmla="*/ 69154 h 92205"/>
                <a:gd name="connsiteX4" fmla="*/ 63007 w 92205"/>
                <a:gd name="connsiteY4" fmla="*/ 67198 h 92205"/>
                <a:gd name="connsiteX5" fmla="*/ 58537 w 92205"/>
                <a:gd name="connsiteY5" fmla="*/ 62169 h 92205"/>
                <a:gd name="connsiteX6" fmla="*/ 57698 w 92205"/>
                <a:gd name="connsiteY6" fmla="*/ 62169 h 92205"/>
                <a:gd name="connsiteX7" fmla="*/ 42890 w 92205"/>
                <a:gd name="connsiteY7" fmla="*/ 69154 h 92205"/>
                <a:gd name="connsiteX8" fmla="*/ 27801 w 92205"/>
                <a:gd name="connsiteY8" fmla="*/ 63287 h 92205"/>
                <a:gd name="connsiteX9" fmla="*/ 22213 w 92205"/>
                <a:gd name="connsiteY9" fmla="*/ 47640 h 92205"/>
                <a:gd name="connsiteX10" fmla="*/ 29478 w 92205"/>
                <a:gd name="connsiteY10" fmla="*/ 29478 h 92205"/>
                <a:gd name="connsiteX11" fmla="*/ 48198 w 92205"/>
                <a:gd name="connsiteY11" fmla="*/ 22493 h 92205"/>
                <a:gd name="connsiteX12" fmla="*/ 58257 w 92205"/>
                <a:gd name="connsiteY12" fmla="*/ 23331 h 92205"/>
                <a:gd name="connsiteX13" fmla="*/ 67478 w 92205"/>
                <a:gd name="connsiteY13" fmla="*/ 25566 h 92205"/>
                <a:gd name="connsiteX14" fmla="*/ 66360 w 92205"/>
                <a:gd name="connsiteY14" fmla="*/ 51831 h 92205"/>
                <a:gd name="connsiteX15" fmla="*/ 70551 w 92205"/>
                <a:gd name="connsiteY15" fmla="*/ 59375 h 92205"/>
                <a:gd name="connsiteX16" fmla="*/ 76140 w 92205"/>
                <a:gd name="connsiteY16" fmla="*/ 54345 h 92205"/>
                <a:gd name="connsiteX17" fmla="*/ 78095 w 92205"/>
                <a:gd name="connsiteY17" fmla="*/ 41213 h 92205"/>
                <a:gd name="connsiteX18" fmla="*/ 74463 w 92205"/>
                <a:gd name="connsiteY18" fmla="*/ 25846 h 92205"/>
                <a:gd name="connsiteX19" fmla="*/ 64404 w 92205"/>
                <a:gd name="connsiteY19" fmla="*/ 15787 h 92205"/>
                <a:gd name="connsiteX20" fmla="*/ 49595 w 92205"/>
                <a:gd name="connsiteY20" fmla="*/ 12154 h 92205"/>
                <a:gd name="connsiteX21" fmla="*/ 30595 w 92205"/>
                <a:gd name="connsiteY21" fmla="*/ 16625 h 92205"/>
                <a:gd name="connsiteX22" fmla="*/ 18301 w 92205"/>
                <a:gd name="connsiteY22" fmla="*/ 29478 h 92205"/>
                <a:gd name="connsiteX23" fmla="*/ 14110 w 92205"/>
                <a:gd name="connsiteY23" fmla="*/ 49037 h 92205"/>
                <a:gd name="connsiteX24" fmla="*/ 21934 w 92205"/>
                <a:gd name="connsiteY24" fmla="*/ 71948 h 92205"/>
                <a:gd name="connsiteX25" fmla="*/ 44845 w 92205"/>
                <a:gd name="connsiteY25" fmla="*/ 79772 h 92205"/>
                <a:gd name="connsiteX26" fmla="*/ 57419 w 92205"/>
                <a:gd name="connsiteY26" fmla="*/ 78375 h 92205"/>
                <a:gd name="connsiteX27" fmla="*/ 70831 w 92205"/>
                <a:gd name="connsiteY27" fmla="*/ 74742 h 92205"/>
                <a:gd name="connsiteX28" fmla="*/ 70831 w 92205"/>
                <a:gd name="connsiteY28" fmla="*/ 85081 h 92205"/>
                <a:gd name="connsiteX29" fmla="*/ 45404 w 92205"/>
                <a:gd name="connsiteY29" fmla="*/ 90110 h 92205"/>
                <a:gd name="connsiteX30" fmla="*/ 13551 w 92205"/>
                <a:gd name="connsiteY30" fmla="*/ 79213 h 92205"/>
                <a:gd name="connsiteX31" fmla="*/ 2096 w 92205"/>
                <a:gd name="connsiteY31" fmla="*/ 49316 h 92205"/>
                <a:gd name="connsiteX32" fmla="*/ 7963 w 92205"/>
                <a:gd name="connsiteY32" fmla="*/ 25287 h 92205"/>
                <a:gd name="connsiteX33" fmla="*/ 24728 w 92205"/>
                <a:gd name="connsiteY33" fmla="*/ 8243 h 92205"/>
                <a:gd name="connsiteX34" fmla="*/ 49595 w 92205"/>
                <a:gd name="connsiteY34" fmla="*/ 2096 h 92205"/>
                <a:gd name="connsiteX35" fmla="*/ 70831 w 92205"/>
                <a:gd name="connsiteY35" fmla="*/ 6846 h 92205"/>
                <a:gd name="connsiteX36" fmla="*/ 85081 w 92205"/>
                <a:gd name="connsiteY36" fmla="*/ 20537 h 92205"/>
                <a:gd name="connsiteX37" fmla="*/ 90110 w 92205"/>
                <a:gd name="connsiteY37" fmla="*/ 41213 h 92205"/>
                <a:gd name="connsiteX38" fmla="*/ 34787 w 92205"/>
                <a:gd name="connsiteY38" fmla="*/ 48198 h 92205"/>
                <a:gd name="connsiteX39" fmla="*/ 44007 w 92205"/>
                <a:gd name="connsiteY39" fmla="*/ 59654 h 92205"/>
                <a:gd name="connsiteX40" fmla="*/ 51272 w 92205"/>
                <a:gd name="connsiteY40" fmla="*/ 56301 h 92205"/>
                <a:gd name="connsiteX41" fmla="*/ 54345 w 92205"/>
                <a:gd name="connsiteY41" fmla="*/ 45125 h 92205"/>
                <a:gd name="connsiteX42" fmla="*/ 55184 w 92205"/>
                <a:gd name="connsiteY42" fmla="*/ 33110 h 92205"/>
                <a:gd name="connsiteX43" fmla="*/ 49037 w 92205"/>
                <a:gd name="connsiteY43" fmla="*/ 32551 h 92205"/>
                <a:gd name="connsiteX44" fmla="*/ 38698 w 92205"/>
                <a:gd name="connsiteY44" fmla="*/ 36743 h 92205"/>
                <a:gd name="connsiteX45" fmla="*/ 34787 w 92205"/>
                <a:gd name="connsiteY45" fmla="*/ 48198 h 9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2205" h="92205">
                  <a:moveTo>
                    <a:pt x="90110" y="41213"/>
                  </a:moveTo>
                  <a:cubicBezTo>
                    <a:pt x="90110" y="46243"/>
                    <a:pt x="89272" y="50993"/>
                    <a:pt x="87595" y="55463"/>
                  </a:cubicBezTo>
                  <a:cubicBezTo>
                    <a:pt x="85919" y="59654"/>
                    <a:pt x="83684" y="63007"/>
                    <a:pt x="80610" y="65522"/>
                  </a:cubicBezTo>
                  <a:cubicBezTo>
                    <a:pt x="77537" y="68037"/>
                    <a:pt x="74184" y="69154"/>
                    <a:pt x="69992" y="69154"/>
                  </a:cubicBezTo>
                  <a:cubicBezTo>
                    <a:pt x="67198" y="69154"/>
                    <a:pt x="64963" y="68595"/>
                    <a:pt x="63007" y="67198"/>
                  </a:cubicBezTo>
                  <a:cubicBezTo>
                    <a:pt x="61051" y="65801"/>
                    <a:pt x="59375" y="64125"/>
                    <a:pt x="58537" y="62169"/>
                  </a:cubicBezTo>
                  <a:lnTo>
                    <a:pt x="57698" y="62169"/>
                  </a:lnTo>
                  <a:cubicBezTo>
                    <a:pt x="53787" y="66919"/>
                    <a:pt x="48757" y="69154"/>
                    <a:pt x="42890" y="69154"/>
                  </a:cubicBezTo>
                  <a:cubicBezTo>
                    <a:pt x="36463" y="69154"/>
                    <a:pt x="31434" y="67198"/>
                    <a:pt x="27801" y="63287"/>
                  </a:cubicBezTo>
                  <a:cubicBezTo>
                    <a:pt x="24169" y="59375"/>
                    <a:pt x="22213" y="54345"/>
                    <a:pt x="22213" y="47640"/>
                  </a:cubicBezTo>
                  <a:cubicBezTo>
                    <a:pt x="22213" y="40095"/>
                    <a:pt x="24728" y="33948"/>
                    <a:pt x="29478" y="29478"/>
                  </a:cubicBezTo>
                  <a:cubicBezTo>
                    <a:pt x="34228" y="24728"/>
                    <a:pt x="40654" y="22493"/>
                    <a:pt x="48198" y="22493"/>
                  </a:cubicBezTo>
                  <a:cubicBezTo>
                    <a:pt x="51272" y="22493"/>
                    <a:pt x="54625" y="22772"/>
                    <a:pt x="58257" y="23331"/>
                  </a:cubicBezTo>
                  <a:cubicBezTo>
                    <a:pt x="61890" y="23890"/>
                    <a:pt x="64963" y="24728"/>
                    <a:pt x="67478" y="25566"/>
                  </a:cubicBezTo>
                  <a:lnTo>
                    <a:pt x="66360" y="51831"/>
                  </a:lnTo>
                  <a:cubicBezTo>
                    <a:pt x="66360" y="56860"/>
                    <a:pt x="67757" y="59375"/>
                    <a:pt x="70551" y="59375"/>
                  </a:cubicBezTo>
                  <a:cubicBezTo>
                    <a:pt x="72787" y="59375"/>
                    <a:pt x="74742" y="57698"/>
                    <a:pt x="76140" y="54345"/>
                  </a:cubicBezTo>
                  <a:cubicBezTo>
                    <a:pt x="77537" y="50993"/>
                    <a:pt x="78095" y="46522"/>
                    <a:pt x="78095" y="41213"/>
                  </a:cubicBezTo>
                  <a:cubicBezTo>
                    <a:pt x="78095" y="35345"/>
                    <a:pt x="76978" y="30316"/>
                    <a:pt x="74463" y="25846"/>
                  </a:cubicBezTo>
                  <a:cubicBezTo>
                    <a:pt x="71948" y="21375"/>
                    <a:pt x="68595" y="18022"/>
                    <a:pt x="64404" y="15787"/>
                  </a:cubicBezTo>
                  <a:cubicBezTo>
                    <a:pt x="59934" y="13551"/>
                    <a:pt x="55184" y="12154"/>
                    <a:pt x="49595" y="12154"/>
                  </a:cubicBezTo>
                  <a:cubicBezTo>
                    <a:pt x="42331" y="12154"/>
                    <a:pt x="36184" y="13551"/>
                    <a:pt x="30595" y="16625"/>
                  </a:cubicBezTo>
                  <a:cubicBezTo>
                    <a:pt x="25287" y="19698"/>
                    <a:pt x="21096" y="23890"/>
                    <a:pt x="18301" y="29478"/>
                  </a:cubicBezTo>
                  <a:cubicBezTo>
                    <a:pt x="15507" y="35066"/>
                    <a:pt x="14110" y="41492"/>
                    <a:pt x="14110" y="49037"/>
                  </a:cubicBezTo>
                  <a:cubicBezTo>
                    <a:pt x="14110" y="58816"/>
                    <a:pt x="16625" y="66639"/>
                    <a:pt x="21934" y="71948"/>
                  </a:cubicBezTo>
                  <a:cubicBezTo>
                    <a:pt x="27243" y="77257"/>
                    <a:pt x="34787" y="79772"/>
                    <a:pt x="44845" y="79772"/>
                  </a:cubicBezTo>
                  <a:cubicBezTo>
                    <a:pt x="48757" y="79772"/>
                    <a:pt x="52948" y="79213"/>
                    <a:pt x="57419" y="78375"/>
                  </a:cubicBezTo>
                  <a:cubicBezTo>
                    <a:pt x="61890" y="77537"/>
                    <a:pt x="66360" y="76419"/>
                    <a:pt x="70831" y="74742"/>
                  </a:cubicBezTo>
                  <a:lnTo>
                    <a:pt x="70831" y="85081"/>
                  </a:lnTo>
                  <a:cubicBezTo>
                    <a:pt x="63287" y="88434"/>
                    <a:pt x="54625" y="90110"/>
                    <a:pt x="45404" y="90110"/>
                  </a:cubicBezTo>
                  <a:cubicBezTo>
                    <a:pt x="31713" y="90110"/>
                    <a:pt x="21096" y="86478"/>
                    <a:pt x="13551" y="79213"/>
                  </a:cubicBezTo>
                  <a:cubicBezTo>
                    <a:pt x="6007" y="71948"/>
                    <a:pt x="2096" y="62169"/>
                    <a:pt x="2096" y="49316"/>
                  </a:cubicBezTo>
                  <a:cubicBezTo>
                    <a:pt x="2096" y="40375"/>
                    <a:pt x="4051" y="32551"/>
                    <a:pt x="7963" y="25287"/>
                  </a:cubicBezTo>
                  <a:cubicBezTo>
                    <a:pt x="11875" y="18022"/>
                    <a:pt x="17463" y="12434"/>
                    <a:pt x="24728" y="8243"/>
                  </a:cubicBezTo>
                  <a:cubicBezTo>
                    <a:pt x="31993" y="4051"/>
                    <a:pt x="40096" y="2096"/>
                    <a:pt x="49595" y="2096"/>
                  </a:cubicBezTo>
                  <a:cubicBezTo>
                    <a:pt x="57419" y="2096"/>
                    <a:pt x="64404" y="3772"/>
                    <a:pt x="70831" y="6846"/>
                  </a:cubicBezTo>
                  <a:cubicBezTo>
                    <a:pt x="76978" y="10198"/>
                    <a:pt x="81728" y="14669"/>
                    <a:pt x="85081" y="20537"/>
                  </a:cubicBezTo>
                  <a:cubicBezTo>
                    <a:pt x="88434" y="26684"/>
                    <a:pt x="90110" y="33669"/>
                    <a:pt x="90110" y="41213"/>
                  </a:cubicBezTo>
                  <a:close/>
                  <a:moveTo>
                    <a:pt x="34787" y="48198"/>
                  </a:moveTo>
                  <a:cubicBezTo>
                    <a:pt x="34787" y="55742"/>
                    <a:pt x="37860" y="59654"/>
                    <a:pt x="44007" y="59654"/>
                  </a:cubicBezTo>
                  <a:cubicBezTo>
                    <a:pt x="47360" y="59654"/>
                    <a:pt x="49595" y="58537"/>
                    <a:pt x="51272" y="56301"/>
                  </a:cubicBezTo>
                  <a:cubicBezTo>
                    <a:pt x="52948" y="54066"/>
                    <a:pt x="54066" y="50434"/>
                    <a:pt x="54345" y="45125"/>
                  </a:cubicBezTo>
                  <a:lnTo>
                    <a:pt x="55184" y="33110"/>
                  </a:lnTo>
                  <a:cubicBezTo>
                    <a:pt x="53228" y="32831"/>
                    <a:pt x="51272" y="32551"/>
                    <a:pt x="49037" y="32551"/>
                  </a:cubicBezTo>
                  <a:cubicBezTo>
                    <a:pt x="44566" y="32551"/>
                    <a:pt x="40934" y="33948"/>
                    <a:pt x="38698" y="36743"/>
                  </a:cubicBezTo>
                  <a:cubicBezTo>
                    <a:pt x="36184" y="39537"/>
                    <a:pt x="34787" y="43169"/>
                    <a:pt x="34787" y="4819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3D0A77BB-311A-89F6-8DF3-1C6E7CCA291A}"/>
                </a:ext>
              </a:extLst>
            </p:cNvPr>
            <p:cNvSpPr/>
            <p:nvPr/>
          </p:nvSpPr>
          <p:spPr>
            <a:xfrm>
              <a:off x="1228738" y="1891933"/>
              <a:ext cx="461028" cy="131323"/>
            </a:xfrm>
            <a:custGeom>
              <a:avLst/>
              <a:gdLst>
                <a:gd name="connsiteX0" fmla="*/ 408080 w 461028"/>
                <a:gd name="connsiteY0" fmla="*/ 2096 h 131323"/>
                <a:gd name="connsiteX1" fmla="*/ 54066 w 461028"/>
                <a:gd name="connsiteY1" fmla="*/ 2096 h 131323"/>
                <a:gd name="connsiteX2" fmla="*/ 2096 w 461028"/>
                <a:gd name="connsiteY2" fmla="*/ 54066 h 131323"/>
                <a:gd name="connsiteX3" fmla="*/ 54066 w 461028"/>
                <a:gd name="connsiteY3" fmla="*/ 106037 h 131323"/>
                <a:gd name="connsiteX4" fmla="*/ 80051 w 461028"/>
                <a:gd name="connsiteY4" fmla="*/ 106037 h 131323"/>
                <a:gd name="connsiteX5" fmla="*/ 105198 w 461028"/>
                <a:gd name="connsiteY5" fmla="*/ 131184 h 131323"/>
                <a:gd name="connsiteX6" fmla="*/ 130345 w 461028"/>
                <a:gd name="connsiteY6" fmla="*/ 106037 h 131323"/>
                <a:gd name="connsiteX7" fmla="*/ 408080 w 461028"/>
                <a:gd name="connsiteY7" fmla="*/ 106037 h 131323"/>
                <a:gd name="connsiteX8" fmla="*/ 460050 w 461028"/>
                <a:gd name="connsiteY8" fmla="*/ 54066 h 131323"/>
                <a:gd name="connsiteX9" fmla="*/ 408080 w 461028"/>
                <a:gd name="connsiteY9" fmla="*/ 2096 h 13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028" h="131323">
                  <a:moveTo>
                    <a:pt x="408080" y="2096"/>
                  </a:moveTo>
                  <a:lnTo>
                    <a:pt x="54066" y="2096"/>
                  </a:lnTo>
                  <a:cubicBezTo>
                    <a:pt x="25287" y="2096"/>
                    <a:pt x="2096" y="25287"/>
                    <a:pt x="2096" y="54066"/>
                  </a:cubicBezTo>
                  <a:cubicBezTo>
                    <a:pt x="2096" y="82845"/>
                    <a:pt x="25287" y="106037"/>
                    <a:pt x="54066" y="106037"/>
                  </a:cubicBezTo>
                  <a:lnTo>
                    <a:pt x="80051" y="106037"/>
                  </a:lnTo>
                  <a:lnTo>
                    <a:pt x="105198" y="131184"/>
                  </a:lnTo>
                  <a:lnTo>
                    <a:pt x="130345" y="106037"/>
                  </a:lnTo>
                  <a:lnTo>
                    <a:pt x="408080" y="106037"/>
                  </a:lnTo>
                  <a:cubicBezTo>
                    <a:pt x="436859" y="106037"/>
                    <a:pt x="460050" y="82845"/>
                    <a:pt x="460050" y="54066"/>
                  </a:cubicBezTo>
                  <a:cubicBezTo>
                    <a:pt x="460330" y="25566"/>
                    <a:pt x="436859" y="2096"/>
                    <a:pt x="408080" y="20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CD619393-E19C-7490-A9C5-090A5A6AEF18}"/>
                </a:ext>
              </a:extLst>
            </p:cNvPr>
            <p:cNvSpPr/>
            <p:nvPr/>
          </p:nvSpPr>
          <p:spPr>
            <a:xfrm>
              <a:off x="1294679" y="1948933"/>
              <a:ext cx="248676" cy="13971"/>
            </a:xfrm>
            <a:custGeom>
              <a:avLst/>
              <a:gdLst>
                <a:gd name="connsiteX0" fmla="*/ 240992 w 248675"/>
                <a:gd name="connsiteY0" fmla="*/ 13831 h 13970"/>
                <a:gd name="connsiteX1" fmla="*/ 7963 w 248675"/>
                <a:gd name="connsiteY1" fmla="*/ 13831 h 13970"/>
                <a:gd name="connsiteX2" fmla="*/ 2096 w 248675"/>
                <a:gd name="connsiteY2" fmla="*/ 7963 h 13970"/>
                <a:gd name="connsiteX3" fmla="*/ 2096 w 248675"/>
                <a:gd name="connsiteY3" fmla="*/ 7963 h 13970"/>
                <a:gd name="connsiteX4" fmla="*/ 7963 w 248675"/>
                <a:gd name="connsiteY4" fmla="*/ 2096 h 13970"/>
                <a:gd name="connsiteX5" fmla="*/ 240992 w 248675"/>
                <a:gd name="connsiteY5" fmla="*/ 2096 h 13970"/>
                <a:gd name="connsiteX6" fmla="*/ 246860 w 248675"/>
                <a:gd name="connsiteY6" fmla="*/ 7963 h 13970"/>
                <a:gd name="connsiteX7" fmla="*/ 246860 w 248675"/>
                <a:gd name="connsiteY7" fmla="*/ 7963 h 13970"/>
                <a:gd name="connsiteX8" fmla="*/ 240992 w 248675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675" h="13970">
                  <a:moveTo>
                    <a:pt x="240992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240992" y="2096"/>
                  </a:lnTo>
                  <a:cubicBezTo>
                    <a:pt x="244345" y="2096"/>
                    <a:pt x="246860" y="4610"/>
                    <a:pt x="246860" y="7963"/>
                  </a:cubicBezTo>
                  <a:lnTo>
                    <a:pt x="246860" y="7963"/>
                  </a:lnTo>
                  <a:cubicBezTo>
                    <a:pt x="246580" y="11316"/>
                    <a:pt x="244066" y="13831"/>
                    <a:pt x="240992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1" name="Forma libre 110">
              <a:extLst>
                <a:ext uri="{FF2B5EF4-FFF2-40B4-BE49-F238E27FC236}">
                  <a16:creationId xmlns:a16="http://schemas.microsoft.com/office/drawing/2014/main" id="{5F938C10-A1EE-EDFB-48E5-8BFA8621E013}"/>
                </a:ext>
              </a:extLst>
            </p:cNvPr>
            <p:cNvSpPr/>
            <p:nvPr/>
          </p:nvSpPr>
          <p:spPr>
            <a:xfrm>
              <a:off x="1294400" y="1916800"/>
              <a:ext cx="176029" cy="13971"/>
            </a:xfrm>
            <a:custGeom>
              <a:avLst/>
              <a:gdLst>
                <a:gd name="connsiteX0" fmla="*/ 168345 w 176029"/>
                <a:gd name="connsiteY0" fmla="*/ 13831 h 13970"/>
                <a:gd name="connsiteX1" fmla="*/ 7963 w 176029"/>
                <a:gd name="connsiteY1" fmla="*/ 13831 h 13970"/>
                <a:gd name="connsiteX2" fmla="*/ 2096 w 176029"/>
                <a:gd name="connsiteY2" fmla="*/ 7963 h 13970"/>
                <a:gd name="connsiteX3" fmla="*/ 2096 w 176029"/>
                <a:gd name="connsiteY3" fmla="*/ 7963 h 13970"/>
                <a:gd name="connsiteX4" fmla="*/ 7963 w 176029"/>
                <a:gd name="connsiteY4" fmla="*/ 2096 h 13970"/>
                <a:gd name="connsiteX5" fmla="*/ 168345 w 176029"/>
                <a:gd name="connsiteY5" fmla="*/ 2096 h 13970"/>
                <a:gd name="connsiteX6" fmla="*/ 174213 w 176029"/>
                <a:gd name="connsiteY6" fmla="*/ 7963 h 13970"/>
                <a:gd name="connsiteX7" fmla="*/ 174213 w 176029"/>
                <a:gd name="connsiteY7" fmla="*/ 7963 h 13970"/>
                <a:gd name="connsiteX8" fmla="*/ 168345 w 176029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029" h="13970">
                  <a:moveTo>
                    <a:pt x="168345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168345" y="2096"/>
                  </a:lnTo>
                  <a:cubicBezTo>
                    <a:pt x="171698" y="2096"/>
                    <a:pt x="174213" y="4610"/>
                    <a:pt x="174213" y="7963"/>
                  </a:cubicBezTo>
                  <a:lnTo>
                    <a:pt x="174213" y="7963"/>
                  </a:lnTo>
                  <a:cubicBezTo>
                    <a:pt x="174213" y="11316"/>
                    <a:pt x="171419" y="13831"/>
                    <a:pt x="168345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01CEB85F-4B3D-93CA-98F0-A91751160569}"/>
                </a:ext>
              </a:extLst>
            </p:cNvPr>
            <p:cNvSpPr/>
            <p:nvPr/>
          </p:nvSpPr>
          <p:spPr>
            <a:xfrm>
              <a:off x="2156942" y="2332005"/>
              <a:ext cx="117353" cy="117353"/>
            </a:xfrm>
            <a:custGeom>
              <a:avLst/>
              <a:gdLst>
                <a:gd name="connsiteX0" fmla="*/ 58816 w 117352"/>
                <a:gd name="connsiteY0" fmla="*/ 2096 h 117352"/>
                <a:gd name="connsiteX1" fmla="*/ 2096 w 117352"/>
                <a:gd name="connsiteY1" fmla="*/ 58816 h 117352"/>
                <a:gd name="connsiteX2" fmla="*/ 58816 w 117352"/>
                <a:gd name="connsiteY2" fmla="*/ 115537 h 117352"/>
                <a:gd name="connsiteX3" fmla="*/ 115537 w 117352"/>
                <a:gd name="connsiteY3" fmla="*/ 58816 h 117352"/>
                <a:gd name="connsiteX4" fmla="*/ 58816 w 117352"/>
                <a:gd name="connsiteY4" fmla="*/ 2096 h 117352"/>
                <a:gd name="connsiteX5" fmla="*/ 30037 w 117352"/>
                <a:gd name="connsiteY5" fmla="*/ 54345 h 117352"/>
                <a:gd name="connsiteX6" fmla="*/ 37022 w 117352"/>
                <a:gd name="connsiteY6" fmla="*/ 47360 h 117352"/>
                <a:gd name="connsiteX7" fmla="*/ 44007 w 117352"/>
                <a:gd name="connsiteY7" fmla="*/ 54345 h 117352"/>
                <a:gd name="connsiteX8" fmla="*/ 37022 w 117352"/>
                <a:gd name="connsiteY8" fmla="*/ 61331 h 117352"/>
                <a:gd name="connsiteX9" fmla="*/ 30037 w 117352"/>
                <a:gd name="connsiteY9" fmla="*/ 54345 h 117352"/>
                <a:gd name="connsiteX10" fmla="*/ 58816 w 117352"/>
                <a:gd name="connsiteY10" fmla="*/ 89831 h 117352"/>
                <a:gd name="connsiteX11" fmla="*/ 40934 w 117352"/>
                <a:gd name="connsiteY11" fmla="*/ 74184 h 117352"/>
                <a:gd name="connsiteX12" fmla="*/ 76698 w 117352"/>
                <a:gd name="connsiteY12" fmla="*/ 74184 h 117352"/>
                <a:gd name="connsiteX13" fmla="*/ 58816 w 117352"/>
                <a:gd name="connsiteY13" fmla="*/ 89831 h 117352"/>
                <a:gd name="connsiteX14" fmla="*/ 80610 w 117352"/>
                <a:gd name="connsiteY14" fmla="*/ 61331 h 117352"/>
                <a:gd name="connsiteX15" fmla="*/ 73625 w 117352"/>
                <a:gd name="connsiteY15" fmla="*/ 54345 h 117352"/>
                <a:gd name="connsiteX16" fmla="*/ 80610 w 117352"/>
                <a:gd name="connsiteY16" fmla="*/ 47360 h 117352"/>
                <a:gd name="connsiteX17" fmla="*/ 87595 w 117352"/>
                <a:gd name="connsiteY17" fmla="*/ 54345 h 117352"/>
                <a:gd name="connsiteX18" fmla="*/ 80610 w 117352"/>
                <a:gd name="connsiteY18" fmla="*/ 61331 h 11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2" h="117352">
                  <a:moveTo>
                    <a:pt x="58816" y="2096"/>
                  </a:moveTo>
                  <a:cubicBezTo>
                    <a:pt x="27522" y="2096"/>
                    <a:pt x="2096" y="27522"/>
                    <a:pt x="2096" y="58816"/>
                  </a:cubicBezTo>
                  <a:cubicBezTo>
                    <a:pt x="2096" y="90110"/>
                    <a:pt x="27522" y="115537"/>
                    <a:pt x="58816" y="115537"/>
                  </a:cubicBezTo>
                  <a:cubicBezTo>
                    <a:pt x="90110" y="115537"/>
                    <a:pt x="115537" y="90110"/>
                    <a:pt x="115537" y="58816"/>
                  </a:cubicBezTo>
                  <a:cubicBezTo>
                    <a:pt x="115537" y="27522"/>
                    <a:pt x="90110" y="2096"/>
                    <a:pt x="58816" y="2096"/>
                  </a:cubicBezTo>
                  <a:close/>
                  <a:moveTo>
                    <a:pt x="30037" y="54345"/>
                  </a:moveTo>
                  <a:cubicBezTo>
                    <a:pt x="30037" y="50434"/>
                    <a:pt x="33110" y="47360"/>
                    <a:pt x="37022" y="47360"/>
                  </a:cubicBezTo>
                  <a:cubicBezTo>
                    <a:pt x="40934" y="47360"/>
                    <a:pt x="44007" y="50434"/>
                    <a:pt x="44007" y="54345"/>
                  </a:cubicBezTo>
                  <a:cubicBezTo>
                    <a:pt x="44007" y="58257"/>
                    <a:pt x="40934" y="61331"/>
                    <a:pt x="37022" y="61331"/>
                  </a:cubicBezTo>
                  <a:cubicBezTo>
                    <a:pt x="33110" y="61331"/>
                    <a:pt x="30037" y="58257"/>
                    <a:pt x="30037" y="54345"/>
                  </a:cubicBezTo>
                  <a:close/>
                  <a:moveTo>
                    <a:pt x="58816" y="89831"/>
                  </a:moveTo>
                  <a:cubicBezTo>
                    <a:pt x="49595" y="89831"/>
                    <a:pt x="42051" y="83125"/>
                    <a:pt x="40934" y="74184"/>
                  </a:cubicBezTo>
                  <a:lnTo>
                    <a:pt x="76698" y="74184"/>
                  </a:lnTo>
                  <a:cubicBezTo>
                    <a:pt x="75581" y="83125"/>
                    <a:pt x="68037" y="89831"/>
                    <a:pt x="58816" y="89831"/>
                  </a:cubicBezTo>
                  <a:close/>
                  <a:moveTo>
                    <a:pt x="80610" y="61331"/>
                  </a:moveTo>
                  <a:cubicBezTo>
                    <a:pt x="76698" y="61331"/>
                    <a:pt x="73625" y="58257"/>
                    <a:pt x="73625" y="54345"/>
                  </a:cubicBezTo>
                  <a:cubicBezTo>
                    <a:pt x="73625" y="50434"/>
                    <a:pt x="76698" y="47360"/>
                    <a:pt x="80610" y="47360"/>
                  </a:cubicBezTo>
                  <a:cubicBezTo>
                    <a:pt x="84522" y="47360"/>
                    <a:pt x="87595" y="50434"/>
                    <a:pt x="87595" y="54345"/>
                  </a:cubicBezTo>
                  <a:cubicBezTo>
                    <a:pt x="87595" y="58257"/>
                    <a:pt x="84522" y="61331"/>
                    <a:pt x="80610" y="61331"/>
                  </a:cubicBezTo>
                  <a:close/>
                </a:path>
              </a:pathLst>
            </a:custGeom>
            <a:solidFill>
              <a:srgbClr val="FEC7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C8A4A5C9-EC08-A9EE-590A-F480A0B839F1}"/>
                </a:ext>
              </a:extLst>
            </p:cNvPr>
            <p:cNvSpPr/>
            <p:nvPr/>
          </p:nvSpPr>
          <p:spPr>
            <a:xfrm>
              <a:off x="1366488" y="2648578"/>
              <a:ext cx="653822" cy="148088"/>
            </a:xfrm>
            <a:custGeom>
              <a:avLst/>
              <a:gdLst>
                <a:gd name="connsiteX0" fmla="*/ 5449 w 653822"/>
                <a:gd name="connsiteY0" fmla="*/ 146272 h 148087"/>
                <a:gd name="connsiteX1" fmla="*/ 2096 w 653822"/>
                <a:gd name="connsiteY1" fmla="*/ 139566 h 148087"/>
                <a:gd name="connsiteX2" fmla="*/ 92066 w 653822"/>
                <a:gd name="connsiteY2" fmla="*/ 94581 h 148087"/>
                <a:gd name="connsiteX3" fmla="*/ 205786 w 653822"/>
                <a:gd name="connsiteY3" fmla="*/ 96537 h 148087"/>
                <a:gd name="connsiteX4" fmla="*/ 329007 w 653822"/>
                <a:gd name="connsiteY4" fmla="*/ 50154 h 148087"/>
                <a:gd name="connsiteX5" fmla="*/ 423448 w 653822"/>
                <a:gd name="connsiteY5" fmla="*/ 50154 h 148087"/>
                <a:gd name="connsiteX6" fmla="*/ 524036 w 653822"/>
                <a:gd name="connsiteY6" fmla="*/ 16625 h 148087"/>
                <a:gd name="connsiteX7" fmla="*/ 524874 w 653822"/>
                <a:gd name="connsiteY7" fmla="*/ 16625 h 148087"/>
                <a:gd name="connsiteX8" fmla="*/ 605344 w 653822"/>
                <a:gd name="connsiteY8" fmla="*/ 25846 h 148087"/>
                <a:gd name="connsiteX9" fmla="*/ 650888 w 653822"/>
                <a:gd name="connsiteY9" fmla="*/ 2096 h 148087"/>
                <a:gd name="connsiteX10" fmla="*/ 654241 w 653822"/>
                <a:gd name="connsiteY10" fmla="*/ 8802 h 148087"/>
                <a:gd name="connsiteX11" fmla="*/ 606741 w 653822"/>
                <a:gd name="connsiteY11" fmla="*/ 33390 h 148087"/>
                <a:gd name="connsiteX12" fmla="*/ 605624 w 653822"/>
                <a:gd name="connsiteY12" fmla="*/ 33390 h 148087"/>
                <a:gd name="connsiteX13" fmla="*/ 524594 w 653822"/>
                <a:gd name="connsiteY13" fmla="*/ 24169 h 148087"/>
                <a:gd name="connsiteX14" fmla="*/ 424006 w 653822"/>
                <a:gd name="connsiteY14" fmla="*/ 57419 h 148087"/>
                <a:gd name="connsiteX15" fmla="*/ 329845 w 653822"/>
                <a:gd name="connsiteY15" fmla="*/ 57419 h 148087"/>
                <a:gd name="connsiteX16" fmla="*/ 207183 w 653822"/>
                <a:gd name="connsiteY16" fmla="*/ 104081 h 148087"/>
                <a:gd name="connsiteX17" fmla="*/ 206345 w 653822"/>
                <a:gd name="connsiteY17" fmla="*/ 104081 h 148087"/>
                <a:gd name="connsiteX18" fmla="*/ 93742 w 653822"/>
                <a:gd name="connsiteY18" fmla="*/ 102125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3822" h="148087">
                  <a:moveTo>
                    <a:pt x="5449" y="146272"/>
                  </a:moveTo>
                  <a:lnTo>
                    <a:pt x="2096" y="139566"/>
                  </a:lnTo>
                  <a:lnTo>
                    <a:pt x="92066" y="94581"/>
                  </a:lnTo>
                  <a:lnTo>
                    <a:pt x="205786" y="96537"/>
                  </a:lnTo>
                  <a:lnTo>
                    <a:pt x="329007" y="50154"/>
                  </a:lnTo>
                  <a:lnTo>
                    <a:pt x="423448" y="50154"/>
                  </a:lnTo>
                  <a:lnTo>
                    <a:pt x="524036" y="16625"/>
                  </a:lnTo>
                  <a:lnTo>
                    <a:pt x="524874" y="16625"/>
                  </a:lnTo>
                  <a:lnTo>
                    <a:pt x="605344" y="25846"/>
                  </a:lnTo>
                  <a:lnTo>
                    <a:pt x="650888" y="2096"/>
                  </a:lnTo>
                  <a:lnTo>
                    <a:pt x="654241" y="8802"/>
                  </a:lnTo>
                  <a:lnTo>
                    <a:pt x="606741" y="33390"/>
                  </a:lnTo>
                  <a:lnTo>
                    <a:pt x="605624" y="33390"/>
                  </a:lnTo>
                  <a:lnTo>
                    <a:pt x="524594" y="24169"/>
                  </a:lnTo>
                  <a:lnTo>
                    <a:pt x="424006" y="57419"/>
                  </a:lnTo>
                  <a:lnTo>
                    <a:pt x="329845" y="57419"/>
                  </a:lnTo>
                  <a:lnTo>
                    <a:pt x="207183" y="104081"/>
                  </a:lnTo>
                  <a:lnTo>
                    <a:pt x="206345" y="104081"/>
                  </a:lnTo>
                  <a:lnTo>
                    <a:pt x="93742" y="102125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84231C83-CAB1-7AC6-5168-147BA5251346}"/>
                </a:ext>
              </a:extLst>
            </p:cNvPr>
            <p:cNvSpPr/>
            <p:nvPr/>
          </p:nvSpPr>
          <p:spPr>
            <a:xfrm>
              <a:off x="1201879" y="2731806"/>
              <a:ext cx="145294" cy="142500"/>
            </a:xfrm>
            <a:custGeom>
              <a:avLst/>
              <a:gdLst>
                <a:gd name="connsiteX0" fmla="*/ 90147 w 145293"/>
                <a:gd name="connsiteY0" fmla="*/ 3250 h 142499"/>
                <a:gd name="connsiteX1" fmla="*/ 26441 w 145293"/>
                <a:gd name="connsiteY1" fmla="*/ 20853 h 142499"/>
                <a:gd name="connsiteX2" fmla="*/ 3250 w 145293"/>
                <a:gd name="connsiteY2" fmla="*/ 61367 h 142499"/>
                <a:gd name="connsiteX3" fmla="*/ 15264 w 145293"/>
                <a:gd name="connsiteY3" fmla="*/ 105235 h 142499"/>
                <a:gd name="connsiteX4" fmla="*/ 55779 w 145293"/>
                <a:gd name="connsiteY4" fmla="*/ 128426 h 142499"/>
                <a:gd name="connsiteX5" fmla="*/ 74779 w 145293"/>
                <a:gd name="connsiteY5" fmla="*/ 123117 h 142499"/>
                <a:gd name="connsiteX6" fmla="*/ 93499 w 145293"/>
                <a:gd name="connsiteY6" fmla="*/ 141838 h 142499"/>
                <a:gd name="connsiteX7" fmla="*/ 100205 w 145293"/>
                <a:gd name="connsiteY7" fmla="*/ 116132 h 142499"/>
                <a:gd name="connsiteX8" fmla="*/ 119205 w 145293"/>
                <a:gd name="connsiteY8" fmla="*/ 110823 h 142499"/>
                <a:gd name="connsiteX9" fmla="*/ 142396 w 145293"/>
                <a:gd name="connsiteY9" fmla="*/ 70308 h 142499"/>
                <a:gd name="connsiteX10" fmla="*/ 130382 w 145293"/>
                <a:gd name="connsiteY10" fmla="*/ 26441 h 142499"/>
                <a:gd name="connsiteX11" fmla="*/ 90147 w 145293"/>
                <a:gd name="connsiteY11" fmla="*/ 3250 h 14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293" h="142499">
                  <a:moveTo>
                    <a:pt x="90147" y="3250"/>
                  </a:moveTo>
                  <a:lnTo>
                    <a:pt x="26441" y="20853"/>
                  </a:lnTo>
                  <a:cubicBezTo>
                    <a:pt x="8838" y="25603"/>
                    <a:pt x="-1500" y="44044"/>
                    <a:pt x="3250" y="61367"/>
                  </a:cubicBezTo>
                  <a:lnTo>
                    <a:pt x="15264" y="105235"/>
                  </a:lnTo>
                  <a:cubicBezTo>
                    <a:pt x="20014" y="122838"/>
                    <a:pt x="38455" y="133176"/>
                    <a:pt x="55779" y="128426"/>
                  </a:cubicBezTo>
                  <a:lnTo>
                    <a:pt x="74779" y="123117"/>
                  </a:lnTo>
                  <a:lnTo>
                    <a:pt x="93499" y="141838"/>
                  </a:lnTo>
                  <a:lnTo>
                    <a:pt x="100205" y="116132"/>
                  </a:lnTo>
                  <a:lnTo>
                    <a:pt x="119205" y="110823"/>
                  </a:lnTo>
                  <a:cubicBezTo>
                    <a:pt x="136808" y="106073"/>
                    <a:pt x="147146" y="87632"/>
                    <a:pt x="142396" y="70308"/>
                  </a:cubicBezTo>
                  <a:lnTo>
                    <a:pt x="130382" y="26441"/>
                  </a:lnTo>
                  <a:cubicBezTo>
                    <a:pt x="125911" y="8838"/>
                    <a:pt x="107470" y="-1500"/>
                    <a:pt x="90147" y="3250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5" name="Forma libre 114">
              <a:extLst>
                <a:ext uri="{FF2B5EF4-FFF2-40B4-BE49-F238E27FC236}">
                  <a16:creationId xmlns:a16="http://schemas.microsoft.com/office/drawing/2014/main" id="{46D99042-EEAB-D71C-7139-D5A38F368B37}"/>
                </a:ext>
              </a:extLst>
            </p:cNvPr>
            <p:cNvSpPr/>
            <p:nvPr/>
          </p:nvSpPr>
          <p:spPr>
            <a:xfrm>
              <a:off x="1233480" y="2799731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1846B0A6-90A6-9E91-48F5-1EDE79EC604B}"/>
                </a:ext>
              </a:extLst>
            </p:cNvPr>
            <p:cNvSpPr/>
            <p:nvPr/>
          </p:nvSpPr>
          <p:spPr>
            <a:xfrm>
              <a:off x="1265612" y="2790790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2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324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9DFBAD5C-F64C-1305-327E-7C4EEC718CFD}"/>
                </a:ext>
              </a:extLst>
            </p:cNvPr>
            <p:cNvSpPr/>
            <p:nvPr/>
          </p:nvSpPr>
          <p:spPr>
            <a:xfrm>
              <a:off x="1297745" y="2782128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8" name="Forma libre 117">
              <a:extLst>
                <a:ext uri="{FF2B5EF4-FFF2-40B4-BE49-F238E27FC236}">
                  <a16:creationId xmlns:a16="http://schemas.microsoft.com/office/drawing/2014/main" id="{7987D25E-17B1-E700-0719-F224DAD19333}"/>
                </a:ext>
              </a:extLst>
            </p:cNvPr>
            <p:cNvSpPr/>
            <p:nvPr/>
          </p:nvSpPr>
          <p:spPr>
            <a:xfrm>
              <a:off x="1445003" y="2731284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6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6" y="20312"/>
                    <a:pt x="2096" y="13831"/>
                  </a:cubicBezTo>
                  <a:cubicBezTo>
                    <a:pt x="2096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C1CAE1F0-91BA-2511-0817-C05FC5829BF7}"/>
                </a:ext>
              </a:extLst>
            </p:cNvPr>
            <p:cNvSpPr/>
            <p:nvPr/>
          </p:nvSpPr>
          <p:spPr>
            <a:xfrm>
              <a:off x="1877531" y="2655563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5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5" y="20312"/>
                    <a:pt x="2095" y="13831"/>
                  </a:cubicBezTo>
                  <a:cubicBezTo>
                    <a:pt x="2095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EA50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0" name="Forma libre 119">
              <a:extLst>
                <a:ext uri="{FF2B5EF4-FFF2-40B4-BE49-F238E27FC236}">
                  <a16:creationId xmlns:a16="http://schemas.microsoft.com/office/drawing/2014/main" id="{3571037C-04BB-9ECE-28A4-D00D6A646A93}"/>
                </a:ext>
              </a:extLst>
            </p:cNvPr>
            <p:cNvSpPr/>
            <p:nvPr/>
          </p:nvSpPr>
          <p:spPr>
            <a:xfrm>
              <a:off x="1785605" y="3077195"/>
              <a:ext cx="284999" cy="25147"/>
            </a:xfrm>
            <a:custGeom>
              <a:avLst/>
              <a:gdLst>
                <a:gd name="connsiteX0" fmla="*/ 2096 w 284999"/>
                <a:gd name="connsiteY0" fmla="*/ 12993 h 25147"/>
                <a:gd name="connsiteX1" fmla="*/ 143757 w 284999"/>
                <a:gd name="connsiteY1" fmla="*/ 23890 h 25147"/>
                <a:gd name="connsiteX2" fmla="*/ 285418 w 284999"/>
                <a:gd name="connsiteY2" fmla="*/ 12993 h 25147"/>
                <a:gd name="connsiteX3" fmla="*/ 143757 w 284999"/>
                <a:gd name="connsiteY3" fmla="*/ 2096 h 25147"/>
                <a:gd name="connsiteX4" fmla="*/ 2096 w 284999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999" h="25147">
                  <a:moveTo>
                    <a:pt x="2096" y="12993"/>
                  </a:moveTo>
                  <a:cubicBezTo>
                    <a:pt x="2096" y="18860"/>
                    <a:pt x="65522" y="23890"/>
                    <a:pt x="143757" y="23890"/>
                  </a:cubicBezTo>
                  <a:cubicBezTo>
                    <a:pt x="221992" y="23890"/>
                    <a:pt x="285418" y="19140"/>
                    <a:pt x="285418" y="12993"/>
                  </a:cubicBezTo>
                  <a:cubicBezTo>
                    <a:pt x="285418" y="7125"/>
                    <a:pt x="221992" y="2096"/>
                    <a:pt x="143757" y="2096"/>
                  </a:cubicBezTo>
                  <a:cubicBezTo>
                    <a:pt x="65522" y="2375"/>
                    <a:pt x="2096" y="7125"/>
                    <a:pt x="2096" y="12993"/>
                  </a:cubicBezTo>
                  <a:close/>
                </a:path>
              </a:pathLst>
            </a:custGeom>
            <a:solidFill>
              <a:srgbClr val="D8D8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1" name="Forma libre 120">
              <a:extLst>
                <a:ext uri="{FF2B5EF4-FFF2-40B4-BE49-F238E27FC236}">
                  <a16:creationId xmlns:a16="http://schemas.microsoft.com/office/drawing/2014/main" id="{AB8C54BB-39CA-D6D8-F185-9CC61AB3468E}"/>
                </a:ext>
              </a:extLst>
            </p:cNvPr>
            <p:cNvSpPr/>
            <p:nvPr/>
          </p:nvSpPr>
          <p:spPr>
            <a:xfrm>
              <a:off x="1887081" y="2395694"/>
              <a:ext cx="53088" cy="145294"/>
            </a:xfrm>
            <a:custGeom>
              <a:avLst/>
              <a:gdLst>
                <a:gd name="connsiteX0" fmla="*/ 26355 w 53088"/>
                <a:gd name="connsiteY0" fmla="*/ 140422 h 145293"/>
                <a:gd name="connsiteX1" fmla="*/ 45913 w 53088"/>
                <a:gd name="connsiteY1" fmla="*/ 67216 h 145293"/>
                <a:gd name="connsiteX2" fmla="*/ 51502 w 53088"/>
                <a:gd name="connsiteY2" fmla="*/ 18598 h 145293"/>
                <a:gd name="connsiteX3" fmla="*/ 33061 w 53088"/>
                <a:gd name="connsiteY3" fmla="*/ 3789 h 145293"/>
                <a:gd name="connsiteX4" fmla="*/ 12664 w 53088"/>
                <a:gd name="connsiteY4" fmla="*/ 35084 h 145293"/>
                <a:gd name="connsiteX5" fmla="*/ 2605 w 53088"/>
                <a:gd name="connsiteY5" fmla="*/ 126451 h 145293"/>
                <a:gd name="connsiteX6" fmla="*/ 26355 w 53088"/>
                <a:gd name="connsiteY6" fmla="*/ 140422 h 14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088" h="145293">
                  <a:moveTo>
                    <a:pt x="26355" y="140422"/>
                  </a:moveTo>
                  <a:cubicBezTo>
                    <a:pt x="30546" y="132319"/>
                    <a:pt x="38090" y="113598"/>
                    <a:pt x="45913" y="67216"/>
                  </a:cubicBezTo>
                  <a:cubicBezTo>
                    <a:pt x="50664" y="38995"/>
                    <a:pt x="50943" y="27260"/>
                    <a:pt x="51502" y="18598"/>
                  </a:cubicBezTo>
                  <a:cubicBezTo>
                    <a:pt x="52340" y="3510"/>
                    <a:pt x="40046" y="-681"/>
                    <a:pt x="33061" y="3789"/>
                  </a:cubicBezTo>
                  <a:cubicBezTo>
                    <a:pt x="21884" y="11334"/>
                    <a:pt x="13502" y="26981"/>
                    <a:pt x="12664" y="35084"/>
                  </a:cubicBezTo>
                  <a:cubicBezTo>
                    <a:pt x="7914" y="80628"/>
                    <a:pt x="5678" y="114995"/>
                    <a:pt x="2605" y="126451"/>
                  </a:cubicBezTo>
                  <a:cubicBezTo>
                    <a:pt x="-1586" y="142936"/>
                    <a:pt x="21325" y="149922"/>
                    <a:pt x="26355" y="140422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2" name="Forma libre 121">
              <a:extLst>
                <a:ext uri="{FF2B5EF4-FFF2-40B4-BE49-F238E27FC236}">
                  <a16:creationId xmlns:a16="http://schemas.microsoft.com/office/drawing/2014/main" id="{D2D4CAED-8BF9-DEE3-2E6F-CFCC104E4F14}"/>
                </a:ext>
              </a:extLst>
            </p:cNvPr>
            <p:cNvSpPr/>
            <p:nvPr/>
          </p:nvSpPr>
          <p:spPr>
            <a:xfrm>
              <a:off x="1803271" y="2490230"/>
              <a:ext cx="111764" cy="53088"/>
            </a:xfrm>
            <a:custGeom>
              <a:avLst/>
              <a:gdLst>
                <a:gd name="connsiteX0" fmla="*/ 2871 w 111764"/>
                <a:gd name="connsiteY0" fmla="*/ 15150 h 53088"/>
                <a:gd name="connsiteX1" fmla="*/ 33606 w 111764"/>
                <a:gd name="connsiteY1" fmla="*/ 28562 h 53088"/>
                <a:gd name="connsiteX2" fmla="*/ 94238 w 111764"/>
                <a:gd name="connsiteY2" fmla="*/ 51474 h 53088"/>
                <a:gd name="connsiteX3" fmla="*/ 103459 w 111764"/>
                <a:gd name="connsiteY3" fmla="*/ 26885 h 53088"/>
                <a:gd name="connsiteX4" fmla="*/ 10136 w 111764"/>
                <a:gd name="connsiteY4" fmla="*/ 2577 h 53088"/>
                <a:gd name="connsiteX5" fmla="*/ 2871 w 111764"/>
                <a:gd name="connsiteY5" fmla="*/ 15150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764" h="53088">
                  <a:moveTo>
                    <a:pt x="2871" y="15150"/>
                  </a:moveTo>
                  <a:cubicBezTo>
                    <a:pt x="5945" y="21297"/>
                    <a:pt x="13768" y="18224"/>
                    <a:pt x="33606" y="28562"/>
                  </a:cubicBezTo>
                  <a:cubicBezTo>
                    <a:pt x="62106" y="43650"/>
                    <a:pt x="70768" y="45885"/>
                    <a:pt x="94238" y="51474"/>
                  </a:cubicBezTo>
                  <a:cubicBezTo>
                    <a:pt x="109606" y="55106"/>
                    <a:pt x="120782" y="34709"/>
                    <a:pt x="103459" y="26885"/>
                  </a:cubicBezTo>
                  <a:cubicBezTo>
                    <a:pt x="88650" y="20180"/>
                    <a:pt x="19077" y="6488"/>
                    <a:pt x="10136" y="2577"/>
                  </a:cubicBezTo>
                  <a:cubicBezTo>
                    <a:pt x="4268" y="-217"/>
                    <a:pt x="356" y="9841"/>
                    <a:pt x="2871" y="15150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3" name="Forma libre 122">
              <a:extLst>
                <a:ext uri="{FF2B5EF4-FFF2-40B4-BE49-F238E27FC236}">
                  <a16:creationId xmlns:a16="http://schemas.microsoft.com/office/drawing/2014/main" id="{EFC8ABD9-71A7-852B-1F43-D3412E405224}"/>
                </a:ext>
              </a:extLst>
            </p:cNvPr>
            <p:cNvSpPr/>
            <p:nvPr/>
          </p:nvSpPr>
          <p:spPr>
            <a:xfrm>
              <a:off x="1993376" y="3048713"/>
              <a:ext cx="39118" cy="41912"/>
            </a:xfrm>
            <a:custGeom>
              <a:avLst/>
              <a:gdLst>
                <a:gd name="connsiteX0" fmla="*/ 13382 w 39117"/>
                <a:gd name="connsiteY0" fmla="*/ 8783 h 41911"/>
                <a:gd name="connsiteX1" fmla="*/ 11985 w 39117"/>
                <a:gd name="connsiteY1" fmla="*/ 19959 h 41911"/>
                <a:gd name="connsiteX2" fmla="*/ 4721 w 39117"/>
                <a:gd name="connsiteY2" fmla="*/ 30018 h 41911"/>
                <a:gd name="connsiteX3" fmla="*/ 14221 w 39117"/>
                <a:gd name="connsiteY3" fmla="*/ 41195 h 41911"/>
                <a:gd name="connsiteX4" fmla="*/ 39088 w 39117"/>
                <a:gd name="connsiteY4" fmla="*/ 30298 h 41911"/>
                <a:gd name="connsiteX5" fmla="*/ 35735 w 39117"/>
                <a:gd name="connsiteY5" fmla="*/ 12695 h 41911"/>
                <a:gd name="connsiteX6" fmla="*/ 33779 w 39117"/>
                <a:gd name="connsiteY6" fmla="*/ 4033 h 41911"/>
                <a:gd name="connsiteX7" fmla="*/ 13382 w 39117"/>
                <a:gd name="connsiteY7" fmla="*/ 8783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17" h="41911">
                  <a:moveTo>
                    <a:pt x="13382" y="8783"/>
                  </a:moveTo>
                  <a:cubicBezTo>
                    <a:pt x="11985" y="14371"/>
                    <a:pt x="12544" y="16327"/>
                    <a:pt x="11985" y="19959"/>
                  </a:cubicBezTo>
                  <a:cubicBezTo>
                    <a:pt x="11147" y="24430"/>
                    <a:pt x="6956" y="26106"/>
                    <a:pt x="4721" y="30018"/>
                  </a:cubicBezTo>
                  <a:cubicBezTo>
                    <a:pt x="1927" y="34209"/>
                    <a:pt x="-2265" y="40636"/>
                    <a:pt x="14221" y="41195"/>
                  </a:cubicBezTo>
                  <a:cubicBezTo>
                    <a:pt x="31824" y="41474"/>
                    <a:pt x="42162" y="40356"/>
                    <a:pt x="39088" y="30298"/>
                  </a:cubicBezTo>
                  <a:cubicBezTo>
                    <a:pt x="36015" y="20518"/>
                    <a:pt x="35456" y="16048"/>
                    <a:pt x="35735" y="12695"/>
                  </a:cubicBezTo>
                  <a:cubicBezTo>
                    <a:pt x="36015" y="9342"/>
                    <a:pt x="35735" y="5989"/>
                    <a:pt x="33779" y="4033"/>
                  </a:cubicBezTo>
                  <a:cubicBezTo>
                    <a:pt x="31544" y="2357"/>
                    <a:pt x="15897" y="-996"/>
                    <a:pt x="13382" y="8783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4" name="Forma libre 123">
              <a:extLst>
                <a:ext uri="{FF2B5EF4-FFF2-40B4-BE49-F238E27FC236}">
                  <a16:creationId xmlns:a16="http://schemas.microsoft.com/office/drawing/2014/main" id="{E6DBA414-3BB0-1184-2200-D08E70EFF22E}"/>
                </a:ext>
              </a:extLst>
            </p:cNvPr>
            <p:cNvSpPr/>
            <p:nvPr/>
          </p:nvSpPr>
          <p:spPr>
            <a:xfrm>
              <a:off x="1944564" y="2349608"/>
              <a:ext cx="33529" cy="72647"/>
            </a:xfrm>
            <a:custGeom>
              <a:avLst/>
              <a:gdLst>
                <a:gd name="connsiteX0" fmla="*/ 30062 w 33529"/>
                <a:gd name="connsiteY0" fmla="*/ 2096 h 72646"/>
                <a:gd name="connsiteX1" fmla="*/ 32577 w 33529"/>
                <a:gd name="connsiteY1" fmla="*/ 52390 h 72646"/>
                <a:gd name="connsiteX2" fmla="*/ 17768 w 33529"/>
                <a:gd name="connsiteY2" fmla="*/ 73066 h 72646"/>
                <a:gd name="connsiteX3" fmla="*/ 17489 w 33529"/>
                <a:gd name="connsiteY3" fmla="*/ 73066 h 72646"/>
                <a:gd name="connsiteX4" fmla="*/ 2121 w 33529"/>
                <a:gd name="connsiteY4" fmla="*/ 53507 h 72646"/>
                <a:gd name="connsiteX5" fmla="*/ 2401 w 33529"/>
                <a:gd name="connsiteY5" fmla="*/ 15787 h 72646"/>
                <a:gd name="connsiteX6" fmla="*/ 30062 w 33529"/>
                <a:gd name="connsiteY6" fmla="*/ 2096 h 7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29" h="72646">
                  <a:moveTo>
                    <a:pt x="30062" y="2096"/>
                  </a:moveTo>
                  <a:cubicBezTo>
                    <a:pt x="30342" y="3493"/>
                    <a:pt x="32298" y="31154"/>
                    <a:pt x="32577" y="52390"/>
                  </a:cubicBezTo>
                  <a:cubicBezTo>
                    <a:pt x="32857" y="62728"/>
                    <a:pt x="25312" y="72787"/>
                    <a:pt x="17768" y="73066"/>
                  </a:cubicBezTo>
                  <a:cubicBezTo>
                    <a:pt x="17768" y="73066"/>
                    <a:pt x="17489" y="73066"/>
                    <a:pt x="17489" y="73066"/>
                  </a:cubicBezTo>
                  <a:cubicBezTo>
                    <a:pt x="10224" y="73066"/>
                    <a:pt x="1563" y="63845"/>
                    <a:pt x="2121" y="53507"/>
                  </a:cubicBezTo>
                  <a:cubicBezTo>
                    <a:pt x="3239" y="35066"/>
                    <a:pt x="2401" y="16066"/>
                    <a:pt x="2401" y="15787"/>
                  </a:cubicBezTo>
                  <a:lnTo>
                    <a:pt x="30062" y="2096"/>
                  </a:ln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5" name="Forma libre 124">
              <a:extLst>
                <a:ext uri="{FF2B5EF4-FFF2-40B4-BE49-F238E27FC236}">
                  <a16:creationId xmlns:a16="http://schemas.microsoft.com/office/drawing/2014/main" id="{107D11C1-656C-F120-554A-9FE0804D0A62}"/>
                </a:ext>
              </a:extLst>
            </p:cNvPr>
            <p:cNvSpPr/>
            <p:nvPr/>
          </p:nvSpPr>
          <p:spPr>
            <a:xfrm>
              <a:off x="1873340" y="2388497"/>
              <a:ext cx="139706" cy="243088"/>
            </a:xfrm>
            <a:custGeom>
              <a:avLst/>
              <a:gdLst>
                <a:gd name="connsiteX0" fmla="*/ 122801 w 139705"/>
                <a:gd name="connsiteY0" fmla="*/ 83074 h 243087"/>
                <a:gd name="connsiteX1" fmla="*/ 109389 w 139705"/>
                <a:gd name="connsiteY1" fmla="*/ 141471 h 243087"/>
                <a:gd name="connsiteX2" fmla="*/ 109669 w 139705"/>
                <a:gd name="connsiteY2" fmla="*/ 185339 h 243087"/>
                <a:gd name="connsiteX3" fmla="*/ 114698 w 139705"/>
                <a:gd name="connsiteY3" fmla="*/ 211324 h 243087"/>
                <a:gd name="connsiteX4" fmla="*/ 122242 w 139705"/>
                <a:gd name="connsiteY4" fmla="*/ 243736 h 243087"/>
                <a:gd name="connsiteX5" fmla="*/ 2096 w 139705"/>
                <a:gd name="connsiteY5" fmla="*/ 243736 h 243087"/>
                <a:gd name="connsiteX6" fmla="*/ 11875 w 139705"/>
                <a:gd name="connsiteY6" fmla="*/ 98442 h 243087"/>
                <a:gd name="connsiteX7" fmla="*/ 27243 w 139705"/>
                <a:gd name="connsiteY7" fmla="*/ 36692 h 243087"/>
                <a:gd name="connsiteX8" fmla="*/ 36743 w 139705"/>
                <a:gd name="connsiteY8" fmla="*/ 16574 h 243087"/>
                <a:gd name="connsiteX9" fmla="*/ 55184 w 139705"/>
                <a:gd name="connsiteY9" fmla="*/ 5398 h 243087"/>
                <a:gd name="connsiteX10" fmla="*/ 66360 w 139705"/>
                <a:gd name="connsiteY10" fmla="*/ 3722 h 243087"/>
                <a:gd name="connsiteX11" fmla="*/ 139007 w 139705"/>
                <a:gd name="connsiteY11" fmla="*/ 25236 h 243087"/>
                <a:gd name="connsiteX12" fmla="*/ 136492 w 139705"/>
                <a:gd name="connsiteY12" fmla="*/ 48707 h 243087"/>
                <a:gd name="connsiteX13" fmla="*/ 126434 w 139705"/>
                <a:gd name="connsiteY13" fmla="*/ 73295 h 243087"/>
                <a:gd name="connsiteX14" fmla="*/ 122801 w 139705"/>
                <a:gd name="connsiteY14" fmla="*/ 83074 h 24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705" h="243087">
                  <a:moveTo>
                    <a:pt x="122801" y="83074"/>
                  </a:moveTo>
                  <a:cubicBezTo>
                    <a:pt x="116375" y="102074"/>
                    <a:pt x="112742" y="121633"/>
                    <a:pt x="109389" y="141471"/>
                  </a:cubicBezTo>
                  <a:cubicBezTo>
                    <a:pt x="106875" y="156001"/>
                    <a:pt x="107713" y="170809"/>
                    <a:pt x="109669" y="185339"/>
                  </a:cubicBezTo>
                  <a:cubicBezTo>
                    <a:pt x="110787" y="194001"/>
                    <a:pt x="112463" y="202662"/>
                    <a:pt x="114698" y="211324"/>
                  </a:cubicBezTo>
                  <a:cubicBezTo>
                    <a:pt x="115537" y="214677"/>
                    <a:pt x="121963" y="240942"/>
                    <a:pt x="122242" y="243736"/>
                  </a:cubicBezTo>
                  <a:cubicBezTo>
                    <a:pt x="122242" y="243736"/>
                    <a:pt x="8801" y="243736"/>
                    <a:pt x="2096" y="243736"/>
                  </a:cubicBezTo>
                  <a:cubicBezTo>
                    <a:pt x="3213" y="220265"/>
                    <a:pt x="30037" y="146221"/>
                    <a:pt x="11875" y="98442"/>
                  </a:cubicBezTo>
                  <a:cubicBezTo>
                    <a:pt x="-699" y="65192"/>
                    <a:pt x="16066" y="64354"/>
                    <a:pt x="27243" y="36692"/>
                  </a:cubicBezTo>
                  <a:cubicBezTo>
                    <a:pt x="30037" y="29986"/>
                    <a:pt x="32272" y="22442"/>
                    <a:pt x="36743" y="16574"/>
                  </a:cubicBezTo>
                  <a:cubicBezTo>
                    <a:pt x="41213" y="10986"/>
                    <a:pt x="48198" y="7075"/>
                    <a:pt x="55184" y="5398"/>
                  </a:cubicBezTo>
                  <a:cubicBezTo>
                    <a:pt x="58816" y="4560"/>
                    <a:pt x="62728" y="4001"/>
                    <a:pt x="66360" y="3722"/>
                  </a:cubicBezTo>
                  <a:cubicBezTo>
                    <a:pt x="86757" y="2045"/>
                    <a:pt x="134536" y="-3822"/>
                    <a:pt x="139007" y="25236"/>
                  </a:cubicBezTo>
                  <a:cubicBezTo>
                    <a:pt x="140125" y="33060"/>
                    <a:pt x="139007" y="41163"/>
                    <a:pt x="136492" y="48707"/>
                  </a:cubicBezTo>
                  <a:cubicBezTo>
                    <a:pt x="133698" y="57089"/>
                    <a:pt x="129787" y="65192"/>
                    <a:pt x="126434" y="73295"/>
                  </a:cubicBezTo>
                  <a:cubicBezTo>
                    <a:pt x="125316" y="76369"/>
                    <a:pt x="123919" y="79721"/>
                    <a:pt x="122801" y="83074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1CC701C9-B26E-B223-7969-B5421D93069C}"/>
                </a:ext>
              </a:extLst>
            </p:cNvPr>
            <p:cNvSpPr/>
            <p:nvPr/>
          </p:nvSpPr>
          <p:spPr>
            <a:xfrm>
              <a:off x="1868590" y="2630137"/>
              <a:ext cx="131323" cy="78235"/>
            </a:xfrm>
            <a:custGeom>
              <a:avLst/>
              <a:gdLst>
                <a:gd name="connsiteX0" fmla="*/ 126154 w 131323"/>
                <a:gd name="connsiteY0" fmla="*/ 78375 h 78235"/>
                <a:gd name="connsiteX1" fmla="*/ 126713 w 131323"/>
                <a:gd name="connsiteY1" fmla="*/ 2096 h 78235"/>
                <a:gd name="connsiteX2" fmla="*/ 6566 w 131323"/>
                <a:gd name="connsiteY2" fmla="*/ 2096 h 78235"/>
                <a:gd name="connsiteX3" fmla="*/ 2096 w 131323"/>
                <a:gd name="connsiteY3" fmla="*/ 78375 h 78235"/>
                <a:gd name="connsiteX4" fmla="*/ 126154 w 131323"/>
                <a:gd name="connsiteY4" fmla="*/ 78375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323" h="78235">
                  <a:moveTo>
                    <a:pt x="126154" y="78375"/>
                  </a:moveTo>
                  <a:cubicBezTo>
                    <a:pt x="126154" y="78375"/>
                    <a:pt x="136492" y="52110"/>
                    <a:pt x="126713" y="2096"/>
                  </a:cubicBezTo>
                  <a:lnTo>
                    <a:pt x="6566" y="2096"/>
                  </a:lnTo>
                  <a:cubicBezTo>
                    <a:pt x="6566" y="2096"/>
                    <a:pt x="2375" y="37860"/>
                    <a:pt x="2096" y="78375"/>
                  </a:cubicBezTo>
                  <a:lnTo>
                    <a:pt x="126154" y="78375"/>
                  </a:ln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5C2F1C17-6D5D-34F6-E398-03A9E1BC6DC9}"/>
                </a:ext>
              </a:extLst>
            </p:cNvPr>
            <p:cNvSpPr/>
            <p:nvPr/>
          </p:nvSpPr>
          <p:spPr>
            <a:xfrm>
              <a:off x="1967732" y="2833293"/>
              <a:ext cx="64265" cy="226323"/>
            </a:xfrm>
            <a:custGeom>
              <a:avLst/>
              <a:gdLst>
                <a:gd name="connsiteX0" fmla="*/ 3541 w 64264"/>
                <a:gd name="connsiteY0" fmla="*/ 38395 h 226323"/>
                <a:gd name="connsiteX1" fmla="*/ 46571 w 64264"/>
                <a:gd name="connsiteY1" fmla="*/ 19954 h 226323"/>
                <a:gd name="connsiteX2" fmla="*/ 61938 w 64264"/>
                <a:gd name="connsiteY2" fmla="*/ 220851 h 226323"/>
                <a:gd name="connsiteX3" fmla="*/ 58026 w 64264"/>
                <a:gd name="connsiteY3" fmla="*/ 223086 h 226323"/>
                <a:gd name="connsiteX4" fmla="*/ 45453 w 64264"/>
                <a:gd name="connsiteY4" fmla="*/ 220571 h 226323"/>
                <a:gd name="connsiteX5" fmla="*/ 38747 w 64264"/>
                <a:gd name="connsiteY5" fmla="*/ 226160 h 226323"/>
                <a:gd name="connsiteX6" fmla="*/ 3541 w 64264"/>
                <a:gd name="connsiteY6" fmla="*/ 38395 h 22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226323">
                  <a:moveTo>
                    <a:pt x="3541" y="38395"/>
                  </a:moveTo>
                  <a:cubicBezTo>
                    <a:pt x="-5959" y="-2119"/>
                    <a:pt x="33997" y="-9384"/>
                    <a:pt x="46571" y="19954"/>
                  </a:cubicBezTo>
                  <a:cubicBezTo>
                    <a:pt x="64453" y="61586"/>
                    <a:pt x="63056" y="194307"/>
                    <a:pt x="61938" y="220851"/>
                  </a:cubicBezTo>
                  <a:cubicBezTo>
                    <a:pt x="61938" y="224204"/>
                    <a:pt x="59982" y="223645"/>
                    <a:pt x="58026" y="223086"/>
                  </a:cubicBezTo>
                  <a:cubicBezTo>
                    <a:pt x="52438" y="221130"/>
                    <a:pt x="47688" y="220292"/>
                    <a:pt x="45453" y="220571"/>
                  </a:cubicBezTo>
                  <a:cubicBezTo>
                    <a:pt x="40982" y="221410"/>
                    <a:pt x="38747" y="226160"/>
                    <a:pt x="38747" y="226160"/>
                  </a:cubicBezTo>
                  <a:cubicBezTo>
                    <a:pt x="34835" y="189836"/>
                    <a:pt x="12762" y="77792"/>
                    <a:pt x="3541" y="38395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6B80B98A-AA69-3B88-DB27-C1BCA214B90B}"/>
                </a:ext>
              </a:extLst>
            </p:cNvPr>
            <p:cNvSpPr/>
            <p:nvPr/>
          </p:nvSpPr>
          <p:spPr>
            <a:xfrm>
              <a:off x="1932563" y="2635159"/>
              <a:ext cx="83823" cy="254264"/>
            </a:xfrm>
            <a:custGeom>
              <a:avLst/>
              <a:gdLst>
                <a:gd name="connsiteX0" fmla="*/ 2666 w 83823"/>
                <a:gd name="connsiteY0" fmla="*/ 78941 h 254264"/>
                <a:gd name="connsiteX1" fmla="*/ 47931 w 83823"/>
                <a:gd name="connsiteY1" fmla="*/ 6015 h 254264"/>
                <a:gd name="connsiteX2" fmla="*/ 66931 w 83823"/>
                <a:gd name="connsiteY2" fmla="*/ 40103 h 254264"/>
                <a:gd name="connsiteX3" fmla="*/ 81181 w 83823"/>
                <a:gd name="connsiteY3" fmla="*/ 215294 h 254264"/>
                <a:gd name="connsiteX4" fmla="*/ 41504 w 83823"/>
                <a:gd name="connsiteY4" fmla="*/ 240720 h 254264"/>
                <a:gd name="connsiteX5" fmla="*/ 2666 w 83823"/>
                <a:gd name="connsiteY5" fmla="*/ 78941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23" h="254264">
                  <a:moveTo>
                    <a:pt x="2666" y="78941"/>
                  </a:moveTo>
                  <a:cubicBezTo>
                    <a:pt x="-1525" y="28647"/>
                    <a:pt x="17754" y="-10750"/>
                    <a:pt x="47931" y="6015"/>
                  </a:cubicBezTo>
                  <a:cubicBezTo>
                    <a:pt x="60504" y="13000"/>
                    <a:pt x="65254" y="26971"/>
                    <a:pt x="66931" y="40103"/>
                  </a:cubicBezTo>
                  <a:cubicBezTo>
                    <a:pt x="68607" y="53235"/>
                    <a:pt x="77828" y="190426"/>
                    <a:pt x="81181" y="215294"/>
                  </a:cubicBezTo>
                  <a:cubicBezTo>
                    <a:pt x="88445" y="271176"/>
                    <a:pt x="45975" y="256088"/>
                    <a:pt x="41504" y="240720"/>
                  </a:cubicBezTo>
                  <a:cubicBezTo>
                    <a:pt x="29769" y="201603"/>
                    <a:pt x="4902" y="106323"/>
                    <a:pt x="2666" y="78941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601D4710-05CE-63F4-557F-3C4EDA2FE04D}"/>
                </a:ext>
              </a:extLst>
            </p:cNvPr>
            <p:cNvSpPr/>
            <p:nvPr/>
          </p:nvSpPr>
          <p:spPr>
            <a:xfrm>
              <a:off x="1862106" y="2838186"/>
              <a:ext cx="50294" cy="237499"/>
            </a:xfrm>
            <a:custGeom>
              <a:avLst/>
              <a:gdLst>
                <a:gd name="connsiteX0" fmla="*/ 2153 w 50294"/>
                <a:gd name="connsiteY0" fmla="*/ 30987 h 237499"/>
                <a:gd name="connsiteX1" fmla="*/ 44903 w 50294"/>
                <a:gd name="connsiteY1" fmla="*/ 24840 h 237499"/>
                <a:gd name="connsiteX2" fmla="*/ 33168 w 50294"/>
                <a:gd name="connsiteY2" fmla="*/ 236634 h 237499"/>
                <a:gd name="connsiteX3" fmla="*/ 18359 w 50294"/>
                <a:gd name="connsiteY3" fmla="*/ 224061 h 237499"/>
                <a:gd name="connsiteX4" fmla="*/ 11374 w 50294"/>
                <a:gd name="connsiteY4" fmla="*/ 227972 h 237499"/>
                <a:gd name="connsiteX5" fmla="*/ 2153 w 50294"/>
                <a:gd name="connsiteY5" fmla="*/ 30987 h 2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294" h="237499">
                  <a:moveTo>
                    <a:pt x="2153" y="30987"/>
                  </a:moveTo>
                  <a:cubicBezTo>
                    <a:pt x="477" y="-6733"/>
                    <a:pt x="35962" y="-6174"/>
                    <a:pt x="44903" y="24840"/>
                  </a:cubicBezTo>
                  <a:cubicBezTo>
                    <a:pt x="58874" y="73179"/>
                    <a:pt x="34565" y="177399"/>
                    <a:pt x="33168" y="236634"/>
                  </a:cubicBezTo>
                  <a:cubicBezTo>
                    <a:pt x="27021" y="226296"/>
                    <a:pt x="21153" y="223781"/>
                    <a:pt x="18359" y="224061"/>
                  </a:cubicBezTo>
                  <a:cubicBezTo>
                    <a:pt x="13888" y="224340"/>
                    <a:pt x="11374" y="227972"/>
                    <a:pt x="11374" y="227972"/>
                  </a:cubicBezTo>
                  <a:cubicBezTo>
                    <a:pt x="12491" y="149737"/>
                    <a:pt x="3830" y="71502"/>
                    <a:pt x="2153" y="30987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1D31CCE6-A5E8-5138-19FD-F0B4AFC2666C}"/>
                </a:ext>
              </a:extLst>
            </p:cNvPr>
            <p:cNvSpPr/>
            <p:nvPr/>
          </p:nvSpPr>
          <p:spPr>
            <a:xfrm>
              <a:off x="1862139" y="2634667"/>
              <a:ext cx="75441" cy="254264"/>
            </a:xfrm>
            <a:custGeom>
              <a:avLst/>
              <a:gdLst>
                <a:gd name="connsiteX0" fmla="*/ 43473 w 75441"/>
                <a:gd name="connsiteY0" fmla="*/ 238418 h 254264"/>
                <a:gd name="connsiteX1" fmla="*/ 2399 w 75441"/>
                <a:gd name="connsiteY1" fmla="*/ 215506 h 254264"/>
                <a:gd name="connsiteX2" fmla="*/ 10223 w 75441"/>
                <a:gd name="connsiteY2" fmla="*/ 39477 h 254264"/>
                <a:gd name="connsiteX3" fmla="*/ 19723 w 75441"/>
                <a:gd name="connsiteY3" fmla="*/ 4272 h 254264"/>
                <a:gd name="connsiteX4" fmla="*/ 74487 w 75441"/>
                <a:gd name="connsiteY4" fmla="*/ 81668 h 254264"/>
                <a:gd name="connsiteX5" fmla="*/ 43473 w 75441"/>
                <a:gd name="connsiteY5" fmla="*/ 238418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41" h="254264">
                  <a:moveTo>
                    <a:pt x="43473" y="238418"/>
                  </a:moveTo>
                  <a:cubicBezTo>
                    <a:pt x="38723" y="253786"/>
                    <a:pt x="-1792" y="271668"/>
                    <a:pt x="2399" y="215506"/>
                  </a:cubicBezTo>
                  <a:cubicBezTo>
                    <a:pt x="4355" y="190639"/>
                    <a:pt x="9384" y="52889"/>
                    <a:pt x="10223" y="39477"/>
                  </a:cubicBezTo>
                  <a:cubicBezTo>
                    <a:pt x="11061" y="26066"/>
                    <a:pt x="13296" y="6786"/>
                    <a:pt x="19723" y="4272"/>
                  </a:cubicBezTo>
                  <a:cubicBezTo>
                    <a:pt x="51855" y="-7743"/>
                    <a:pt x="82870" y="31654"/>
                    <a:pt x="74487" y="81668"/>
                  </a:cubicBezTo>
                  <a:cubicBezTo>
                    <a:pt x="68899" y="115198"/>
                    <a:pt x="53252" y="206565"/>
                    <a:pt x="43473" y="238418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23AD84D0-2F0A-0FCE-7CA4-F81B3B0A3679}"/>
                </a:ext>
              </a:extLst>
            </p:cNvPr>
            <p:cNvSpPr/>
            <p:nvPr/>
          </p:nvSpPr>
          <p:spPr>
            <a:xfrm>
              <a:off x="1899046" y="2501887"/>
              <a:ext cx="22353" cy="8382"/>
            </a:xfrm>
            <a:custGeom>
              <a:avLst/>
              <a:gdLst>
                <a:gd name="connsiteX0" fmla="*/ 4610 w 22352"/>
                <a:gd name="connsiteY0" fmla="*/ 6566 h 8382"/>
                <a:gd name="connsiteX1" fmla="*/ 21654 w 22352"/>
                <a:gd name="connsiteY1" fmla="*/ 6566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610" y="6566"/>
                  </a:moveTo>
                  <a:lnTo>
                    <a:pt x="21654" y="6566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F85E0860-878F-FD24-201C-B46854815564}"/>
                </a:ext>
              </a:extLst>
            </p:cNvPr>
            <p:cNvSpPr/>
            <p:nvPr/>
          </p:nvSpPr>
          <p:spPr>
            <a:xfrm>
              <a:off x="1850708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DCD40C1A-6F87-E729-77F5-4021E18854DF}"/>
                </a:ext>
              </a:extLst>
            </p:cNvPr>
            <p:cNvSpPr/>
            <p:nvPr/>
          </p:nvSpPr>
          <p:spPr>
            <a:xfrm>
              <a:off x="1872502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4" name="Forma libre 133">
              <a:extLst>
                <a:ext uri="{FF2B5EF4-FFF2-40B4-BE49-F238E27FC236}">
                  <a16:creationId xmlns:a16="http://schemas.microsoft.com/office/drawing/2014/main" id="{EAF6424A-9CA5-9CEA-3A00-42D967A90D1C}"/>
                </a:ext>
              </a:extLst>
            </p:cNvPr>
            <p:cNvSpPr/>
            <p:nvPr/>
          </p:nvSpPr>
          <p:spPr>
            <a:xfrm>
              <a:off x="1836178" y="2511387"/>
              <a:ext cx="89412" cy="19559"/>
            </a:xfrm>
            <a:custGeom>
              <a:avLst/>
              <a:gdLst>
                <a:gd name="connsiteX0" fmla="*/ 10478 w 89411"/>
                <a:gd name="connsiteY0" fmla="*/ 17463 h 19558"/>
                <a:gd name="connsiteX1" fmla="*/ 89551 w 89411"/>
                <a:gd name="connsiteY1" fmla="*/ 17463 h 19558"/>
                <a:gd name="connsiteX2" fmla="*/ 81448 w 89411"/>
                <a:gd name="connsiteY2" fmla="*/ 2096 h 19558"/>
                <a:gd name="connsiteX3" fmla="*/ 2096 w 89411"/>
                <a:gd name="connsiteY3" fmla="*/ 2096 h 19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19558">
                  <a:moveTo>
                    <a:pt x="10478" y="17463"/>
                  </a:moveTo>
                  <a:lnTo>
                    <a:pt x="89551" y="17463"/>
                  </a:lnTo>
                  <a:lnTo>
                    <a:pt x="8144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5" name="Forma libre 134">
              <a:extLst>
                <a:ext uri="{FF2B5EF4-FFF2-40B4-BE49-F238E27FC236}">
                  <a16:creationId xmlns:a16="http://schemas.microsoft.com/office/drawing/2014/main" id="{CCE5A174-1186-DFBB-6B79-FDF728A77170}"/>
                </a:ext>
              </a:extLst>
            </p:cNvPr>
            <p:cNvSpPr/>
            <p:nvPr/>
          </p:nvSpPr>
          <p:spPr>
            <a:xfrm>
              <a:off x="1840649" y="2516417"/>
              <a:ext cx="22353" cy="13971"/>
            </a:xfrm>
            <a:custGeom>
              <a:avLst/>
              <a:gdLst>
                <a:gd name="connsiteX0" fmla="*/ 7684 w 22352"/>
                <a:gd name="connsiteY0" fmla="*/ 12993 h 13970"/>
                <a:gd name="connsiteX1" fmla="*/ 21375 w 22352"/>
                <a:gd name="connsiteY1" fmla="*/ 12993 h 13970"/>
                <a:gd name="connsiteX2" fmla="*/ 15507 w 22352"/>
                <a:gd name="connsiteY2" fmla="*/ 2096 h 13970"/>
                <a:gd name="connsiteX3" fmla="*/ 2096 w 22352"/>
                <a:gd name="connsiteY3" fmla="*/ 2096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13970">
                  <a:moveTo>
                    <a:pt x="7684" y="12993"/>
                  </a:moveTo>
                  <a:lnTo>
                    <a:pt x="21375" y="12993"/>
                  </a:lnTo>
                  <a:lnTo>
                    <a:pt x="15507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6" name="Forma libre 135">
              <a:extLst>
                <a:ext uri="{FF2B5EF4-FFF2-40B4-BE49-F238E27FC236}">
                  <a16:creationId xmlns:a16="http://schemas.microsoft.com/office/drawing/2014/main" id="{459ABAA9-4A70-FB82-3C8B-4336D5A0F247}"/>
                </a:ext>
              </a:extLst>
            </p:cNvPr>
            <p:cNvSpPr/>
            <p:nvPr/>
          </p:nvSpPr>
          <p:spPr>
            <a:xfrm>
              <a:off x="1891222" y="2514181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551 w 33529"/>
                <a:gd name="connsiteY1" fmla="*/ 4331 h 5588"/>
                <a:gd name="connsiteX2" fmla="*/ 3143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551" y="4331"/>
                  </a:lnTo>
                  <a:lnTo>
                    <a:pt x="3143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7" name="Forma libre 136">
              <a:extLst>
                <a:ext uri="{FF2B5EF4-FFF2-40B4-BE49-F238E27FC236}">
                  <a16:creationId xmlns:a16="http://schemas.microsoft.com/office/drawing/2014/main" id="{B8BE5D55-EC1D-5880-C0F4-6E5DDC9B6A7C}"/>
                </a:ext>
              </a:extLst>
            </p:cNvPr>
            <p:cNvSpPr/>
            <p:nvPr/>
          </p:nvSpPr>
          <p:spPr>
            <a:xfrm>
              <a:off x="1883399" y="2520608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272 w 33529"/>
                <a:gd name="connsiteY1" fmla="*/ 4331 h 5588"/>
                <a:gd name="connsiteX2" fmla="*/ 3115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272" y="4331"/>
                  </a:lnTo>
                  <a:lnTo>
                    <a:pt x="31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8" name="Forma libre 137">
              <a:extLst>
                <a:ext uri="{FF2B5EF4-FFF2-40B4-BE49-F238E27FC236}">
                  <a16:creationId xmlns:a16="http://schemas.microsoft.com/office/drawing/2014/main" id="{8890179F-A1CD-ED27-69AC-9198F70F1595}"/>
                </a:ext>
              </a:extLst>
            </p:cNvPr>
            <p:cNvSpPr/>
            <p:nvPr/>
          </p:nvSpPr>
          <p:spPr>
            <a:xfrm>
              <a:off x="1894855" y="2524520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3A552E87-8371-C574-EB59-DDEFCD269B44}"/>
                </a:ext>
              </a:extLst>
            </p:cNvPr>
            <p:cNvSpPr/>
            <p:nvPr/>
          </p:nvSpPr>
          <p:spPr>
            <a:xfrm>
              <a:off x="1875296" y="2533181"/>
              <a:ext cx="64265" cy="22353"/>
            </a:xfrm>
            <a:custGeom>
              <a:avLst/>
              <a:gdLst>
                <a:gd name="connsiteX0" fmla="*/ 12434 w 64264"/>
                <a:gd name="connsiteY0" fmla="*/ 21096 h 22352"/>
                <a:gd name="connsiteX1" fmla="*/ 62728 w 64264"/>
                <a:gd name="connsiteY1" fmla="*/ 21096 h 22352"/>
                <a:gd name="connsiteX2" fmla="*/ 52669 w 64264"/>
                <a:gd name="connsiteY2" fmla="*/ 2096 h 22352"/>
                <a:gd name="connsiteX3" fmla="*/ 2096 w 64264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64" h="22352">
                  <a:moveTo>
                    <a:pt x="12434" y="21096"/>
                  </a:moveTo>
                  <a:lnTo>
                    <a:pt x="62728" y="21096"/>
                  </a:lnTo>
                  <a:lnTo>
                    <a:pt x="52669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826DC406-A0D2-A7A3-ACDC-A2B97A26B19F}"/>
                </a:ext>
              </a:extLst>
            </p:cNvPr>
            <p:cNvSpPr/>
            <p:nvPr/>
          </p:nvSpPr>
          <p:spPr>
            <a:xfrm>
              <a:off x="1894855" y="2535976"/>
              <a:ext cx="30735" cy="5588"/>
            </a:xfrm>
            <a:custGeom>
              <a:avLst/>
              <a:gdLst>
                <a:gd name="connsiteX0" fmla="*/ 3213 w 30735"/>
                <a:gd name="connsiteY0" fmla="*/ 4331 h 5588"/>
                <a:gd name="connsiteX1" fmla="*/ 29198 w 30735"/>
                <a:gd name="connsiteY1" fmla="*/ 4331 h 5588"/>
                <a:gd name="connsiteX2" fmla="*/ 28081 w 30735"/>
                <a:gd name="connsiteY2" fmla="*/ 2096 h 5588"/>
                <a:gd name="connsiteX3" fmla="*/ 2096 w 30735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5" h="5588">
                  <a:moveTo>
                    <a:pt x="3213" y="4331"/>
                  </a:moveTo>
                  <a:lnTo>
                    <a:pt x="29198" y="4331"/>
                  </a:lnTo>
                  <a:lnTo>
                    <a:pt x="28081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580711E1-CE74-0267-858C-00FDDD89797E}"/>
                </a:ext>
              </a:extLst>
            </p:cNvPr>
            <p:cNvSpPr/>
            <p:nvPr/>
          </p:nvSpPr>
          <p:spPr>
            <a:xfrm>
              <a:off x="1903237" y="2539887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EF2EF6B3-4E31-82F9-B01E-F22185B43482}"/>
                </a:ext>
              </a:extLst>
            </p:cNvPr>
            <p:cNvSpPr/>
            <p:nvPr/>
          </p:nvSpPr>
          <p:spPr>
            <a:xfrm>
              <a:off x="1911619" y="2543520"/>
              <a:ext cx="16765" cy="5588"/>
            </a:xfrm>
            <a:custGeom>
              <a:avLst/>
              <a:gdLst>
                <a:gd name="connsiteX0" fmla="*/ 3213 w 16764"/>
                <a:gd name="connsiteY0" fmla="*/ 4051 h 5588"/>
                <a:gd name="connsiteX1" fmla="*/ 16346 w 16764"/>
                <a:gd name="connsiteY1" fmla="*/ 4051 h 5588"/>
                <a:gd name="connsiteX2" fmla="*/ 15228 w 16764"/>
                <a:gd name="connsiteY2" fmla="*/ 2096 h 5588"/>
                <a:gd name="connsiteX3" fmla="*/ 2096 w 16764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" h="5588">
                  <a:moveTo>
                    <a:pt x="3213" y="4051"/>
                  </a:moveTo>
                  <a:lnTo>
                    <a:pt x="16346" y="4051"/>
                  </a:lnTo>
                  <a:lnTo>
                    <a:pt x="152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5337DC3B-FEF9-4065-3E5D-13673A04B91C}"/>
                </a:ext>
              </a:extLst>
            </p:cNvPr>
            <p:cNvSpPr/>
            <p:nvPr/>
          </p:nvSpPr>
          <p:spPr>
            <a:xfrm>
              <a:off x="1901840" y="2543520"/>
              <a:ext cx="11176" cy="5588"/>
            </a:xfrm>
            <a:custGeom>
              <a:avLst/>
              <a:gdLst>
                <a:gd name="connsiteX0" fmla="*/ 3213 w 11176"/>
                <a:gd name="connsiteY0" fmla="*/ 4051 h 5588"/>
                <a:gd name="connsiteX1" fmla="*/ 11316 w 11176"/>
                <a:gd name="connsiteY1" fmla="*/ 4051 h 5588"/>
                <a:gd name="connsiteX2" fmla="*/ 10198 w 11176"/>
                <a:gd name="connsiteY2" fmla="*/ 2096 h 5588"/>
                <a:gd name="connsiteX3" fmla="*/ 2096 w 11176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6" h="5588">
                  <a:moveTo>
                    <a:pt x="3213" y="4051"/>
                  </a:moveTo>
                  <a:lnTo>
                    <a:pt x="11316" y="4051"/>
                  </a:lnTo>
                  <a:lnTo>
                    <a:pt x="1019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4" name="Forma libre 143">
              <a:extLst>
                <a:ext uri="{FF2B5EF4-FFF2-40B4-BE49-F238E27FC236}">
                  <a16:creationId xmlns:a16="http://schemas.microsoft.com/office/drawing/2014/main" id="{C353D04C-4696-A96C-3ED5-595931C3AD02}"/>
                </a:ext>
              </a:extLst>
            </p:cNvPr>
            <p:cNvSpPr/>
            <p:nvPr/>
          </p:nvSpPr>
          <p:spPr>
            <a:xfrm>
              <a:off x="1908825" y="2547152"/>
              <a:ext cx="22353" cy="5588"/>
            </a:xfrm>
            <a:custGeom>
              <a:avLst/>
              <a:gdLst>
                <a:gd name="connsiteX0" fmla="*/ 3213 w 22352"/>
                <a:gd name="connsiteY0" fmla="*/ 4331 h 5588"/>
                <a:gd name="connsiteX1" fmla="*/ 21096 w 22352"/>
                <a:gd name="connsiteY1" fmla="*/ 4331 h 5588"/>
                <a:gd name="connsiteX2" fmla="*/ 19978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331"/>
                  </a:moveTo>
                  <a:lnTo>
                    <a:pt x="21096" y="4331"/>
                  </a:lnTo>
                  <a:lnTo>
                    <a:pt x="1997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A9A8C634-1AF5-EBC6-9348-D2919FF966CC}"/>
                </a:ext>
              </a:extLst>
            </p:cNvPr>
            <p:cNvSpPr/>
            <p:nvPr/>
          </p:nvSpPr>
          <p:spPr>
            <a:xfrm>
              <a:off x="1821928" y="2444887"/>
              <a:ext cx="89412" cy="53088"/>
            </a:xfrm>
            <a:custGeom>
              <a:avLst/>
              <a:gdLst>
                <a:gd name="connsiteX0" fmla="*/ 28360 w 89411"/>
                <a:gd name="connsiteY0" fmla="*/ 50993 h 53088"/>
                <a:gd name="connsiteX1" fmla="*/ 89272 w 89411"/>
                <a:gd name="connsiteY1" fmla="*/ 50993 h 53088"/>
                <a:gd name="connsiteX2" fmla="*/ 62728 w 89411"/>
                <a:gd name="connsiteY2" fmla="*/ 2096 h 53088"/>
                <a:gd name="connsiteX3" fmla="*/ 2096 w 89411"/>
                <a:gd name="connsiteY3" fmla="*/ 2096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53088">
                  <a:moveTo>
                    <a:pt x="28360" y="50993"/>
                  </a:moveTo>
                  <a:lnTo>
                    <a:pt x="89272" y="50993"/>
                  </a:lnTo>
                  <a:lnTo>
                    <a:pt x="627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A3B6713F-B300-4F9C-E1B1-936714CD1C20}"/>
                </a:ext>
              </a:extLst>
            </p:cNvPr>
            <p:cNvSpPr/>
            <p:nvPr/>
          </p:nvSpPr>
          <p:spPr>
            <a:xfrm>
              <a:off x="1846516" y="2533181"/>
              <a:ext cx="36323" cy="22353"/>
            </a:xfrm>
            <a:custGeom>
              <a:avLst/>
              <a:gdLst>
                <a:gd name="connsiteX0" fmla="*/ 12434 w 36323"/>
                <a:gd name="connsiteY0" fmla="*/ 21096 h 22352"/>
                <a:gd name="connsiteX1" fmla="*/ 36184 w 36323"/>
                <a:gd name="connsiteY1" fmla="*/ 21096 h 22352"/>
                <a:gd name="connsiteX2" fmla="*/ 25846 w 36323"/>
                <a:gd name="connsiteY2" fmla="*/ 2096 h 22352"/>
                <a:gd name="connsiteX3" fmla="*/ 2096 w 36323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22352">
                  <a:moveTo>
                    <a:pt x="12434" y="21096"/>
                  </a:moveTo>
                  <a:lnTo>
                    <a:pt x="36184" y="21096"/>
                  </a:lnTo>
                  <a:lnTo>
                    <a:pt x="25846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7" name="Forma libre 146">
              <a:extLst>
                <a:ext uri="{FF2B5EF4-FFF2-40B4-BE49-F238E27FC236}">
                  <a16:creationId xmlns:a16="http://schemas.microsoft.com/office/drawing/2014/main" id="{9ADC5237-8AEE-626B-B1F0-9769F5B9CF69}"/>
                </a:ext>
              </a:extLst>
            </p:cNvPr>
            <p:cNvSpPr/>
            <p:nvPr/>
          </p:nvSpPr>
          <p:spPr>
            <a:xfrm>
              <a:off x="1858761" y="2537093"/>
              <a:ext cx="11176" cy="8382"/>
            </a:xfrm>
            <a:custGeom>
              <a:avLst/>
              <a:gdLst>
                <a:gd name="connsiteX0" fmla="*/ 7454 w 11176"/>
                <a:gd name="connsiteY0" fmla="*/ 8522 h 8382"/>
                <a:gd name="connsiteX1" fmla="*/ 7454 w 11176"/>
                <a:gd name="connsiteY1" fmla="*/ 8522 h 8382"/>
                <a:gd name="connsiteX2" fmla="*/ 9130 w 11176"/>
                <a:gd name="connsiteY2" fmla="*/ 6007 h 8382"/>
                <a:gd name="connsiteX3" fmla="*/ 8292 w 11176"/>
                <a:gd name="connsiteY3" fmla="*/ 4610 h 8382"/>
                <a:gd name="connsiteX4" fmla="*/ 4101 w 11176"/>
                <a:gd name="connsiteY4" fmla="*/ 2096 h 8382"/>
                <a:gd name="connsiteX5" fmla="*/ 4101 w 11176"/>
                <a:gd name="connsiteY5" fmla="*/ 2096 h 8382"/>
                <a:gd name="connsiteX6" fmla="*/ 2424 w 11176"/>
                <a:gd name="connsiteY6" fmla="*/ 4610 h 8382"/>
                <a:gd name="connsiteX7" fmla="*/ 3263 w 11176"/>
                <a:gd name="connsiteY7" fmla="*/ 6007 h 8382"/>
                <a:gd name="connsiteX8" fmla="*/ 7454 w 11176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76" h="8382">
                  <a:moveTo>
                    <a:pt x="7454" y="8522"/>
                  </a:moveTo>
                  <a:lnTo>
                    <a:pt x="7454" y="8522"/>
                  </a:lnTo>
                  <a:cubicBezTo>
                    <a:pt x="9130" y="8522"/>
                    <a:pt x="9969" y="7404"/>
                    <a:pt x="9130" y="6007"/>
                  </a:cubicBezTo>
                  <a:lnTo>
                    <a:pt x="8292" y="4610"/>
                  </a:lnTo>
                  <a:cubicBezTo>
                    <a:pt x="7454" y="3213"/>
                    <a:pt x="5498" y="2096"/>
                    <a:pt x="4101" y="2096"/>
                  </a:cubicBezTo>
                  <a:lnTo>
                    <a:pt x="4101" y="2096"/>
                  </a:lnTo>
                  <a:cubicBezTo>
                    <a:pt x="2424" y="2096"/>
                    <a:pt x="1586" y="3213"/>
                    <a:pt x="2424" y="4610"/>
                  </a:cubicBezTo>
                  <a:lnTo>
                    <a:pt x="3263" y="6007"/>
                  </a:lnTo>
                  <a:cubicBezTo>
                    <a:pt x="3821" y="7404"/>
                    <a:pt x="5777" y="8522"/>
                    <a:pt x="7454" y="8522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A741DF8C-8A88-C0F3-5BE8-2A9610EDC5ED}"/>
                </a:ext>
              </a:extLst>
            </p:cNvPr>
            <p:cNvSpPr/>
            <p:nvPr/>
          </p:nvSpPr>
          <p:spPr>
            <a:xfrm>
              <a:off x="1858531" y="2542402"/>
              <a:ext cx="16765" cy="8382"/>
            </a:xfrm>
            <a:custGeom>
              <a:avLst/>
              <a:gdLst>
                <a:gd name="connsiteX0" fmla="*/ 6846 w 16764"/>
                <a:gd name="connsiteY0" fmla="*/ 2096 h 8382"/>
                <a:gd name="connsiteX1" fmla="*/ 14949 w 16764"/>
                <a:gd name="connsiteY1" fmla="*/ 5449 h 8382"/>
                <a:gd name="connsiteX2" fmla="*/ 14390 w 16764"/>
                <a:gd name="connsiteY2" fmla="*/ 7963 h 8382"/>
                <a:gd name="connsiteX3" fmla="*/ 5448 w 16764"/>
                <a:gd name="connsiteY3" fmla="*/ 7963 h 8382"/>
                <a:gd name="connsiteX4" fmla="*/ 2096 w 16764"/>
                <a:gd name="connsiteY4" fmla="*/ 5449 h 8382"/>
                <a:gd name="connsiteX5" fmla="*/ 6846 w 16764"/>
                <a:gd name="connsiteY5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64" h="8382">
                  <a:moveTo>
                    <a:pt x="6846" y="2096"/>
                  </a:moveTo>
                  <a:cubicBezTo>
                    <a:pt x="9640" y="2096"/>
                    <a:pt x="12993" y="3493"/>
                    <a:pt x="14949" y="5449"/>
                  </a:cubicBezTo>
                  <a:cubicBezTo>
                    <a:pt x="16346" y="6566"/>
                    <a:pt x="15787" y="7963"/>
                    <a:pt x="14390" y="7963"/>
                  </a:cubicBezTo>
                  <a:lnTo>
                    <a:pt x="5448" y="7963"/>
                  </a:lnTo>
                  <a:cubicBezTo>
                    <a:pt x="3772" y="7963"/>
                    <a:pt x="2096" y="6566"/>
                    <a:pt x="2096" y="5449"/>
                  </a:cubicBezTo>
                  <a:cubicBezTo>
                    <a:pt x="2375" y="3493"/>
                    <a:pt x="4051" y="2096"/>
                    <a:pt x="6846" y="2096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4FF73358-D45B-A1AA-82BE-E65473A14D58}"/>
                </a:ext>
              </a:extLst>
            </p:cNvPr>
            <p:cNvSpPr/>
            <p:nvPr/>
          </p:nvSpPr>
          <p:spPr>
            <a:xfrm>
              <a:off x="1808796" y="2452990"/>
              <a:ext cx="44706" cy="61470"/>
            </a:xfrm>
            <a:custGeom>
              <a:avLst/>
              <a:gdLst>
                <a:gd name="connsiteX0" fmla="*/ 12993 w 44705"/>
                <a:gd name="connsiteY0" fmla="*/ 2096 h 61470"/>
                <a:gd name="connsiteX1" fmla="*/ 2096 w 44705"/>
                <a:gd name="connsiteY1" fmla="*/ 2096 h 61470"/>
                <a:gd name="connsiteX2" fmla="*/ 33110 w 44705"/>
                <a:gd name="connsiteY2" fmla="*/ 59654 h 61470"/>
                <a:gd name="connsiteX3" fmla="*/ 44007 w 44705"/>
                <a:gd name="connsiteY3" fmla="*/ 59654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705" h="61470">
                  <a:moveTo>
                    <a:pt x="12993" y="2096"/>
                  </a:moveTo>
                  <a:lnTo>
                    <a:pt x="2096" y="2096"/>
                  </a:lnTo>
                  <a:lnTo>
                    <a:pt x="33110" y="59654"/>
                  </a:lnTo>
                  <a:lnTo>
                    <a:pt x="44007" y="59654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72DCBC5B-8A37-B104-9554-6CD8381EEB47}"/>
                </a:ext>
              </a:extLst>
            </p:cNvPr>
            <p:cNvSpPr/>
            <p:nvPr/>
          </p:nvSpPr>
          <p:spPr>
            <a:xfrm>
              <a:off x="1898766" y="2275844"/>
              <a:ext cx="53088" cy="108970"/>
            </a:xfrm>
            <a:custGeom>
              <a:avLst/>
              <a:gdLst>
                <a:gd name="connsiteX0" fmla="*/ 11316 w 53088"/>
                <a:gd name="connsiteY0" fmla="*/ 26963 h 108970"/>
                <a:gd name="connsiteX1" fmla="*/ 2096 w 53088"/>
                <a:gd name="connsiteY1" fmla="*/ 108551 h 108970"/>
                <a:gd name="connsiteX2" fmla="*/ 48757 w 53088"/>
                <a:gd name="connsiteY2" fmla="*/ 86757 h 108970"/>
                <a:gd name="connsiteX3" fmla="*/ 24728 w 53088"/>
                <a:gd name="connsiteY3" fmla="*/ 2096 h 10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8" h="108970">
                  <a:moveTo>
                    <a:pt x="11316" y="26963"/>
                  </a:moveTo>
                  <a:cubicBezTo>
                    <a:pt x="10198" y="55184"/>
                    <a:pt x="6007" y="100728"/>
                    <a:pt x="2096" y="108551"/>
                  </a:cubicBezTo>
                  <a:cubicBezTo>
                    <a:pt x="2096" y="108551"/>
                    <a:pt x="41213" y="106316"/>
                    <a:pt x="48757" y="86757"/>
                  </a:cubicBezTo>
                  <a:cubicBezTo>
                    <a:pt x="56581" y="67198"/>
                    <a:pt x="46522" y="4331"/>
                    <a:pt x="24728" y="2096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919C946E-DB51-8CF7-E995-471F84C68A5F}"/>
                </a:ext>
              </a:extLst>
            </p:cNvPr>
            <p:cNvSpPr/>
            <p:nvPr/>
          </p:nvSpPr>
          <p:spPr>
            <a:xfrm>
              <a:off x="1788399" y="2463329"/>
              <a:ext cx="139706" cy="97794"/>
            </a:xfrm>
            <a:custGeom>
              <a:avLst/>
              <a:gdLst>
                <a:gd name="connsiteX0" fmla="*/ 52948 w 139705"/>
                <a:gd name="connsiteY0" fmla="*/ 96537 h 97793"/>
                <a:gd name="connsiteX1" fmla="*/ 139007 w 139705"/>
                <a:gd name="connsiteY1" fmla="*/ 96537 h 97793"/>
                <a:gd name="connsiteX2" fmla="*/ 88154 w 139705"/>
                <a:gd name="connsiteY2" fmla="*/ 2096 h 97793"/>
                <a:gd name="connsiteX3" fmla="*/ 2096 w 139705"/>
                <a:gd name="connsiteY3" fmla="*/ 2096 h 97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705" h="97793">
                  <a:moveTo>
                    <a:pt x="52948" y="96537"/>
                  </a:moveTo>
                  <a:lnTo>
                    <a:pt x="139007" y="96537"/>
                  </a:lnTo>
                  <a:lnTo>
                    <a:pt x="88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DE4467C1-3636-B196-5D2D-7A5250E2D048}"/>
                </a:ext>
              </a:extLst>
            </p:cNvPr>
            <p:cNvSpPr/>
            <p:nvPr/>
          </p:nvSpPr>
          <p:spPr>
            <a:xfrm>
              <a:off x="1889585" y="2509959"/>
              <a:ext cx="25147" cy="13971"/>
            </a:xfrm>
            <a:custGeom>
              <a:avLst/>
              <a:gdLst>
                <a:gd name="connsiteX0" fmla="*/ 22174 w 25147"/>
                <a:gd name="connsiteY0" fmla="*/ 11348 h 13970"/>
                <a:gd name="connsiteX1" fmla="*/ 3733 w 25147"/>
                <a:gd name="connsiteY1" fmla="*/ 2127 h 13970"/>
                <a:gd name="connsiteX2" fmla="*/ 11556 w 25147"/>
                <a:gd name="connsiteY2" fmla="*/ 12186 h 13970"/>
                <a:gd name="connsiteX3" fmla="*/ 22174 w 25147"/>
                <a:gd name="connsiteY3" fmla="*/ 11348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7" h="13970">
                  <a:moveTo>
                    <a:pt x="22174" y="11348"/>
                  </a:moveTo>
                  <a:cubicBezTo>
                    <a:pt x="16586" y="6877"/>
                    <a:pt x="9042" y="2686"/>
                    <a:pt x="3733" y="2127"/>
                  </a:cubicBezTo>
                  <a:cubicBezTo>
                    <a:pt x="-1576" y="1568"/>
                    <a:pt x="7365" y="8554"/>
                    <a:pt x="11556" y="12186"/>
                  </a:cubicBezTo>
                  <a:cubicBezTo>
                    <a:pt x="15747" y="15539"/>
                    <a:pt x="27203" y="14980"/>
                    <a:pt x="22174" y="11348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3" name="Forma libre 152">
              <a:extLst>
                <a:ext uri="{FF2B5EF4-FFF2-40B4-BE49-F238E27FC236}">
                  <a16:creationId xmlns:a16="http://schemas.microsoft.com/office/drawing/2014/main" id="{AF28B224-1713-E31B-86B3-3F55FE636933}"/>
                </a:ext>
              </a:extLst>
            </p:cNvPr>
            <p:cNvSpPr/>
            <p:nvPr/>
          </p:nvSpPr>
          <p:spPr>
            <a:xfrm>
              <a:off x="1870787" y="2515242"/>
              <a:ext cx="44706" cy="22353"/>
            </a:xfrm>
            <a:custGeom>
              <a:avLst/>
              <a:gdLst>
                <a:gd name="connsiteX0" fmla="*/ 33148 w 44705"/>
                <a:gd name="connsiteY0" fmla="*/ 6064 h 22352"/>
                <a:gd name="connsiteX1" fmla="*/ 4369 w 44705"/>
                <a:gd name="connsiteY1" fmla="*/ 2991 h 22352"/>
                <a:gd name="connsiteX2" fmla="*/ 12472 w 44705"/>
                <a:gd name="connsiteY2" fmla="*/ 16402 h 22352"/>
                <a:gd name="connsiteX3" fmla="*/ 40133 w 44705"/>
                <a:gd name="connsiteY3" fmla="*/ 20873 h 22352"/>
                <a:gd name="connsiteX4" fmla="*/ 33148 w 44705"/>
                <a:gd name="connsiteY4" fmla="*/ 6064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05" h="22352">
                  <a:moveTo>
                    <a:pt x="33148" y="6064"/>
                  </a:moveTo>
                  <a:cubicBezTo>
                    <a:pt x="18619" y="3829"/>
                    <a:pt x="11075" y="476"/>
                    <a:pt x="4369" y="2991"/>
                  </a:cubicBezTo>
                  <a:cubicBezTo>
                    <a:pt x="-2337" y="5505"/>
                    <a:pt x="7442" y="15005"/>
                    <a:pt x="12472" y="16402"/>
                  </a:cubicBezTo>
                  <a:cubicBezTo>
                    <a:pt x="17501" y="17799"/>
                    <a:pt x="35104" y="24505"/>
                    <a:pt x="40133" y="20873"/>
                  </a:cubicBezTo>
                  <a:cubicBezTo>
                    <a:pt x="45442" y="17520"/>
                    <a:pt x="44045" y="7461"/>
                    <a:pt x="33148" y="6064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966A600B-EB92-6369-5546-DB418F500F48}"/>
                </a:ext>
              </a:extLst>
            </p:cNvPr>
            <p:cNvSpPr/>
            <p:nvPr/>
          </p:nvSpPr>
          <p:spPr>
            <a:xfrm>
              <a:off x="1976545" y="2397296"/>
              <a:ext cx="44706" cy="148088"/>
            </a:xfrm>
            <a:custGeom>
              <a:avLst/>
              <a:gdLst>
                <a:gd name="connsiteX0" fmla="*/ 42229 w 44705"/>
                <a:gd name="connsiteY0" fmla="*/ 139378 h 148087"/>
                <a:gd name="connsiteX1" fmla="*/ 42787 w 44705"/>
                <a:gd name="connsiteY1" fmla="*/ 63657 h 148087"/>
                <a:gd name="connsiteX2" fmla="*/ 35802 w 44705"/>
                <a:gd name="connsiteY2" fmla="*/ 15319 h 148087"/>
                <a:gd name="connsiteX3" fmla="*/ 14287 w 44705"/>
                <a:gd name="connsiteY3" fmla="*/ 5819 h 148087"/>
                <a:gd name="connsiteX4" fmla="*/ 2273 w 44705"/>
                <a:gd name="connsiteY4" fmla="*/ 41304 h 148087"/>
                <a:gd name="connsiteX5" fmla="*/ 15684 w 44705"/>
                <a:gd name="connsiteY5" fmla="*/ 132113 h 148087"/>
                <a:gd name="connsiteX6" fmla="*/ 42229 w 44705"/>
                <a:gd name="connsiteY6" fmla="*/ 139378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705" h="148087">
                  <a:moveTo>
                    <a:pt x="42229" y="139378"/>
                  </a:moveTo>
                  <a:cubicBezTo>
                    <a:pt x="44464" y="130437"/>
                    <a:pt x="46978" y="110319"/>
                    <a:pt x="42787" y="63657"/>
                  </a:cubicBezTo>
                  <a:cubicBezTo>
                    <a:pt x="40273" y="35157"/>
                    <a:pt x="37758" y="23702"/>
                    <a:pt x="35802" y="15319"/>
                  </a:cubicBezTo>
                  <a:cubicBezTo>
                    <a:pt x="32729" y="510"/>
                    <a:pt x="19596" y="-607"/>
                    <a:pt x="14287" y="5819"/>
                  </a:cubicBezTo>
                  <a:cubicBezTo>
                    <a:pt x="5346" y="15878"/>
                    <a:pt x="1155" y="33202"/>
                    <a:pt x="2273" y="41304"/>
                  </a:cubicBezTo>
                  <a:cubicBezTo>
                    <a:pt x="9258" y="86569"/>
                    <a:pt x="15405" y="120378"/>
                    <a:pt x="15684" y="132113"/>
                  </a:cubicBezTo>
                  <a:cubicBezTo>
                    <a:pt x="15964" y="148878"/>
                    <a:pt x="39714" y="149716"/>
                    <a:pt x="42229" y="139378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D964CAB9-2711-0399-E710-8E616B8E5C86}"/>
                </a:ext>
              </a:extLst>
            </p:cNvPr>
            <p:cNvSpPr/>
            <p:nvPr/>
          </p:nvSpPr>
          <p:spPr>
            <a:xfrm>
              <a:off x="1903140" y="2516871"/>
              <a:ext cx="117353" cy="30735"/>
            </a:xfrm>
            <a:custGeom>
              <a:avLst/>
              <a:gdLst>
                <a:gd name="connsiteX0" fmla="*/ 4149 w 117352"/>
                <a:gd name="connsiteY0" fmla="*/ 17009 h 30735"/>
                <a:gd name="connsiteX1" fmla="*/ 37399 w 117352"/>
                <a:gd name="connsiteY1" fmla="*/ 22318 h 30735"/>
                <a:gd name="connsiteX2" fmla="*/ 101663 w 117352"/>
                <a:gd name="connsiteY2" fmla="*/ 29303 h 30735"/>
                <a:gd name="connsiteX3" fmla="*/ 104457 w 117352"/>
                <a:gd name="connsiteY3" fmla="*/ 3039 h 30735"/>
                <a:gd name="connsiteX4" fmla="*/ 8060 w 117352"/>
                <a:gd name="connsiteY4" fmla="*/ 3039 h 30735"/>
                <a:gd name="connsiteX5" fmla="*/ 4149 w 117352"/>
                <a:gd name="connsiteY5" fmla="*/ 17009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52" h="30735">
                  <a:moveTo>
                    <a:pt x="4149" y="17009"/>
                  </a:moveTo>
                  <a:cubicBezTo>
                    <a:pt x="8899" y="22318"/>
                    <a:pt x="15325" y="17289"/>
                    <a:pt x="37399" y="22318"/>
                  </a:cubicBezTo>
                  <a:cubicBezTo>
                    <a:pt x="68693" y="29583"/>
                    <a:pt x="77634" y="29862"/>
                    <a:pt x="101663" y="29303"/>
                  </a:cubicBezTo>
                  <a:cubicBezTo>
                    <a:pt x="117310" y="29024"/>
                    <a:pt x="123178" y="6392"/>
                    <a:pt x="104457" y="3039"/>
                  </a:cubicBezTo>
                  <a:cubicBezTo>
                    <a:pt x="88531" y="244"/>
                    <a:pt x="17840" y="4715"/>
                    <a:pt x="8060" y="3039"/>
                  </a:cubicBezTo>
                  <a:cubicBezTo>
                    <a:pt x="1634" y="1921"/>
                    <a:pt x="516" y="12818"/>
                    <a:pt x="4149" y="17009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B0D30DE6-BEB3-6DCE-ADDB-00051FAEBD17}"/>
                </a:ext>
              </a:extLst>
            </p:cNvPr>
            <p:cNvSpPr/>
            <p:nvPr/>
          </p:nvSpPr>
          <p:spPr>
            <a:xfrm>
              <a:off x="1909378" y="2269697"/>
              <a:ext cx="81029" cy="114559"/>
            </a:xfrm>
            <a:custGeom>
              <a:avLst/>
              <a:gdLst>
                <a:gd name="connsiteX0" fmla="*/ 79778 w 81029"/>
                <a:gd name="connsiteY0" fmla="*/ 61890 h 114558"/>
                <a:gd name="connsiteX1" fmla="*/ 66366 w 81029"/>
                <a:gd name="connsiteY1" fmla="*/ 100448 h 114558"/>
                <a:gd name="connsiteX2" fmla="*/ 30043 w 81029"/>
                <a:gd name="connsiteY2" fmla="*/ 114698 h 114558"/>
                <a:gd name="connsiteX3" fmla="*/ 6293 w 81029"/>
                <a:gd name="connsiteY3" fmla="*/ 91787 h 114558"/>
                <a:gd name="connsiteX4" fmla="*/ 3499 w 81029"/>
                <a:gd name="connsiteY4" fmla="*/ 31154 h 114558"/>
                <a:gd name="connsiteX5" fmla="*/ 38146 w 81029"/>
                <a:gd name="connsiteY5" fmla="*/ 2096 h 114558"/>
                <a:gd name="connsiteX6" fmla="*/ 79778 w 81029"/>
                <a:gd name="connsiteY6" fmla="*/ 61890 h 11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029" h="114558">
                  <a:moveTo>
                    <a:pt x="79778" y="61890"/>
                  </a:moveTo>
                  <a:cubicBezTo>
                    <a:pt x="77543" y="85640"/>
                    <a:pt x="76705" y="90948"/>
                    <a:pt x="66366" y="100448"/>
                  </a:cubicBezTo>
                  <a:cubicBezTo>
                    <a:pt x="56028" y="110228"/>
                    <a:pt x="41219" y="114698"/>
                    <a:pt x="30043" y="114698"/>
                  </a:cubicBezTo>
                  <a:cubicBezTo>
                    <a:pt x="18028" y="114698"/>
                    <a:pt x="8808" y="101845"/>
                    <a:pt x="6293" y="91787"/>
                  </a:cubicBezTo>
                  <a:cubicBezTo>
                    <a:pt x="3499" y="81448"/>
                    <a:pt x="146" y="57140"/>
                    <a:pt x="3499" y="31154"/>
                  </a:cubicBezTo>
                  <a:cubicBezTo>
                    <a:pt x="5175" y="18022"/>
                    <a:pt x="21381" y="2096"/>
                    <a:pt x="38146" y="2096"/>
                  </a:cubicBezTo>
                  <a:cubicBezTo>
                    <a:pt x="54631" y="2096"/>
                    <a:pt x="85366" y="4051"/>
                    <a:pt x="79778" y="6189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FFE0B01B-06F3-4C9A-6034-7BC3F36C3E4E}"/>
                </a:ext>
              </a:extLst>
            </p:cNvPr>
            <p:cNvSpPr/>
            <p:nvPr/>
          </p:nvSpPr>
          <p:spPr>
            <a:xfrm>
              <a:off x="1795859" y="2479078"/>
              <a:ext cx="22353" cy="27941"/>
            </a:xfrm>
            <a:custGeom>
              <a:avLst/>
              <a:gdLst>
                <a:gd name="connsiteX0" fmla="*/ 18944 w 22352"/>
                <a:gd name="connsiteY0" fmla="*/ 15685 h 27941"/>
                <a:gd name="connsiteX1" fmla="*/ 12239 w 22352"/>
                <a:gd name="connsiteY1" fmla="*/ 3391 h 27941"/>
                <a:gd name="connsiteX2" fmla="*/ 2739 w 22352"/>
                <a:gd name="connsiteY2" fmla="*/ 5626 h 27941"/>
                <a:gd name="connsiteX3" fmla="*/ 5533 w 22352"/>
                <a:gd name="connsiteY3" fmla="*/ 21832 h 27941"/>
                <a:gd name="connsiteX4" fmla="*/ 18106 w 22352"/>
                <a:gd name="connsiteY4" fmla="*/ 26023 h 27941"/>
                <a:gd name="connsiteX5" fmla="*/ 18944 w 22352"/>
                <a:gd name="connsiteY5" fmla="*/ 15685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2" h="27941">
                  <a:moveTo>
                    <a:pt x="18944" y="15685"/>
                  </a:moveTo>
                  <a:cubicBezTo>
                    <a:pt x="16989" y="12052"/>
                    <a:pt x="13636" y="6464"/>
                    <a:pt x="12239" y="3391"/>
                  </a:cubicBezTo>
                  <a:cubicBezTo>
                    <a:pt x="10841" y="317"/>
                    <a:pt x="3577" y="3391"/>
                    <a:pt x="2739" y="5626"/>
                  </a:cubicBezTo>
                  <a:cubicBezTo>
                    <a:pt x="1621" y="8979"/>
                    <a:pt x="1621" y="18479"/>
                    <a:pt x="5533" y="21832"/>
                  </a:cubicBezTo>
                  <a:cubicBezTo>
                    <a:pt x="8886" y="24905"/>
                    <a:pt x="13915" y="26302"/>
                    <a:pt x="18106" y="26023"/>
                  </a:cubicBezTo>
                  <a:cubicBezTo>
                    <a:pt x="22018" y="25744"/>
                    <a:pt x="22018" y="21552"/>
                    <a:pt x="18944" y="15685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3F9A1D56-B1FB-297A-8224-0ED74FB37490}"/>
                </a:ext>
              </a:extLst>
            </p:cNvPr>
            <p:cNvSpPr/>
            <p:nvPr/>
          </p:nvSpPr>
          <p:spPr>
            <a:xfrm>
              <a:off x="1832095" y="3059087"/>
              <a:ext cx="64265" cy="30735"/>
            </a:xfrm>
            <a:custGeom>
              <a:avLst/>
              <a:gdLst>
                <a:gd name="connsiteX0" fmla="*/ 39988 w 64264"/>
                <a:gd name="connsiteY0" fmla="*/ 6792 h 30735"/>
                <a:gd name="connsiteX1" fmla="*/ 22944 w 64264"/>
                <a:gd name="connsiteY1" fmla="*/ 19645 h 30735"/>
                <a:gd name="connsiteX2" fmla="*/ 5341 w 64264"/>
                <a:gd name="connsiteY2" fmla="*/ 29145 h 30735"/>
                <a:gd name="connsiteX3" fmla="*/ 34959 w 64264"/>
                <a:gd name="connsiteY3" fmla="*/ 29424 h 30735"/>
                <a:gd name="connsiteX4" fmla="*/ 54797 w 64264"/>
                <a:gd name="connsiteY4" fmla="*/ 28307 h 30735"/>
                <a:gd name="connsiteX5" fmla="*/ 63459 w 64264"/>
                <a:gd name="connsiteY5" fmla="*/ 16572 h 30735"/>
                <a:gd name="connsiteX6" fmla="*/ 39988 w 64264"/>
                <a:gd name="connsiteY6" fmla="*/ 6792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30735">
                  <a:moveTo>
                    <a:pt x="39988" y="6792"/>
                  </a:moveTo>
                  <a:cubicBezTo>
                    <a:pt x="38591" y="9586"/>
                    <a:pt x="32164" y="15733"/>
                    <a:pt x="22944" y="19645"/>
                  </a:cubicBezTo>
                  <a:cubicBezTo>
                    <a:pt x="13723" y="23836"/>
                    <a:pt x="-5556" y="25513"/>
                    <a:pt x="5341" y="29145"/>
                  </a:cubicBezTo>
                  <a:cubicBezTo>
                    <a:pt x="15959" y="32777"/>
                    <a:pt x="28532" y="30542"/>
                    <a:pt x="34959" y="29424"/>
                  </a:cubicBezTo>
                  <a:cubicBezTo>
                    <a:pt x="41385" y="28307"/>
                    <a:pt x="47532" y="28307"/>
                    <a:pt x="54797" y="28307"/>
                  </a:cubicBezTo>
                  <a:cubicBezTo>
                    <a:pt x="64576" y="28307"/>
                    <a:pt x="64576" y="27748"/>
                    <a:pt x="63459" y="16572"/>
                  </a:cubicBezTo>
                  <a:cubicBezTo>
                    <a:pt x="61503" y="1483"/>
                    <a:pt x="44459" y="-1870"/>
                    <a:pt x="39988" y="6792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9" name="Forma libre 158">
              <a:extLst>
                <a:ext uri="{FF2B5EF4-FFF2-40B4-BE49-F238E27FC236}">
                  <a16:creationId xmlns:a16="http://schemas.microsoft.com/office/drawing/2014/main" id="{0F581501-B648-6012-F3C2-1B9852FDB448}"/>
                </a:ext>
              </a:extLst>
            </p:cNvPr>
            <p:cNvSpPr/>
            <p:nvPr/>
          </p:nvSpPr>
          <p:spPr>
            <a:xfrm>
              <a:off x="1977727" y="2317725"/>
              <a:ext cx="22353" cy="33529"/>
            </a:xfrm>
            <a:custGeom>
              <a:avLst/>
              <a:gdLst>
                <a:gd name="connsiteX0" fmla="*/ 4165 w 22352"/>
                <a:gd name="connsiteY0" fmla="*/ 14140 h 33529"/>
                <a:gd name="connsiteX1" fmla="*/ 5841 w 22352"/>
                <a:gd name="connsiteY1" fmla="*/ 32023 h 33529"/>
                <a:gd name="connsiteX2" fmla="*/ 19812 w 22352"/>
                <a:gd name="connsiteY2" fmla="*/ 20287 h 33529"/>
                <a:gd name="connsiteX3" fmla="*/ 18135 w 22352"/>
                <a:gd name="connsiteY3" fmla="*/ 2405 h 33529"/>
                <a:gd name="connsiteX4" fmla="*/ 4165 w 22352"/>
                <a:gd name="connsiteY4" fmla="*/ 141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33529">
                  <a:moveTo>
                    <a:pt x="4165" y="14140"/>
                  </a:moveTo>
                  <a:cubicBezTo>
                    <a:pt x="812" y="22243"/>
                    <a:pt x="1650" y="30346"/>
                    <a:pt x="5841" y="32023"/>
                  </a:cubicBezTo>
                  <a:cubicBezTo>
                    <a:pt x="10032" y="33699"/>
                    <a:pt x="16459" y="28670"/>
                    <a:pt x="19812" y="20287"/>
                  </a:cubicBezTo>
                  <a:cubicBezTo>
                    <a:pt x="23164" y="12184"/>
                    <a:pt x="22326" y="4082"/>
                    <a:pt x="18135" y="2405"/>
                  </a:cubicBezTo>
                  <a:cubicBezTo>
                    <a:pt x="13944" y="729"/>
                    <a:pt x="7517" y="6037"/>
                    <a:pt x="4165" y="1414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4602C35C-EF70-3D81-2D70-D45811D7048D}"/>
                </a:ext>
              </a:extLst>
            </p:cNvPr>
            <p:cNvSpPr/>
            <p:nvPr/>
          </p:nvSpPr>
          <p:spPr>
            <a:xfrm>
              <a:off x="1913550" y="2264870"/>
              <a:ext cx="86617" cy="67059"/>
            </a:xfrm>
            <a:custGeom>
              <a:avLst/>
              <a:gdLst>
                <a:gd name="connsiteX0" fmla="*/ 2959 w 86617"/>
                <a:gd name="connsiteY0" fmla="*/ 23687 h 67058"/>
                <a:gd name="connsiteX1" fmla="*/ 76165 w 86617"/>
                <a:gd name="connsiteY1" fmla="*/ 66157 h 67058"/>
                <a:gd name="connsiteX2" fmla="*/ 76165 w 86617"/>
                <a:gd name="connsiteY2" fmla="*/ 20613 h 67058"/>
                <a:gd name="connsiteX3" fmla="*/ 2959 w 86617"/>
                <a:gd name="connsiteY3" fmla="*/ 23687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17" h="67058">
                  <a:moveTo>
                    <a:pt x="2959" y="23687"/>
                  </a:moveTo>
                  <a:cubicBezTo>
                    <a:pt x="-6262" y="39613"/>
                    <a:pt x="61076" y="68672"/>
                    <a:pt x="76165" y="66157"/>
                  </a:cubicBezTo>
                  <a:cubicBezTo>
                    <a:pt x="91253" y="63643"/>
                    <a:pt x="87621" y="35143"/>
                    <a:pt x="76165" y="20613"/>
                  </a:cubicBezTo>
                  <a:cubicBezTo>
                    <a:pt x="64709" y="5805"/>
                    <a:pt x="25032" y="-13754"/>
                    <a:pt x="2959" y="23687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FD357440-BF32-2F19-B983-7D32C5B7A607}"/>
                </a:ext>
              </a:extLst>
            </p:cNvPr>
            <p:cNvSpPr/>
            <p:nvPr/>
          </p:nvSpPr>
          <p:spPr>
            <a:xfrm>
              <a:off x="1907594" y="2268943"/>
              <a:ext cx="36323" cy="44706"/>
            </a:xfrm>
            <a:custGeom>
              <a:avLst/>
              <a:gdLst>
                <a:gd name="connsiteX0" fmla="*/ 34061 w 36323"/>
                <a:gd name="connsiteY0" fmla="*/ 15702 h 44705"/>
                <a:gd name="connsiteX1" fmla="*/ 4164 w 36323"/>
                <a:gd name="connsiteY1" fmla="*/ 43364 h 44705"/>
                <a:gd name="connsiteX2" fmla="*/ 6120 w 36323"/>
                <a:gd name="connsiteY2" fmla="*/ 18496 h 44705"/>
                <a:gd name="connsiteX3" fmla="*/ 34061 w 36323"/>
                <a:gd name="connsiteY3" fmla="*/ 15702 h 4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44705">
                  <a:moveTo>
                    <a:pt x="34061" y="15702"/>
                  </a:moveTo>
                  <a:cubicBezTo>
                    <a:pt x="31547" y="29114"/>
                    <a:pt x="8076" y="32187"/>
                    <a:pt x="4164" y="43364"/>
                  </a:cubicBezTo>
                  <a:cubicBezTo>
                    <a:pt x="1650" y="50349"/>
                    <a:pt x="532" y="28555"/>
                    <a:pt x="6120" y="18496"/>
                  </a:cubicBezTo>
                  <a:cubicBezTo>
                    <a:pt x="11429" y="8717"/>
                    <a:pt x="38811" y="-11401"/>
                    <a:pt x="34061" y="15702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2" name="Forma libre 161">
              <a:extLst>
                <a:ext uri="{FF2B5EF4-FFF2-40B4-BE49-F238E27FC236}">
                  <a16:creationId xmlns:a16="http://schemas.microsoft.com/office/drawing/2014/main" id="{D35932B7-1B91-BE08-229A-726521CF157D}"/>
                </a:ext>
              </a:extLst>
            </p:cNvPr>
            <p:cNvSpPr/>
            <p:nvPr/>
          </p:nvSpPr>
          <p:spPr>
            <a:xfrm>
              <a:off x="1945428" y="2264649"/>
              <a:ext cx="69853" cy="120147"/>
            </a:xfrm>
            <a:custGeom>
              <a:avLst/>
              <a:gdLst>
                <a:gd name="connsiteX0" fmla="*/ 25007 w 69852"/>
                <a:gd name="connsiteY0" fmla="*/ 51011 h 120146"/>
                <a:gd name="connsiteX1" fmla="*/ 18022 w 69852"/>
                <a:gd name="connsiteY1" fmla="*/ 119746 h 120146"/>
                <a:gd name="connsiteX2" fmla="*/ 64684 w 69852"/>
                <a:gd name="connsiteY2" fmla="*/ 97952 h 120146"/>
                <a:gd name="connsiteX3" fmla="*/ 2096 w 69852"/>
                <a:gd name="connsiteY3" fmla="*/ 2114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52" h="120146">
                  <a:moveTo>
                    <a:pt x="25007" y="51011"/>
                  </a:moveTo>
                  <a:cubicBezTo>
                    <a:pt x="25566" y="79232"/>
                    <a:pt x="21934" y="111923"/>
                    <a:pt x="18022" y="119746"/>
                  </a:cubicBezTo>
                  <a:cubicBezTo>
                    <a:pt x="18022" y="119746"/>
                    <a:pt x="57140" y="117511"/>
                    <a:pt x="64684" y="97952"/>
                  </a:cubicBezTo>
                  <a:cubicBezTo>
                    <a:pt x="72507" y="78393"/>
                    <a:pt x="77816" y="717"/>
                    <a:pt x="2096" y="2114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66" name="Título 165">
            <a:extLst>
              <a:ext uri="{FF2B5EF4-FFF2-40B4-BE49-F238E27FC236}">
                <a16:creationId xmlns:a16="http://schemas.microsoft.com/office/drawing/2014/main" id="{82124366-3794-550D-AAA0-744652CA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技术路线</a:t>
            </a:r>
            <a:endParaRPr lang="es-ES" dirty="0"/>
          </a:p>
        </p:txBody>
      </p:sp>
      <p:sp>
        <p:nvSpPr>
          <p:cNvPr id="167" name="Marcador de texto 166">
            <a:extLst>
              <a:ext uri="{FF2B5EF4-FFF2-40B4-BE49-F238E27FC236}">
                <a16:creationId xmlns:a16="http://schemas.microsoft.com/office/drawing/2014/main" id="{DBBCE2ED-2E83-A6BF-15C6-7F14875C0E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5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87C2EA-BEE8-8F57-0DC8-8CA9F295EC5F}"/>
              </a:ext>
            </a:extLst>
          </p:cNvPr>
          <p:cNvSpPr txBox="1"/>
          <p:nvPr/>
        </p:nvSpPr>
        <p:spPr>
          <a:xfrm>
            <a:off x="5810250" y="188209"/>
            <a:ext cx="557995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/>
              <a:t>OpenDigger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公开数据</a:t>
            </a:r>
          </a:p>
          <a:p>
            <a:r>
              <a:rPr lang="zh-CN" altLang="en-US" sz="2800" b="1" dirty="0"/>
              <a:t>       ↓</a:t>
            </a:r>
          </a:p>
          <a:p>
            <a:r>
              <a:rPr lang="zh-CN" altLang="en-US" sz="2800" b="1" dirty="0"/>
              <a:t>整理 </a:t>
            </a:r>
            <a:r>
              <a:rPr lang="en-US" altLang="zh-CN" sz="2800" b="1" dirty="0"/>
              <a:t>&amp; </a:t>
            </a:r>
            <a:r>
              <a:rPr lang="zh-CN" altLang="en-US" sz="2800" b="1" dirty="0"/>
              <a:t>合并（月度指标）</a:t>
            </a:r>
          </a:p>
          <a:p>
            <a:r>
              <a:rPr lang="zh-CN" altLang="en-US" sz="2800" b="1" dirty="0"/>
              <a:t>       ↓</a:t>
            </a:r>
          </a:p>
          <a:p>
            <a:r>
              <a:rPr lang="zh-CN" altLang="en-US" sz="2800" b="1" dirty="0"/>
              <a:t>画趋势图 → 看整体活跃变化</a:t>
            </a:r>
          </a:p>
          <a:p>
            <a:r>
              <a:rPr lang="zh-CN" altLang="en-US" sz="2800" b="1" dirty="0"/>
              <a:t>       ↓</a:t>
            </a:r>
          </a:p>
          <a:p>
            <a:r>
              <a:rPr lang="zh-CN" altLang="en-US" sz="2800" b="1" dirty="0"/>
              <a:t>做简单预测（移动平均 ）</a:t>
            </a:r>
          </a:p>
          <a:p>
            <a:r>
              <a:rPr lang="zh-CN" altLang="en-US" sz="2800" b="1" dirty="0"/>
              <a:t>       ↓</a:t>
            </a:r>
          </a:p>
          <a:p>
            <a:r>
              <a:rPr lang="zh-CN" altLang="en-US" sz="2800" b="1" dirty="0"/>
              <a:t>算贡献集中度 → 看有没有依赖风险</a:t>
            </a:r>
          </a:p>
          <a:p>
            <a:r>
              <a:rPr lang="zh-CN" altLang="en-US" sz="2800" b="1" dirty="0"/>
              <a:t>       ↓</a:t>
            </a:r>
          </a:p>
          <a:p>
            <a:r>
              <a:rPr lang="zh-CN" altLang="en-US" sz="2800" b="1" dirty="0"/>
              <a:t>把结果做成可视化（折线 </a:t>
            </a:r>
            <a:r>
              <a:rPr lang="en-US" altLang="zh-CN" sz="2800" b="1" dirty="0"/>
              <a:t>/ </a:t>
            </a:r>
            <a:r>
              <a:rPr lang="zh-CN" altLang="en-US" sz="2800" b="1" dirty="0"/>
              <a:t>柱状 </a:t>
            </a:r>
            <a:r>
              <a:rPr lang="en-US" altLang="zh-CN" sz="2800" b="1" dirty="0"/>
              <a:t>/ </a:t>
            </a:r>
            <a:r>
              <a:rPr lang="zh-CN" altLang="en-US" sz="2800" b="1" dirty="0"/>
              <a:t>雷达图）</a:t>
            </a:r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002940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EB48B-4BAD-2D0C-736F-55F010F8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ángulo 162">
            <a:extLst>
              <a:ext uri="{FF2B5EF4-FFF2-40B4-BE49-F238E27FC236}">
                <a16:creationId xmlns:a16="http://schemas.microsoft.com/office/drawing/2014/main" id="{AE00A79C-C323-EB98-342F-08DE2077D420}"/>
              </a:ext>
            </a:extLst>
          </p:cNvPr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BA1D975-1EB6-4626-08AA-B71163BE9C51}"/>
              </a:ext>
            </a:extLst>
          </p:cNvPr>
          <p:cNvSpPr/>
          <p:nvPr/>
        </p:nvSpPr>
        <p:spPr>
          <a:xfrm>
            <a:off x="79255" y="300027"/>
            <a:ext cx="3984745" cy="2735273"/>
          </a:xfrm>
          <a:custGeom>
            <a:avLst/>
            <a:gdLst>
              <a:gd name="connsiteX0" fmla="*/ 0 w 4470400"/>
              <a:gd name="connsiteY0" fmla="*/ 2235200 h 4470400"/>
              <a:gd name="connsiteX1" fmla="*/ 2235200 w 4470400"/>
              <a:gd name="connsiteY1" fmla="*/ 0 h 4470400"/>
              <a:gd name="connsiteX2" fmla="*/ 4470400 w 4470400"/>
              <a:gd name="connsiteY2" fmla="*/ 2235200 h 4470400"/>
              <a:gd name="connsiteX3" fmla="*/ 2235200 w 4470400"/>
              <a:gd name="connsiteY3" fmla="*/ 4470400 h 4470400"/>
              <a:gd name="connsiteX4" fmla="*/ 0 w 4470400"/>
              <a:gd name="connsiteY4" fmla="*/ 2235200 h 4470400"/>
              <a:gd name="connsiteX0" fmla="*/ 20592 w 4490992"/>
              <a:gd name="connsiteY0" fmla="*/ 1511300 h 3746500"/>
              <a:gd name="connsiteX1" fmla="*/ 1531892 w 4490992"/>
              <a:gd name="connsiteY1" fmla="*/ 0 h 3746500"/>
              <a:gd name="connsiteX2" fmla="*/ 4490992 w 4490992"/>
              <a:gd name="connsiteY2" fmla="*/ 1511300 h 3746500"/>
              <a:gd name="connsiteX3" fmla="*/ 2255792 w 4490992"/>
              <a:gd name="connsiteY3" fmla="*/ 3746500 h 3746500"/>
              <a:gd name="connsiteX4" fmla="*/ 20592 w 4490992"/>
              <a:gd name="connsiteY4" fmla="*/ 1511300 h 3746500"/>
              <a:gd name="connsiteX0" fmla="*/ 12039 w 4965039"/>
              <a:gd name="connsiteY0" fmla="*/ 1797845 h 4044607"/>
              <a:gd name="connsiteX1" fmla="*/ 1523339 w 4965039"/>
              <a:gd name="connsiteY1" fmla="*/ 286545 h 4044607"/>
              <a:gd name="connsiteX2" fmla="*/ 4965039 w 4965039"/>
              <a:gd name="connsiteY2" fmla="*/ 769145 h 4044607"/>
              <a:gd name="connsiteX3" fmla="*/ 2247239 w 4965039"/>
              <a:gd name="connsiteY3" fmla="*/ 4033045 h 4044607"/>
              <a:gd name="connsiteX4" fmla="*/ 12039 w 4965039"/>
              <a:gd name="connsiteY4" fmla="*/ 1797845 h 4044607"/>
              <a:gd name="connsiteX0" fmla="*/ 10236 w 4963236"/>
              <a:gd name="connsiteY0" fmla="*/ 1797845 h 3200509"/>
              <a:gd name="connsiteX1" fmla="*/ 1521536 w 4963236"/>
              <a:gd name="connsiteY1" fmla="*/ 286545 h 3200509"/>
              <a:gd name="connsiteX2" fmla="*/ 4963236 w 4963236"/>
              <a:gd name="connsiteY2" fmla="*/ 769145 h 3200509"/>
              <a:gd name="connsiteX3" fmla="*/ 2181936 w 4963236"/>
              <a:gd name="connsiteY3" fmla="*/ 3182145 h 3200509"/>
              <a:gd name="connsiteX4" fmla="*/ 10236 w 4963236"/>
              <a:gd name="connsiteY4" fmla="*/ 1797845 h 3200509"/>
              <a:gd name="connsiteX0" fmla="*/ 10586 w 4963586"/>
              <a:gd name="connsiteY0" fmla="*/ 1797845 h 4107795"/>
              <a:gd name="connsiteX1" fmla="*/ 1521886 w 4963586"/>
              <a:gd name="connsiteY1" fmla="*/ 286545 h 4107795"/>
              <a:gd name="connsiteX2" fmla="*/ 4963586 w 4963586"/>
              <a:gd name="connsiteY2" fmla="*/ 769145 h 4107795"/>
              <a:gd name="connsiteX3" fmla="*/ 2194986 w 4963586"/>
              <a:gd name="connsiteY3" fmla="*/ 4096545 h 4107795"/>
              <a:gd name="connsiteX4" fmla="*/ 10586 w 4963586"/>
              <a:gd name="connsiteY4" fmla="*/ 1797845 h 4107795"/>
              <a:gd name="connsiteX0" fmla="*/ 10586 w 4963586"/>
              <a:gd name="connsiteY0" fmla="*/ 1797845 h 4139511"/>
              <a:gd name="connsiteX1" fmla="*/ 1521886 w 4963586"/>
              <a:gd name="connsiteY1" fmla="*/ 286545 h 4139511"/>
              <a:gd name="connsiteX2" fmla="*/ 4963586 w 4963586"/>
              <a:gd name="connsiteY2" fmla="*/ 769145 h 4139511"/>
              <a:gd name="connsiteX3" fmla="*/ 2194986 w 4963586"/>
              <a:gd name="connsiteY3" fmla="*/ 4096545 h 4139511"/>
              <a:gd name="connsiteX4" fmla="*/ 10586 w 4963586"/>
              <a:gd name="connsiteY4" fmla="*/ 1797845 h 4139511"/>
              <a:gd name="connsiteX0" fmla="*/ 26370 w 4979370"/>
              <a:gd name="connsiteY0" fmla="*/ 1797845 h 3246403"/>
              <a:gd name="connsiteX1" fmla="*/ 1537670 w 4979370"/>
              <a:gd name="connsiteY1" fmla="*/ 286545 h 3246403"/>
              <a:gd name="connsiteX2" fmla="*/ 4979370 w 4979370"/>
              <a:gd name="connsiteY2" fmla="*/ 769145 h 3246403"/>
              <a:gd name="connsiteX3" fmla="*/ 2680670 w 4979370"/>
              <a:gd name="connsiteY3" fmla="*/ 3182145 h 3246403"/>
              <a:gd name="connsiteX4" fmla="*/ 26370 w 4979370"/>
              <a:gd name="connsiteY4" fmla="*/ 1797845 h 3246403"/>
              <a:gd name="connsiteX0" fmla="*/ 26370 w 4979370"/>
              <a:gd name="connsiteY0" fmla="*/ 1797845 h 3378043"/>
              <a:gd name="connsiteX1" fmla="*/ 1537670 w 4979370"/>
              <a:gd name="connsiteY1" fmla="*/ 286545 h 3378043"/>
              <a:gd name="connsiteX2" fmla="*/ 4979370 w 4979370"/>
              <a:gd name="connsiteY2" fmla="*/ 769145 h 3378043"/>
              <a:gd name="connsiteX3" fmla="*/ 2680670 w 4979370"/>
              <a:gd name="connsiteY3" fmla="*/ 3182145 h 3378043"/>
              <a:gd name="connsiteX4" fmla="*/ 26370 w 4979370"/>
              <a:gd name="connsiteY4" fmla="*/ 1797845 h 337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9370" h="3378043">
                <a:moveTo>
                  <a:pt x="26370" y="1797845"/>
                </a:moveTo>
                <a:cubicBezTo>
                  <a:pt x="-164130" y="1315245"/>
                  <a:pt x="712170" y="457995"/>
                  <a:pt x="1537670" y="286545"/>
                </a:cubicBezTo>
                <a:cubicBezTo>
                  <a:pt x="2363170" y="115095"/>
                  <a:pt x="4979370" y="-465322"/>
                  <a:pt x="4979370" y="769145"/>
                </a:cubicBezTo>
                <a:cubicBezTo>
                  <a:pt x="4979370" y="2003612"/>
                  <a:pt x="4928570" y="4013995"/>
                  <a:pt x="2680670" y="3182145"/>
                </a:cubicBezTo>
                <a:cubicBezTo>
                  <a:pt x="432770" y="2350295"/>
                  <a:pt x="216870" y="2280445"/>
                  <a:pt x="26370" y="1797845"/>
                </a:cubicBezTo>
                <a:close/>
              </a:path>
            </a:pathLst>
          </a:custGeom>
          <a:solidFill>
            <a:srgbClr val="CB62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áfico 20">
            <a:extLst>
              <a:ext uri="{FF2B5EF4-FFF2-40B4-BE49-F238E27FC236}">
                <a16:creationId xmlns:a16="http://schemas.microsoft.com/office/drawing/2014/main" id="{251D3A10-E14A-17B4-F0C2-2A9A482ABF02}"/>
              </a:ext>
            </a:extLst>
          </p:cNvPr>
          <p:cNvGrpSpPr/>
          <p:nvPr/>
        </p:nvGrpSpPr>
        <p:grpSpPr>
          <a:xfrm>
            <a:off x="666023" y="2531529"/>
            <a:ext cx="4312864" cy="3724670"/>
            <a:chOff x="964136" y="1891933"/>
            <a:chExt cx="1401555" cy="1210409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40843DA5-89BA-D871-D9B1-7C272420D302}"/>
                </a:ext>
              </a:extLst>
            </p:cNvPr>
            <p:cNvSpPr/>
            <p:nvPr/>
          </p:nvSpPr>
          <p:spPr>
            <a:xfrm>
              <a:off x="2077898" y="2477458"/>
              <a:ext cx="287793" cy="452646"/>
            </a:xfrm>
            <a:custGeom>
              <a:avLst/>
              <a:gdLst>
                <a:gd name="connsiteX0" fmla="*/ 63537 w 287793"/>
                <a:gd name="connsiteY0" fmla="*/ 289731 h 452646"/>
                <a:gd name="connsiteX1" fmla="*/ 102655 w 287793"/>
                <a:gd name="connsiteY1" fmla="*/ 127672 h 452646"/>
                <a:gd name="connsiteX2" fmla="*/ 74713 w 287793"/>
                <a:gd name="connsiteY2" fmla="*/ 96378 h 452646"/>
                <a:gd name="connsiteX3" fmla="*/ 123052 w 287793"/>
                <a:gd name="connsiteY3" fmla="*/ 39099 h 452646"/>
                <a:gd name="connsiteX4" fmla="*/ 148757 w 287793"/>
                <a:gd name="connsiteY4" fmla="*/ 15069 h 452646"/>
                <a:gd name="connsiteX5" fmla="*/ 159096 w 287793"/>
                <a:gd name="connsiteY5" fmla="*/ 24290 h 452646"/>
                <a:gd name="connsiteX6" fmla="*/ 188154 w 287793"/>
                <a:gd name="connsiteY6" fmla="*/ 6687 h 452646"/>
                <a:gd name="connsiteX7" fmla="*/ 231463 w 287793"/>
                <a:gd name="connsiteY7" fmla="*/ 17025 h 452646"/>
                <a:gd name="connsiteX8" fmla="*/ 260242 w 287793"/>
                <a:gd name="connsiteY8" fmla="*/ 63966 h 452646"/>
                <a:gd name="connsiteX9" fmla="*/ 249904 w 287793"/>
                <a:gd name="connsiteY9" fmla="*/ 107275 h 452646"/>
                <a:gd name="connsiteX10" fmla="*/ 220845 w 287793"/>
                <a:gd name="connsiteY10" fmla="*/ 124878 h 452646"/>
                <a:gd name="connsiteX11" fmla="*/ 230066 w 287793"/>
                <a:gd name="connsiteY11" fmla="*/ 191657 h 452646"/>
                <a:gd name="connsiteX12" fmla="*/ 262757 w 287793"/>
                <a:gd name="connsiteY12" fmla="*/ 200878 h 452646"/>
                <a:gd name="connsiteX13" fmla="*/ 284551 w 287793"/>
                <a:gd name="connsiteY13" fmla="*/ 239716 h 452646"/>
                <a:gd name="connsiteX14" fmla="*/ 269742 w 287793"/>
                <a:gd name="connsiteY14" fmla="*/ 292804 h 452646"/>
                <a:gd name="connsiteX15" fmla="*/ 230904 w 287793"/>
                <a:gd name="connsiteY15" fmla="*/ 314598 h 452646"/>
                <a:gd name="connsiteX16" fmla="*/ 198213 w 287793"/>
                <a:gd name="connsiteY16" fmla="*/ 305378 h 452646"/>
                <a:gd name="connsiteX17" fmla="*/ 167199 w 287793"/>
                <a:gd name="connsiteY17" fmla="*/ 346451 h 452646"/>
                <a:gd name="connsiteX18" fmla="*/ 184801 w 287793"/>
                <a:gd name="connsiteY18" fmla="*/ 375510 h 452646"/>
                <a:gd name="connsiteX19" fmla="*/ 174463 w 287793"/>
                <a:gd name="connsiteY19" fmla="*/ 418819 h 452646"/>
                <a:gd name="connsiteX20" fmla="*/ 127522 w 287793"/>
                <a:gd name="connsiteY20" fmla="*/ 447598 h 452646"/>
                <a:gd name="connsiteX21" fmla="*/ 84213 w 287793"/>
                <a:gd name="connsiteY21" fmla="*/ 437260 h 452646"/>
                <a:gd name="connsiteX22" fmla="*/ 66611 w 287793"/>
                <a:gd name="connsiteY22" fmla="*/ 408201 h 452646"/>
                <a:gd name="connsiteX23" fmla="*/ 15199 w 287793"/>
                <a:gd name="connsiteY23" fmla="*/ 417142 h 452646"/>
                <a:gd name="connsiteX24" fmla="*/ 2346 w 287793"/>
                <a:gd name="connsiteY24" fmla="*/ 307613 h 452646"/>
                <a:gd name="connsiteX25" fmla="*/ 63537 w 287793"/>
                <a:gd name="connsiteY25" fmla="*/ 289731 h 4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7793" h="452646">
                  <a:moveTo>
                    <a:pt x="63537" y="289731"/>
                  </a:moveTo>
                  <a:cubicBezTo>
                    <a:pt x="119140" y="255922"/>
                    <a:pt x="136463" y="183275"/>
                    <a:pt x="102655" y="127672"/>
                  </a:cubicBezTo>
                  <a:cubicBezTo>
                    <a:pt x="95110" y="115378"/>
                    <a:pt x="85610" y="105040"/>
                    <a:pt x="74713" y="96378"/>
                  </a:cubicBezTo>
                  <a:cubicBezTo>
                    <a:pt x="88684" y="76540"/>
                    <a:pt x="104890" y="57260"/>
                    <a:pt x="123052" y="39099"/>
                  </a:cubicBezTo>
                  <a:cubicBezTo>
                    <a:pt x="131434" y="30716"/>
                    <a:pt x="140096" y="22613"/>
                    <a:pt x="148757" y="15069"/>
                  </a:cubicBezTo>
                  <a:cubicBezTo>
                    <a:pt x="152110" y="18143"/>
                    <a:pt x="155743" y="20937"/>
                    <a:pt x="159096" y="24290"/>
                  </a:cubicBezTo>
                  <a:lnTo>
                    <a:pt x="188154" y="6687"/>
                  </a:lnTo>
                  <a:cubicBezTo>
                    <a:pt x="202963" y="-2254"/>
                    <a:pt x="222243" y="2217"/>
                    <a:pt x="231463" y="17025"/>
                  </a:cubicBezTo>
                  <a:lnTo>
                    <a:pt x="260242" y="63966"/>
                  </a:lnTo>
                  <a:cubicBezTo>
                    <a:pt x="269184" y="78775"/>
                    <a:pt x="264713" y="98054"/>
                    <a:pt x="249904" y="107275"/>
                  </a:cubicBezTo>
                  <a:lnTo>
                    <a:pt x="220845" y="124878"/>
                  </a:lnTo>
                  <a:cubicBezTo>
                    <a:pt x="227272" y="146951"/>
                    <a:pt x="230345" y="169304"/>
                    <a:pt x="230066" y="191657"/>
                  </a:cubicBezTo>
                  <a:lnTo>
                    <a:pt x="262757" y="200878"/>
                  </a:lnTo>
                  <a:cubicBezTo>
                    <a:pt x="279522" y="205628"/>
                    <a:pt x="289301" y="222951"/>
                    <a:pt x="284551" y="239716"/>
                  </a:cubicBezTo>
                  <a:lnTo>
                    <a:pt x="269742" y="292804"/>
                  </a:lnTo>
                  <a:cubicBezTo>
                    <a:pt x="264992" y="309569"/>
                    <a:pt x="247669" y="319348"/>
                    <a:pt x="230904" y="314598"/>
                  </a:cubicBezTo>
                  <a:lnTo>
                    <a:pt x="198213" y="305378"/>
                  </a:lnTo>
                  <a:cubicBezTo>
                    <a:pt x="189551" y="320186"/>
                    <a:pt x="179213" y="333877"/>
                    <a:pt x="167199" y="346451"/>
                  </a:cubicBezTo>
                  <a:lnTo>
                    <a:pt x="184801" y="375510"/>
                  </a:lnTo>
                  <a:cubicBezTo>
                    <a:pt x="193743" y="390319"/>
                    <a:pt x="189272" y="409598"/>
                    <a:pt x="174463" y="418819"/>
                  </a:cubicBezTo>
                  <a:lnTo>
                    <a:pt x="127522" y="447598"/>
                  </a:lnTo>
                  <a:cubicBezTo>
                    <a:pt x="112713" y="456539"/>
                    <a:pt x="93434" y="452068"/>
                    <a:pt x="84213" y="437260"/>
                  </a:cubicBezTo>
                  <a:lnTo>
                    <a:pt x="66611" y="408201"/>
                  </a:lnTo>
                  <a:cubicBezTo>
                    <a:pt x="49566" y="413230"/>
                    <a:pt x="32522" y="416024"/>
                    <a:pt x="15199" y="417142"/>
                  </a:cubicBezTo>
                  <a:cubicBezTo>
                    <a:pt x="5419" y="381936"/>
                    <a:pt x="949" y="344775"/>
                    <a:pt x="2346" y="307613"/>
                  </a:cubicBezTo>
                  <a:cubicBezTo>
                    <a:pt x="23022" y="306775"/>
                    <a:pt x="44258" y="301466"/>
                    <a:pt x="63537" y="289731"/>
                  </a:cubicBezTo>
                  <a:close/>
                </a:path>
              </a:pathLst>
            </a:custGeom>
            <a:solidFill>
              <a:srgbClr val="5E91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2C1A3C-D382-C8DE-8AB9-6FBF222636AA}"/>
                </a:ext>
              </a:extLst>
            </p:cNvPr>
            <p:cNvSpPr/>
            <p:nvPr/>
          </p:nvSpPr>
          <p:spPr>
            <a:xfrm>
              <a:off x="996268" y="2112668"/>
              <a:ext cx="1112056" cy="790734"/>
            </a:xfrm>
            <a:custGeom>
              <a:avLst/>
              <a:gdLst>
                <a:gd name="connsiteX0" fmla="*/ 1093476 w 1112056"/>
                <a:gd name="connsiteY0" fmla="*/ 791153 h 790733"/>
                <a:gd name="connsiteX1" fmla="*/ 21375 w 1112056"/>
                <a:gd name="connsiteY1" fmla="*/ 791153 h 790733"/>
                <a:gd name="connsiteX2" fmla="*/ 2096 w 1112056"/>
                <a:gd name="connsiteY2" fmla="*/ 771873 h 790733"/>
                <a:gd name="connsiteX3" fmla="*/ 2096 w 1112056"/>
                <a:gd name="connsiteY3" fmla="*/ 21375 h 790733"/>
                <a:gd name="connsiteX4" fmla="*/ 21375 w 1112056"/>
                <a:gd name="connsiteY4" fmla="*/ 2096 h 790733"/>
                <a:gd name="connsiteX5" fmla="*/ 1093196 w 1112056"/>
                <a:gd name="connsiteY5" fmla="*/ 2096 h 790733"/>
                <a:gd name="connsiteX6" fmla="*/ 1112475 w 1112056"/>
                <a:gd name="connsiteY6" fmla="*/ 21375 h 790733"/>
                <a:gd name="connsiteX7" fmla="*/ 1112475 w 1112056"/>
                <a:gd name="connsiteY7" fmla="*/ 771873 h 790733"/>
                <a:gd name="connsiteX8" fmla="*/ 1093476 w 1112056"/>
                <a:gd name="connsiteY8" fmla="*/ 791153 h 79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056" h="790733">
                  <a:moveTo>
                    <a:pt x="1093476" y="791153"/>
                  </a:moveTo>
                  <a:lnTo>
                    <a:pt x="21375" y="791153"/>
                  </a:lnTo>
                  <a:cubicBezTo>
                    <a:pt x="10757" y="791153"/>
                    <a:pt x="2096" y="782491"/>
                    <a:pt x="2096" y="771873"/>
                  </a:cubicBezTo>
                  <a:lnTo>
                    <a:pt x="2096" y="21375"/>
                  </a:lnTo>
                  <a:cubicBezTo>
                    <a:pt x="2096" y="10757"/>
                    <a:pt x="10757" y="2096"/>
                    <a:pt x="21375" y="2096"/>
                  </a:cubicBezTo>
                  <a:lnTo>
                    <a:pt x="1093196" y="2096"/>
                  </a:lnTo>
                  <a:cubicBezTo>
                    <a:pt x="1103814" y="2096"/>
                    <a:pt x="1112475" y="10757"/>
                    <a:pt x="1112475" y="21375"/>
                  </a:cubicBezTo>
                  <a:lnTo>
                    <a:pt x="1112475" y="771873"/>
                  </a:lnTo>
                  <a:cubicBezTo>
                    <a:pt x="1112755" y="782491"/>
                    <a:pt x="1104093" y="791153"/>
                    <a:pt x="1093476" y="79115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5EB3EA59-9ADF-ED73-0DC5-06CD70C653B5}"/>
                </a:ext>
              </a:extLst>
            </p:cNvPr>
            <p:cNvSpPr/>
            <p:nvPr/>
          </p:nvSpPr>
          <p:spPr>
            <a:xfrm>
              <a:off x="1011077" y="2123006"/>
              <a:ext cx="1084115" cy="771175"/>
            </a:xfrm>
            <a:custGeom>
              <a:avLst/>
              <a:gdLst>
                <a:gd name="connsiteX0" fmla="*/ 1068049 w 1084115"/>
                <a:gd name="connsiteY0" fmla="*/ 770476 h 771174"/>
                <a:gd name="connsiteX1" fmla="*/ 17463 w 1084115"/>
                <a:gd name="connsiteY1" fmla="*/ 770476 h 771174"/>
                <a:gd name="connsiteX2" fmla="*/ 2096 w 1084115"/>
                <a:gd name="connsiteY2" fmla="*/ 755109 h 771174"/>
                <a:gd name="connsiteX3" fmla="*/ 2096 w 1084115"/>
                <a:gd name="connsiteY3" fmla="*/ 17463 h 771174"/>
                <a:gd name="connsiteX4" fmla="*/ 17463 w 1084115"/>
                <a:gd name="connsiteY4" fmla="*/ 2096 h 771174"/>
                <a:gd name="connsiteX5" fmla="*/ 1068049 w 1084115"/>
                <a:gd name="connsiteY5" fmla="*/ 2096 h 771174"/>
                <a:gd name="connsiteX6" fmla="*/ 1083417 w 1084115"/>
                <a:gd name="connsiteY6" fmla="*/ 17463 h 771174"/>
                <a:gd name="connsiteX7" fmla="*/ 1083417 w 1084115"/>
                <a:gd name="connsiteY7" fmla="*/ 755109 h 771174"/>
                <a:gd name="connsiteX8" fmla="*/ 1068049 w 1084115"/>
                <a:gd name="connsiteY8" fmla="*/ 770476 h 77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4115" h="771174">
                  <a:moveTo>
                    <a:pt x="1068049" y="770476"/>
                  </a:moveTo>
                  <a:lnTo>
                    <a:pt x="17463" y="770476"/>
                  </a:lnTo>
                  <a:cubicBezTo>
                    <a:pt x="9081" y="770476"/>
                    <a:pt x="2096" y="763491"/>
                    <a:pt x="2096" y="755109"/>
                  </a:cubicBezTo>
                  <a:lnTo>
                    <a:pt x="2096" y="17463"/>
                  </a:lnTo>
                  <a:cubicBezTo>
                    <a:pt x="2096" y="9081"/>
                    <a:pt x="9081" y="2096"/>
                    <a:pt x="17463" y="2096"/>
                  </a:cubicBezTo>
                  <a:lnTo>
                    <a:pt x="1068049" y="2096"/>
                  </a:lnTo>
                  <a:cubicBezTo>
                    <a:pt x="1076431" y="2096"/>
                    <a:pt x="1083417" y="9081"/>
                    <a:pt x="1083417" y="17463"/>
                  </a:cubicBezTo>
                  <a:lnTo>
                    <a:pt x="1083417" y="755109"/>
                  </a:lnTo>
                  <a:cubicBezTo>
                    <a:pt x="1083417" y="763491"/>
                    <a:pt x="1076431" y="770476"/>
                    <a:pt x="1068049" y="77047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C16AA310-B330-920E-756D-BA3FEBB39FC7}"/>
                </a:ext>
              </a:extLst>
            </p:cNvPr>
            <p:cNvSpPr/>
            <p:nvPr/>
          </p:nvSpPr>
          <p:spPr>
            <a:xfrm>
              <a:off x="1057739" y="2159050"/>
              <a:ext cx="991910" cy="667793"/>
            </a:xfrm>
            <a:custGeom>
              <a:avLst/>
              <a:gdLst>
                <a:gd name="connsiteX0" fmla="*/ 980314 w 991909"/>
                <a:gd name="connsiteY0" fmla="*/ 666535 h 667792"/>
                <a:gd name="connsiteX1" fmla="*/ 11596 w 991909"/>
                <a:gd name="connsiteY1" fmla="*/ 666535 h 667792"/>
                <a:gd name="connsiteX2" fmla="*/ 2096 w 991909"/>
                <a:gd name="connsiteY2" fmla="*/ 657035 h 667792"/>
                <a:gd name="connsiteX3" fmla="*/ 2096 w 991909"/>
                <a:gd name="connsiteY3" fmla="*/ 11596 h 667792"/>
                <a:gd name="connsiteX4" fmla="*/ 11596 w 991909"/>
                <a:gd name="connsiteY4" fmla="*/ 2096 h 667792"/>
                <a:gd name="connsiteX5" fmla="*/ 980593 w 991909"/>
                <a:gd name="connsiteY5" fmla="*/ 2096 h 667792"/>
                <a:gd name="connsiteX6" fmla="*/ 990093 w 991909"/>
                <a:gd name="connsiteY6" fmla="*/ 11596 h 667792"/>
                <a:gd name="connsiteX7" fmla="*/ 990093 w 991909"/>
                <a:gd name="connsiteY7" fmla="*/ 657035 h 667792"/>
                <a:gd name="connsiteX8" fmla="*/ 980314 w 991909"/>
                <a:gd name="connsiteY8" fmla="*/ 666535 h 6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1909" h="667792">
                  <a:moveTo>
                    <a:pt x="980314" y="666535"/>
                  </a:moveTo>
                  <a:lnTo>
                    <a:pt x="11596" y="666535"/>
                  </a:lnTo>
                  <a:cubicBezTo>
                    <a:pt x="6287" y="666535"/>
                    <a:pt x="2096" y="662344"/>
                    <a:pt x="2096" y="657035"/>
                  </a:cubicBezTo>
                  <a:lnTo>
                    <a:pt x="2096" y="11596"/>
                  </a:lnTo>
                  <a:cubicBezTo>
                    <a:pt x="2096" y="6287"/>
                    <a:pt x="6287" y="2096"/>
                    <a:pt x="11596" y="2096"/>
                  </a:cubicBezTo>
                  <a:lnTo>
                    <a:pt x="980593" y="2096"/>
                  </a:lnTo>
                  <a:cubicBezTo>
                    <a:pt x="985902" y="2096"/>
                    <a:pt x="990093" y="6287"/>
                    <a:pt x="990093" y="11596"/>
                  </a:cubicBezTo>
                  <a:lnTo>
                    <a:pt x="990093" y="657035"/>
                  </a:lnTo>
                  <a:cubicBezTo>
                    <a:pt x="989814" y="662344"/>
                    <a:pt x="985623" y="666535"/>
                    <a:pt x="980314" y="666535"/>
                  </a:cubicBezTo>
                  <a:close/>
                </a:path>
              </a:pathLst>
            </a:custGeom>
            <a:solidFill>
              <a:srgbClr val="3F65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55E0B32C-1EB3-329C-84D1-EF9E6F59B2F1}"/>
                </a:ext>
              </a:extLst>
            </p:cNvPr>
            <p:cNvSpPr/>
            <p:nvPr/>
          </p:nvSpPr>
          <p:spPr>
            <a:xfrm>
              <a:off x="964136" y="2860931"/>
              <a:ext cx="1179115" cy="64265"/>
            </a:xfrm>
            <a:custGeom>
              <a:avLst/>
              <a:gdLst>
                <a:gd name="connsiteX0" fmla="*/ 7404 w 1179114"/>
                <a:gd name="connsiteY0" fmla="*/ 2096 h 64264"/>
                <a:gd name="connsiteX1" fmla="*/ 2096 w 1179114"/>
                <a:gd name="connsiteY1" fmla="*/ 21934 h 64264"/>
                <a:gd name="connsiteX2" fmla="*/ 43728 w 1179114"/>
                <a:gd name="connsiteY2" fmla="*/ 63566 h 64264"/>
                <a:gd name="connsiteX3" fmla="*/ 1135387 w 1179114"/>
                <a:gd name="connsiteY3" fmla="*/ 63566 h 64264"/>
                <a:gd name="connsiteX4" fmla="*/ 1177019 w 1179114"/>
                <a:gd name="connsiteY4" fmla="*/ 21934 h 64264"/>
                <a:gd name="connsiteX5" fmla="*/ 1171711 w 1179114"/>
                <a:gd name="connsiteY5" fmla="*/ 2096 h 64264"/>
                <a:gd name="connsiteX6" fmla="*/ 7404 w 1179114"/>
                <a:gd name="connsiteY6" fmla="*/ 2096 h 6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9114" h="64264">
                  <a:moveTo>
                    <a:pt x="7404" y="2096"/>
                  </a:moveTo>
                  <a:cubicBezTo>
                    <a:pt x="4331" y="7963"/>
                    <a:pt x="2096" y="14669"/>
                    <a:pt x="2096" y="21934"/>
                  </a:cubicBezTo>
                  <a:cubicBezTo>
                    <a:pt x="2096" y="44846"/>
                    <a:pt x="20816" y="63566"/>
                    <a:pt x="43728" y="63566"/>
                  </a:cubicBezTo>
                  <a:lnTo>
                    <a:pt x="1135387" y="63566"/>
                  </a:lnTo>
                  <a:cubicBezTo>
                    <a:pt x="1158299" y="63566"/>
                    <a:pt x="1177019" y="44846"/>
                    <a:pt x="1177019" y="21934"/>
                  </a:cubicBezTo>
                  <a:cubicBezTo>
                    <a:pt x="1177019" y="14669"/>
                    <a:pt x="1175064" y="7963"/>
                    <a:pt x="1171711" y="2096"/>
                  </a:cubicBezTo>
                  <a:lnTo>
                    <a:pt x="7404" y="2096"/>
                  </a:ln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15A5AF37-9AC1-44D1-193E-FACBE2BC8657}"/>
                </a:ext>
              </a:extLst>
            </p:cNvPr>
            <p:cNvSpPr/>
            <p:nvPr/>
          </p:nvSpPr>
          <p:spPr>
            <a:xfrm>
              <a:off x="969445" y="2900328"/>
              <a:ext cx="1167939" cy="25147"/>
            </a:xfrm>
            <a:custGeom>
              <a:avLst/>
              <a:gdLst>
                <a:gd name="connsiteX0" fmla="*/ 2096 w 1167938"/>
                <a:gd name="connsiteY0" fmla="*/ 2096 h 25147"/>
                <a:gd name="connsiteX1" fmla="*/ 38698 w 1167938"/>
                <a:gd name="connsiteY1" fmla="*/ 23890 h 25147"/>
                <a:gd name="connsiteX2" fmla="*/ 1130358 w 1167938"/>
                <a:gd name="connsiteY2" fmla="*/ 23890 h 25147"/>
                <a:gd name="connsiteX3" fmla="*/ 1166961 w 1167938"/>
                <a:gd name="connsiteY3" fmla="*/ 2096 h 25147"/>
                <a:gd name="connsiteX4" fmla="*/ 2096 w 1167938"/>
                <a:gd name="connsiteY4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938" h="25147">
                  <a:moveTo>
                    <a:pt x="2096" y="2096"/>
                  </a:moveTo>
                  <a:cubicBezTo>
                    <a:pt x="9081" y="15228"/>
                    <a:pt x="22772" y="23890"/>
                    <a:pt x="38698" y="23890"/>
                  </a:cubicBezTo>
                  <a:lnTo>
                    <a:pt x="1130358" y="23890"/>
                  </a:lnTo>
                  <a:cubicBezTo>
                    <a:pt x="1146284" y="23890"/>
                    <a:pt x="1159696" y="14949"/>
                    <a:pt x="1166961" y="2096"/>
                  </a:cubicBezTo>
                  <a:lnTo>
                    <a:pt x="2096" y="2096"/>
                  </a:lnTo>
                  <a:close/>
                </a:path>
              </a:pathLst>
            </a:custGeom>
            <a:solidFill>
              <a:srgbClr val="C9D6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766F9009-F660-CEB2-3049-245BC3A842FA}"/>
                </a:ext>
              </a:extLst>
            </p:cNvPr>
            <p:cNvSpPr/>
            <p:nvPr/>
          </p:nvSpPr>
          <p:spPr>
            <a:xfrm>
              <a:off x="1316194" y="2112668"/>
              <a:ext cx="793528" cy="516911"/>
            </a:xfrm>
            <a:custGeom>
              <a:avLst/>
              <a:gdLst>
                <a:gd name="connsiteX0" fmla="*/ 743094 w 793527"/>
                <a:gd name="connsiteY0" fmla="*/ 2096 h 516910"/>
                <a:gd name="connsiteX1" fmla="*/ 2096 w 793527"/>
                <a:gd name="connsiteY1" fmla="*/ 2096 h 516910"/>
                <a:gd name="connsiteX2" fmla="*/ 2096 w 793527"/>
                <a:gd name="connsiteY2" fmla="*/ 497492 h 516910"/>
                <a:gd name="connsiteX3" fmla="*/ 21934 w 793527"/>
                <a:gd name="connsiteY3" fmla="*/ 517330 h 516910"/>
                <a:gd name="connsiteX4" fmla="*/ 792829 w 793527"/>
                <a:gd name="connsiteY4" fmla="*/ 517330 h 516910"/>
                <a:gd name="connsiteX5" fmla="*/ 792829 w 793527"/>
                <a:gd name="connsiteY5" fmla="*/ 51831 h 516910"/>
                <a:gd name="connsiteX6" fmla="*/ 743094 w 793527"/>
                <a:gd name="connsiteY6" fmla="*/ 2096 h 51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3527" h="516910">
                  <a:moveTo>
                    <a:pt x="743094" y="2096"/>
                  </a:moveTo>
                  <a:lnTo>
                    <a:pt x="2096" y="2096"/>
                  </a:lnTo>
                  <a:lnTo>
                    <a:pt x="2096" y="497492"/>
                  </a:lnTo>
                  <a:cubicBezTo>
                    <a:pt x="2096" y="508389"/>
                    <a:pt x="11037" y="517330"/>
                    <a:pt x="21934" y="517330"/>
                  </a:cubicBezTo>
                  <a:lnTo>
                    <a:pt x="792829" y="517330"/>
                  </a:lnTo>
                  <a:lnTo>
                    <a:pt x="792829" y="51831"/>
                  </a:lnTo>
                  <a:cubicBezTo>
                    <a:pt x="792829" y="24448"/>
                    <a:pt x="770476" y="2096"/>
                    <a:pt x="743094" y="2096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008CD246-A208-0982-0890-8C8A69490379}"/>
                </a:ext>
              </a:extLst>
            </p:cNvPr>
            <p:cNvSpPr/>
            <p:nvPr/>
          </p:nvSpPr>
          <p:spPr>
            <a:xfrm>
              <a:off x="1343297" y="2055109"/>
              <a:ext cx="871763" cy="553234"/>
            </a:xfrm>
            <a:custGeom>
              <a:avLst/>
              <a:gdLst>
                <a:gd name="connsiteX0" fmla="*/ 862123 w 871762"/>
                <a:gd name="connsiteY0" fmla="*/ 552536 h 553234"/>
                <a:gd name="connsiteX1" fmla="*/ 9919 w 871762"/>
                <a:gd name="connsiteY1" fmla="*/ 552536 h 553234"/>
                <a:gd name="connsiteX2" fmla="*/ 2096 w 871762"/>
                <a:gd name="connsiteY2" fmla="*/ 544712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53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536"/>
                  </a:moveTo>
                  <a:lnTo>
                    <a:pt x="9919" y="552536"/>
                  </a:lnTo>
                  <a:cubicBezTo>
                    <a:pt x="5728" y="552536"/>
                    <a:pt x="2096" y="549183"/>
                    <a:pt x="2096" y="544712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536"/>
                    <a:pt x="862123" y="552536"/>
                  </a:cubicBezTo>
                  <a:close/>
                </a:path>
              </a:pathLst>
            </a:custGeom>
            <a:solidFill>
              <a:srgbClr val="E4E9F7">
                <a:alpha val="21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5A031D58-8AB6-DBED-9DC5-DB060B440CE6}"/>
                </a:ext>
              </a:extLst>
            </p:cNvPr>
            <p:cNvSpPr/>
            <p:nvPr/>
          </p:nvSpPr>
          <p:spPr>
            <a:xfrm>
              <a:off x="1377944" y="2017947"/>
              <a:ext cx="871763" cy="553234"/>
            </a:xfrm>
            <a:custGeom>
              <a:avLst/>
              <a:gdLst>
                <a:gd name="connsiteX0" fmla="*/ 862123 w 871762"/>
                <a:gd name="connsiteY0" fmla="*/ 552256 h 553234"/>
                <a:gd name="connsiteX1" fmla="*/ 9919 w 871762"/>
                <a:gd name="connsiteY1" fmla="*/ 552256 h 553234"/>
                <a:gd name="connsiteX2" fmla="*/ 2096 w 871762"/>
                <a:gd name="connsiteY2" fmla="*/ 544433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25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256"/>
                  </a:moveTo>
                  <a:lnTo>
                    <a:pt x="9919" y="552256"/>
                  </a:lnTo>
                  <a:cubicBezTo>
                    <a:pt x="5728" y="552256"/>
                    <a:pt x="2096" y="548903"/>
                    <a:pt x="2096" y="544433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256"/>
                    <a:pt x="862123" y="552256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BB9AD8B-0382-890F-EFB5-9305DD1812A6}"/>
                </a:ext>
              </a:extLst>
            </p:cNvPr>
            <p:cNvSpPr/>
            <p:nvPr/>
          </p:nvSpPr>
          <p:spPr>
            <a:xfrm>
              <a:off x="1117533" y="2275844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97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6581413E-867C-4429-7097-0D7F6424FC70}"/>
                </a:ext>
              </a:extLst>
            </p:cNvPr>
            <p:cNvSpPr/>
            <p:nvPr/>
          </p:nvSpPr>
          <p:spPr>
            <a:xfrm>
              <a:off x="1111106" y="2446843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15C8D12-3422-03F6-3D44-53E3434EDF54}"/>
                </a:ext>
              </a:extLst>
            </p:cNvPr>
            <p:cNvSpPr/>
            <p:nvPr/>
          </p:nvSpPr>
          <p:spPr>
            <a:xfrm>
              <a:off x="1111106" y="2614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F20D9006-8C05-D1F0-CC05-94AFB90399FB}"/>
                </a:ext>
              </a:extLst>
            </p:cNvPr>
            <p:cNvSpPr/>
            <p:nvPr/>
          </p:nvSpPr>
          <p:spPr>
            <a:xfrm>
              <a:off x="1138328" y="2633211"/>
              <a:ext cx="55882" cy="81029"/>
            </a:xfrm>
            <a:custGeom>
              <a:avLst/>
              <a:gdLst>
                <a:gd name="connsiteX0" fmla="*/ 55904 w 55882"/>
                <a:gd name="connsiteY0" fmla="*/ 28919 h 81029"/>
                <a:gd name="connsiteX1" fmla="*/ 29080 w 55882"/>
                <a:gd name="connsiteY1" fmla="*/ 2096 h 81029"/>
                <a:gd name="connsiteX2" fmla="*/ 2257 w 55882"/>
                <a:gd name="connsiteY2" fmla="*/ 28919 h 81029"/>
                <a:gd name="connsiteX3" fmla="*/ 29080 w 55882"/>
                <a:gd name="connsiteY3" fmla="*/ 79772 h 81029"/>
                <a:gd name="connsiteX4" fmla="*/ 55904 w 55882"/>
                <a:gd name="connsiteY4" fmla="*/ 28919 h 8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82" h="81029">
                  <a:moveTo>
                    <a:pt x="55904" y="28919"/>
                  </a:moveTo>
                  <a:cubicBezTo>
                    <a:pt x="55904" y="14110"/>
                    <a:pt x="43889" y="2096"/>
                    <a:pt x="29080" y="2096"/>
                  </a:cubicBezTo>
                  <a:cubicBezTo>
                    <a:pt x="14271" y="2096"/>
                    <a:pt x="2257" y="14110"/>
                    <a:pt x="2257" y="28919"/>
                  </a:cubicBezTo>
                  <a:cubicBezTo>
                    <a:pt x="2257" y="28919"/>
                    <a:pt x="-1655" y="57419"/>
                    <a:pt x="29080" y="79772"/>
                  </a:cubicBezTo>
                  <a:cubicBezTo>
                    <a:pt x="59536" y="57419"/>
                    <a:pt x="55904" y="28919"/>
                    <a:pt x="55904" y="2891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C281DEDE-096B-2AA7-B6F5-DDF229BBF21A}"/>
                </a:ext>
              </a:extLst>
            </p:cNvPr>
            <p:cNvSpPr/>
            <p:nvPr/>
          </p:nvSpPr>
          <p:spPr>
            <a:xfrm>
              <a:off x="1145703" y="2640425"/>
              <a:ext cx="41912" cy="41912"/>
            </a:xfrm>
            <a:custGeom>
              <a:avLst/>
              <a:gdLst>
                <a:gd name="connsiteX0" fmla="*/ 23102 w 41911"/>
                <a:gd name="connsiteY0" fmla="*/ 40984 h 41911"/>
                <a:gd name="connsiteX1" fmla="*/ 2146 w 41911"/>
                <a:gd name="connsiteY1" fmla="*/ 20028 h 41911"/>
                <a:gd name="connsiteX2" fmla="*/ 20028 w 41911"/>
                <a:gd name="connsiteY2" fmla="*/ 2146 h 41911"/>
                <a:gd name="connsiteX3" fmla="*/ 40984 w 41911"/>
                <a:gd name="connsiteY3" fmla="*/ 23102 h 41911"/>
                <a:gd name="connsiteX4" fmla="*/ 23102 w 41911"/>
                <a:gd name="connsiteY4" fmla="*/ 40984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11" h="41911">
                  <a:moveTo>
                    <a:pt x="23102" y="40984"/>
                  </a:moveTo>
                  <a:cubicBezTo>
                    <a:pt x="11087" y="41822"/>
                    <a:pt x="1308" y="32043"/>
                    <a:pt x="2146" y="20028"/>
                  </a:cubicBezTo>
                  <a:cubicBezTo>
                    <a:pt x="2984" y="10528"/>
                    <a:pt x="10528" y="2984"/>
                    <a:pt x="20028" y="2146"/>
                  </a:cubicBezTo>
                  <a:cubicBezTo>
                    <a:pt x="32043" y="1308"/>
                    <a:pt x="41822" y="11087"/>
                    <a:pt x="40984" y="23102"/>
                  </a:cubicBezTo>
                  <a:cubicBezTo>
                    <a:pt x="40146" y="32602"/>
                    <a:pt x="32602" y="40425"/>
                    <a:pt x="23102" y="40984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87DD2F4-BE66-9930-94A6-541C5BA86660}"/>
                </a:ext>
              </a:extLst>
            </p:cNvPr>
            <p:cNvSpPr/>
            <p:nvPr/>
          </p:nvSpPr>
          <p:spPr>
            <a:xfrm>
              <a:off x="1127592" y="2466961"/>
              <a:ext cx="78235" cy="78235"/>
            </a:xfrm>
            <a:custGeom>
              <a:avLst/>
              <a:gdLst>
                <a:gd name="connsiteX0" fmla="*/ 76419 w 78235"/>
                <a:gd name="connsiteY0" fmla="*/ 39257 h 78235"/>
                <a:gd name="connsiteX1" fmla="*/ 39257 w 78235"/>
                <a:gd name="connsiteY1" fmla="*/ 76419 h 78235"/>
                <a:gd name="connsiteX2" fmla="*/ 2096 w 78235"/>
                <a:gd name="connsiteY2" fmla="*/ 39257 h 78235"/>
                <a:gd name="connsiteX3" fmla="*/ 39257 w 78235"/>
                <a:gd name="connsiteY3" fmla="*/ 2096 h 78235"/>
                <a:gd name="connsiteX4" fmla="*/ 76419 w 78235"/>
                <a:gd name="connsiteY4" fmla="*/ 39257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5" h="78235">
                  <a:moveTo>
                    <a:pt x="76419" y="39257"/>
                  </a:moveTo>
                  <a:cubicBezTo>
                    <a:pt x="76419" y="59654"/>
                    <a:pt x="59934" y="76419"/>
                    <a:pt x="39257" y="76419"/>
                  </a:cubicBezTo>
                  <a:cubicBezTo>
                    <a:pt x="18581" y="76419"/>
                    <a:pt x="2096" y="59934"/>
                    <a:pt x="2096" y="39257"/>
                  </a:cubicBezTo>
                  <a:cubicBezTo>
                    <a:pt x="2096" y="18860"/>
                    <a:pt x="18581" y="2096"/>
                    <a:pt x="39257" y="2096"/>
                  </a:cubicBezTo>
                  <a:cubicBezTo>
                    <a:pt x="59934" y="2096"/>
                    <a:pt x="76419" y="18860"/>
                    <a:pt x="76419" y="39257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4F8BEBA-02CF-68AA-3DC4-91EAE9774EAB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3BC2A20C-FF5D-5497-A235-F66CD61B6BA8}"/>
                </a:ext>
              </a:extLst>
            </p:cNvPr>
            <p:cNvSpPr/>
            <p:nvPr/>
          </p:nvSpPr>
          <p:spPr>
            <a:xfrm>
              <a:off x="1133666" y="2471990"/>
              <a:ext cx="64265" cy="27941"/>
            </a:xfrm>
            <a:custGeom>
              <a:avLst/>
              <a:gdLst>
                <a:gd name="connsiteX0" fmla="*/ 33183 w 64264"/>
                <a:gd name="connsiteY0" fmla="*/ 4331 h 27941"/>
                <a:gd name="connsiteX1" fmla="*/ 61962 w 64264"/>
                <a:gd name="connsiteY1" fmla="*/ 25846 h 27941"/>
                <a:gd name="connsiteX2" fmla="*/ 63080 w 64264"/>
                <a:gd name="connsiteY2" fmla="*/ 26684 h 27941"/>
                <a:gd name="connsiteX3" fmla="*/ 63080 w 64264"/>
                <a:gd name="connsiteY3" fmla="*/ 26684 h 27941"/>
                <a:gd name="connsiteX4" fmla="*/ 64198 w 64264"/>
                <a:gd name="connsiteY4" fmla="*/ 25287 h 27941"/>
                <a:gd name="connsiteX5" fmla="*/ 33183 w 64264"/>
                <a:gd name="connsiteY5" fmla="*/ 2096 h 27941"/>
                <a:gd name="connsiteX6" fmla="*/ 2168 w 64264"/>
                <a:gd name="connsiteY6" fmla="*/ 25287 h 27941"/>
                <a:gd name="connsiteX7" fmla="*/ 3286 w 64264"/>
                <a:gd name="connsiteY7" fmla="*/ 26684 h 27941"/>
                <a:gd name="connsiteX8" fmla="*/ 3286 w 64264"/>
                <a:gd name="connsiteY8" fmla="*/ 26684 h 27941"/>
                <a:gd name="connsiteX9" fmla="*/ 4404 w 64264"/>
                <a:gd name="connsiteY9" fmla="*/ 25846 h 27941"/>
                <a:gd name="connsiteX10" fmla="*/ 33183 w 64264"/>
                <a:gd name="connsiteY10" fmla="*/ 4331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7941">
                  <a:moveTo>
                    <a:pt x="33183" y="4331"/>
                  </a:moveTo>
                  <a:cubicBezTo>
                    <a:pt x="46874" y="4331"/>
                    <a:pt x="58050" y="13272"/>
                    <a:pt x="61962" y="25846"/>
                  </a:cubicBezTo>
                  <a:cubicBezTo>
                    <a:pt x="62242" y="26404"/>
                    <a:pt x="62521" y="26684"/>
                    <a:pt x="63080" y="26684"/>
                  </a:cubicBezTo>
                  <a:lnTo>
                    <a:pt x="63080" y="26684"/>
                  </a:lnTo>
                  <a:cubicBezTo>
                    <a:pt x="63918" y="26684"/>
                    <a:pt x="64477" y="25846"/>
                    <a:pt x="64198" y="25287"/>
                  </a:cubicBezTo>
                  <a:cubicBezTo>
                    <a:pt x="60286" y="11875"/>
                    <a:pt x="47992" y="2096"/>
                    <a:pt x="33183" y="2096"/>
                  </a:cubicBezTo>
                  <a:cubicBezTo>
                    <a:pt x="18654" y="2096"/>
                    <a:pt x="6080" y="11875"/>
                    <a:pt x="2168" y="25287"/>
                  </a:cubicBezTo>
                  <a:cubicBezTo>
                    <a:pt x="1889" y="26125"/>
                    <a:pt x="2448" y="26684"/>
                    <a:pt x="3286" y="26684"/>
                  </a:cubicBezTo>
                  <a:lnTo>
                    <a:pt x="3286" y="26684"/>
                  </a:lnTo>
                  <a:cubicBezTo>
                    <a:pt x="3845" y="26684"/>
                    <a:pt x="4404" y="26404"/>
                    <a:pt x="4404" y="25846"/>
                  </a:cubicBezTo>
                  <a:cubicBezTo>
                    <a:pt x="8036" y="13272"/>
                    <a:pt x="19492" y="4331"/>
                    <a:pt x="33183" y="4331"/>
                  </a:cubicBezTo>
                  <a:close/>
                </a:path>
              </a:pathLst>
            </a:custGeom>
            <a:solidFill>
              <a:srgbClr val="A488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BBF77266-F73A-E228-06D4-FF7210CC7ED6}"/>
                </a:ext>
              </a:extLst>
            </p:cNvPr>
            <p:cNvSpPr/>
            <p:nvPr/>
          </p:nvSpPr>
          <p:spPr>
            <a:xfrm>
              <a:off x="1127841" y="2504961"/>
              <a:ext cx="75441" cy="39118"/>
            </a:xfrm>
            <a:custGeom>
              <a:avLst/>
              <a:gdLst>
                <a:gd name="connsiteX0" fmla="*/ 72258 w 75441"/>
                <a:gd name="connsiteY0" fmla="*/ 2096 h 39117"/>
                <a:gd name="connsiteX1" fmla="*/ 68626 w 75441"/>
                <a:gd name="connsiteY1" fmla="*/ 5169 h 39117"/>
                <a:gd name="connsiteX2" fmla="*/ 39008 w 75441"/>
                <a:gd name="connsiteY2" fmla="*/ 31154 h 39117"/>
                <a:gd name="connsiteX3" fmla="*/ 9391 w 75441"/>
                <a:gd name="connsiteY3" fmla="*/ 5169 h 39117"/>
                <a:gd name="connsiteX4" fmla="*/ 5758 w 75441"/>
                <a:gd name="connsiteY4" fmla="*/ 2096 h 39117"/>
                <a:gd name="connsiteX5" fmla="*/ 5758 w 75441"/>
                <a:gd name="connsiteY5" fmla="*/ 2096 h 39117"/>
                <a:gd name="connsiteX6" fmla="*/ 2126 w 75441"/>
                <a:gd name="connsiteY6" fmla="*/ 6007 h 39117"/>
                <a:gd name="connsiteX7" fmla="*/ 39008 w 75441"/>
                <a:gd name="connsiteY7" fmla="*/ 38140 h 39117"/>
                <a:gd name="connsiteX8" fmla="*/ 75891 w 75441"/>
                <a:gd name="connsiteY8" fmla="*/ 6007 h 39117"/>
                <a:gd name="connsiteX9" fmla="*/ 72258 w 75441"/>
                <a:gd name="connsiteY9" fmla="*/ 2096 h 39117"/>
                <a:gd name="connsiteX10" fmla="*/ 72258 w 75441"/>
                <a:gd name="connsiteY10" fmla="*/ 2096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441" h="39117">
                  <a:moveTo>
                    <a:pt x="72258" y="2096"/>
                  </a:moveTo>
                  <a:cubicBezTo>
                    <a:pt x="70582" y="2096"/>
                    <a:pt x="68905" y="3493"/>
                    <a:pt x="68626" y="5169"/>
                  </a:cubicBezTo>
                  <a:cubicBezTo>
                    <a:pt x="66670" y="19699"/>
                    <a:pt x="54097" y="31154"/>
                    <a:pt x="39008" y="31154"/>
                  </a:cubicBezTo>
                  <a:cubicBezTo>
                    <a:pt x="23920" y="31154"/>
                    <a:pt x="11347" y="19978"/>
                    <a:pt x="9391" y="5169"/>
                  </a:cubicBezTo>
                  <a:cubicBezTo>
                    <a:pt x="9111" y="3493"/>
                    <a:pt x="7714" y="2096"/>
                    <a:pt x="5758" y="2096"/>
                  </a:cubicBezTo>
                  <a:lnTo>
                    <a:pt x="5758" y="2096"/>
                  </a:lnTo>
                  <a:cubicBezTo>
                    <a:pt x="3523" y="2096"/>
                    <a:pt x="1847" y="4051"/>
                    <a:pt x="2126" y="6007"/>
                  </a:cubicBezTo>
                  <a:cubicBezTo>
                    <a:pt x="4641" y="24169"/>
                    <a:pt x="20008" y="38140"/>
                    <a:pt x="39008" y="38140"/>
                  </a:cubicBezTo>
                  <a:cubicBezTo>
                    <a:pt x="57729" y="38140"/>
                    <a:pt x="73376" y="24169"/>
                    <a:pt x="75891" y="6007"/>
                  </a:cubicBezTo>
                  <a:cubicBezTo>
                    <a:pt x="75891" y="4051"/>
                    <a:pt x="74214" y="2096"/>
                    <a:pt x="72258" y="2096"/>
                  </a:cubicBezTo>
                  <a:lnTo>
                    <a:pt x="72258" y="2096"/>
                  </a:lnTo>
                  <a:close/>
                </a:path>
              </a:pathLst>
            </a:custGeom>
            <a:solidFill>
              <a:srgbClr val="6056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DABF6BBA-05CF-71DA-BB4F-DB7B994B0BCC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E24AF028-563F-F2A2-667A-C4719F172E73}"/>
                </a:ext>
              </a:extLst>
            </p:cNvPr>
            <p:cNvSpPr/>
            <p:nvPr/>
          </p:nvSpPr>
          <p:spPr>
            <a:xfrm>
              <a:off x="1134504" y="2513623"/>
              <a:ext cx="64265" cy="25147"/>
            </a:xfrm>
            <a:custGeom>
              <a:avLst/>
              <a:gdLst>
                <a:gd name="connsiteX0" fmla="*/ 61403 w 64264"/>
                <a:gd name="connsiteY0" fmla="*/ 2096 h 25147"/>
                <a:gd name="connsiteX1" fmla="*/ 60286 w 64264"/>
                <a:gd name="connsiteY1" fmla="*/ 2934 h 25147"/>
                <a:gd name="connsiteX2" fmla="*/ 32345 w 64264"/>
                <a:gd name="connsiteY2" fmla="*/ 22493 h 25147"/>
                <a:gd name="connsiteX3" fmla="*/ 4404 w 64264"/>
                <a:gd name="connsiteY3" fmla="*/ 2934 h 25147"/>
                <a:gd name="connsiteX4" fmla="*/ 3286 w 64264"/>
                <a:gd name="connsiteY4" fmla="*/ 2096 h 25147"/>
                <a:gd name="connsiteX5" fmla="*/ 3286 w 64264"/>
                <a:gd name="connsiteY5" fmla="*/ 2096 h 25147"/>
                <a:gd name="connsiteX6" fmla="*/ 2168 w 64264"/>
                <a:gd name="connsiteY6" fmla="*/ 3772 h 25147"/>
                <a:gd name="connsiteX7" fmla="*/ 32345 w 64264"/>
                <a:gd name="connsiteY7" fmla="*/ 24728 h 25147"/>
                <a:gd name="connsiteX8" fmla="*/ 62521 w 64264"/>
                <a:gd name="connsiteY8" fmla="*/ 3772 h 25147"/>
                <a:gd name="connsiteX9" fmla="*/ 61403 w 64264"/>
                <a:gd name="connsiteY9" fmla="*/ 2096 h 25147"/>
                <a:gd name="connsiteX10" fmla="*/ 61403 w 64264"/>
                <a:gd name="connsiteY10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5147">
                  <a:moveTo>
                    <a:pt x="61403" y="2096"/>
                  </a:moveTo>
                  <a:cubicBezTo>
                    <a:pt x="60845" y="2096"/>
                    <a:pt x="60565" y="2375"/>
                    <a:pt x="60286" y="2934"/>
                  </a:cubicBezTo>
                  <a:cubicBezTo>
                    <a:pt x="56095" y="14390"/>
                    <a:pt x="45198" y="22493"/>
                    <a:pt x="32345" y="22493"/>
                  </a:cubicBezTo>
                  <a:cubicBezTo>
                    <a:pt x="19492" y="22493"/>
                    <a:pt x="8595" y="14390"/>
                    <a:pt x="4404" y="2934"/>
                  </a:cubicBezTo>
                  <a:cubicBezTo>
                    <a:pt x="4124" y="2375"/>
                    <a:pt x="3845" y="2096"/>
                    <a:pt x="3286" y="2096"/>
                  </a:cubicBezTo>
                  <a:lnTo>
                    <a:pt x="3286" y="2096"/>
                  </a:lnTo>
                  <a:cubicBezTo>
                    <a:pt x="2448" y="2096"/>
                    <a:pt x="1889" y="2934"/>
                    <a:pt x="2168" y="3772"/>
                  </a:cubicBezTo>
                  <a:cubicBezTo>
                    <a:pt x="6639" y="16066"/>
                    <a:pt x="18654" y="24728"/>
                    <a:pt x="32345" y="24728"/>
                  </a:cubicBezTo>
                  <a:cubicBezTo>
                    <a:pt x="46315" y="24728"/>
                    <a:pt x="58050" y="16066"/>
                    <a:pt x="62521" y="3772"/>
                  </a:cubicBezTo>
                  <a:cubicBezTo>
                    <a:pt x="62800" y="2934"/>
                    <a:pt x="62242" y="2096"/>
                    <a:pt x="61403" y="2096"/>
                  </a:cubicBezTo>
                  <a:lnTo>
                    <a:pt x="61403" y="2096"/>
                  </a:ln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5B0F3C8A-E480-584A-B0E9-3C5C15F4AB4E}"/>
                </a:ext>
              </a:extLst>
            </p:cNvPr>
            <p:cNvSpPr/>
            <p:nvPr/>
          </p:nvSpPr>
          <p:spPr>
            <a:xfrm>
              <a:off x="1163356" y="2482887"/>
              <a:ext cx="5588" cy="27941"/>
            </a:xfrm>
            <a:custGeom>
              <a:avLst/>
              <a:gdLst>
                <a:gd name="connsiteX0" fmla="*/ 3493 w 5588"/>
                <a:gd name="connsiteY0" fmla="*/ 25846 h 27941"/>
                <a:gd name="connsiteX1" fmla="*/ 3493 w 5588"/>
                <a:gd name="connsiteY1" fmla="*/ 25846 h 27941"/>
                <a:gd name="connsiteX2" fmla="*/ 2096 w 5588"/>
                <a:gd name="connsiteY2" fmla="*/ 24448 h 27941"/>
                <a:gd name="connsiteX3" fmla="*/ 2096 w 5588"/>
                <a:gd name="connsiteY3" fmla="*/ 3493 h 27941"/>
                <a:gd name="connsiteX4" fmla="*/ 3493 w 5588"/>
                <a:gd name="connsiteY4" fmla="*/ 2096 h 27941"/>
                <a:gd name="connsiteX5" fmla="*/ 3493 w 5588"/>
                <a:gd name="connsiteY5" fmla="*/ 2096 h 27941"/>
                <a:gd name="connsiteX6" fmla="*/ 4890 w 5588"/>
                <a:gd name="connsiteY6" fmla="*/ 3493 h 27941"/>
                <a:gd name="connsiteX7" fmla="*/ 4890 w 5588"/>
                <a:gd name="connsiteY7" fmla="*/ 24448 h 27941"/>
                <a:gd name="connsiteX8" fmla="*/ 3493 w 5588"/>
                <a:gd name="connsiteY8" fmla="*/ 25846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" h="27941">
                  <a:moveTo>
                    <a:pt x="3493" y="25846"/>
                  </a:moveTo>
                  <a:lnTo>
                    <a:pt x="3493" y="25846"/>
                  </a:lnTo>
                  <a:cubicBezTo>
                    <a:pt x="2654" y="25846"/>
                    <a:pt x="2096" y="25287"/>
                    <a:pt x="2096" y="24448"/>
                  </a:cubicBezTo>
                  <a:lnTo>
                    <a:pt x="2096" y="3493"/>
                  </a:lnTo>
                  <a:cubicBezTo>
                    <a:pt x="2096" y="2654"/>
                    <a:pt x="2654" y="2096"/>
                    <a:pt x="3493" y="2096"/>
                  </a:cubicBezTo>
                  <a:lnTo>
                    <a:pt x="3493" y="2096"/>
                  </a:lnTo>
                  <a:cubicBezTo>
                    <a:pt x="4331" y="2096"/>
                    <a:pt x="4890" y="2654"/>
                    <a:pt x="4890" y="3493"/>
                  </a:cubicBezTo>
                  <a:lnTo>
                    <a:pt x="4890" y="24448"/>
                  </a:lnTo>
                  <a:cubicBezTo>
                    <a:pt x="4890" y="25287"/>
                    <a:pt x="4051" y="25846"/>
                    <a:pt x="3493" y="2584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4E10A911-78B7-1C87-732E-813510FD1B53}"/>
                </a:ext>
              </a:extLst>
            </p:cNvPr>
            <p:cNvSpPr/>
            <p:nvPr/>
          </p:nvSpPr>
          <p:spPr>
            <a:xfrm>
              <a:off x="1163246" y="2503939"/>
              <a:ext cx="19559" cy="16765"/>
            </a:xfrm>
            <a:custGeom>
              <a:avLst/>
              <a:gdLst>
                <a:gd name="connsiteX0" fmla="*/ 2485 w 19558"/>
                <a:gd name="connsiteY0" fmla="*/ 2559 h 16764"/>
                <a:gd name="connsiteX1" fmla="*/ 2485 w 19558"/>
                <a:gd name="connsiteY1" fmla="*/ 2559 h 16764"/>
                <a:gd name="connsiteX2" fmla="*/ 4441 w 19558"/>
                <a:gd name="connsiteY2" fmla="*/ 2279 h 16764"/>
                <a:gd name="connsiteX3" fmla="*/ 17294 w 19558"/>
                <a:gd name="connsiteY3" fmla="*/ 13176 h 16764"/>
                <a:gd name="connsiteX4" fmla="*/ 17573 w 19558"/>
                <a:gd name="connsiteY4" fmla="*/ 15132 h 16764"/>
                <a:gd name="connsiteX5" fmla="*/ 17573 w 19558"/>
                <a:gd name="connsiteY5" fmla="*/ 15132 h 16764"/>
                <a:gd name="connsiteX6" fmla="*/ 15617 w 19558"/>
                <a:gd name="connsiteY6" fmla="*/ 15411 h 16764"/>
                <a:gd name="connsiteX7" fmla="*/ 2764 w 19558"/>
                <a:gd name="connsiteY7" fmla="*/ 4514 h 16764"/>
                <a:gd name="connsiteX8" fmla="*/ 2485 w 19558"/>
                <a:gd name="connsiteY8" fmla="*/ 2559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58" h="16764">
                  <a:moveTo>
                    <a:pt x="2485" y="2559"/>
                  </a:moveTo>
                  <a:lnTo>
                    <a:pt x="2485" y="2559"/>
                  </a:lnTo>
                  <a:cubicBezTo>
                    <a:pt x="3044" y="2000"/>
                    <a:pt x="3882" y="2000"/>
                    <a:pt x="4441" y="2279"/>
                  </a:cubicBezTo>
                  <a:lnTo>
                    <a:pt x="17294" y="13176"/>
                  </a:lnTo>
                  <a:cubicBezTo>
                    <a:pt x="17853" y="13735"/>
                    <a:pt x="17853" y="14573"/>
                    <a:pt x="17573" y="15132"/>
                  </a:cubicBezTo>
                  <a:lnTo>
                    <a:pt x="17573" y="15132"/>
                  </a:lnTo>
                  <a:cubicBezTo>
                    <a:pt x="17014" y="15691"/>
                    <a:pt x="16176" y="15691"/>
                    <a:pt x="15617" y="15411"/>
                  </a:cubicBezTo>
                  <a:lnTo>
                    <a:pt x="2764" y="4514"/>
                  </a:lnTo>
                  <a:cubicBezTo>
                    <a:pt x="1926" y="4235"/>
                    <a:pt x="1926" y="3397"/>
                    <a:pt x="2485" y="255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A2C98AC5-8F1D-E92E-6A01-2FEECF9C44FE}"/>
                </a:ext>
              </a:extLst>
            </p:cNvPr>
            <p:cNvSpPr/>
            <p:nvPr/>
          </p:nvSpPr>
          <p:spPr>
            <a:xfrm>
              <a:off x="1163915" y="2476182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22C25E42-BB06-F6DE-E289-AC882DADAE4C}"/>
                </a:ext>
              </a:extLst>
            </p:cNvPr>
            <p:cNvSpPr/>
            <p:nvPr/>
          </p:nvSpPr>
          <p:spPr>
            <a:xfrm>
              <a:off x="1163915" y="2528711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DA8954D9-DD86-C44F-D635-CFDCA0EF6708}"/>
                </a:ext>
              </a:extLst>
            </p:cNvPr>
            <p:cNvSpPr/>
            <p:nvPr/>
          </p:nvSpPr>
          <p:spPr>
            <a:xfrm>
              <a:off x="1136779" y="2503289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5593941B-5BD8-F175-A714-32B297D8D530}"/>
                </a:ext>
              </a:extLst>
            </p:cNvPr>
            <p:cNvSpPr/>
            <p:nvPr/>
          </p:nvSpPr>
          <p:spPr>
            <a:xfrm>
              <a:off x="1189182" y="2503163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EC49183C-9B8D-7137-4EC3-D80D5C6E2674}"/>
                </a:ext>
              </a:extLst>
            </p:cNvPr>
            <p:cNvSpPr/>
            <p:nvPr/>
          </p:nvSpPr>
          <p:spPr>
            <a:xfrm>
              <a:off x="1143577" y="2483212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29 w 8382"/>
                <a:gd name="connsiteY2" fmla="*/ 4940 h 8382"/>
                <a:gd name="connsiteX3" fmla="*/ 4938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29" y="4940"/>
                  </a:lnTo>
                  <a:lnTo>
                    <a:pt x="4938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F47A3461-1855-F207-7B2E-1661F94320E1}"/>
                </a:ext>
              </a:extLst>
            </p:cNvPr>
            <p:cNvSpPr/>
            <p:nvPr/>
          </p:nvSpPr>
          <p:spPr>
            <a:xfrm>
              <a:off x="1180585" y="2520067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30 w 8382"/>
                <a:gd name="connsiteY2" fmla="*/ 4939 h 8382"/>
                <a:gd name="connsiteX3" fmla="*/ 4939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30" y="4939"/>
                  </a:lnTo>
                  <a:lnTo>
                    <a:pt x="4939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B48DFF3B-C5CC-83A9-ABAC-9059918CCDE9}"/>
                </a:ext>
              </a:extLst>
            </p:cNvPr>
            <p:cNvSpPr/>
            <p:nvPr/>
          </p:nvSpPr>
          <p:spPr>
            <a:xfrm>
              <a:off x="1143589" y="2520283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39 h 8382"/>
                <a:gd name="connsiteX2" fmla="*/ 4939 w 8382"/>
                <a:gd name="connsiteY2" fmla="*/ 2964 h 8382"/>
                <a:gd name="connsiteX3" fmla="*/ 5730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39"/>
                  </a:lnTo>
                  <a:lnTo>
                    <a:pt x="4939" y="2964"/>
                  </a:lnTo>
                  <a:lnTo>
                    <a:pt x="5730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28E16F76-8465-F126-3F0E-18392FC92939}"/>
                </a:ext>
              </a:extLst>
            </p:cNvPr>
            <p:cNvSpPr/>
            <p:nvPr/>
          </p:nvSpPr>
          <p:spPr>
            <a:xfrm>
              <a:off x="1180755" y="2483065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40 h 8382"/>
                <a:gd name="connsiteX2" fmla="*/ 4938 w 8382"/>
                <a:gd name="connsiteY2" fmla="*/ 2964 h 8382"/>
                <a:gd name="connsiteX3" fmla="*/ 5729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40"/>
                  </a:lnTo>
                  <a:lnTo>
                    <a:pt x="4938" y="2964"/>
                  </a:lnTo>
                  <a:lnTo>
                    <a:pt x="5729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C8030DF8-938D-464E-4F97-95D7EFF3D39B}"/>
                </a:ext>
              </a:extLst>
            </p:cNvPr>
            <p:cNvSpPr/>
            <p:nvPr/>
          </p:nvSpPr>
          <p:spPr>
            <a:xfrm>
              <a:off x="1111106" y="2272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BC3C7E5-777A-935B-17D0-5D420EE92045}"/>
                </a:ext>
              </a:extLst>
            </p:cNvPr>
            <p:cNvSpPr/>
            <p:nvPr/>
          </p:nvSpPr>
          <p:spPr>
            <a:xfrm>
              <a:off x="1431311" y="2075506"/>
              <a:ext cx="262646" cy="441470"/>
            </a:xfrm>
            <a:custGeom>
              <a:avLst/>
              <a:gdLst>
                <a:gd name="connsiteX0" fmla="*/ 258874 w 262646"/>
                <a:gd name="connsiteY0" fmla="*/ 441050 h 441469"/>
                <a:gd name="connsiteX1" fmla="*/ 5728 w 262646"/>
                <a:gd name="connsiteY1" fmla="*/ 441050 h 441469"/>
                <a:gd name="connsiteX2" fmla="*/ 2096 w 262646"/>
                <a:gd name="connsiteY2" fmla="*/ 437418 h 441469"/>
                <a:gd name="connsiteX3" fmla="*/ 2096 w 262646"/>
                <a:gd name="connsiteY3" fmla="*/ 5728 h 441469"/>
                <a:gd name="connsiteX4" fmla="*/ 5728 w 262646"/>
                <a:gd name="connsiteY4" fmla="*/ 2096 h 441469"/>
                <a:gd name="connsiteX5" fmla="*/ 258874 w 262646"/>
                <a:gd name="connsiteY5" fmla="*/ 2096 h 441469"/>
                <a:gd name="connsiteX6" fmla="*/ 262507 w 262646"/>
                <a:gd name="connsiteY6" fmla="*/ 5728 h 441469"/>
                <a:gd name="connsiteX7" fmla="*/ 262507 w 262646"/>
                <a:gd name="connsiteY7" fmla="*/ 437139 h 441469"/>
                <a:gd name="connsiteX8" fmla="*/ 258874 w 262646"/>
                <a:gd name="connsiteY8" fmla="*/ 441050 h 44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646" h="441469">
                  <a:moveTo>
                    <a:pt x="258874" y="441050"/>
                  </a:moveTo>
                  <a:lnTo>
                    <a:pt x="5728" y="441050"/>
                  </a:lnTo>
                  <a:cubicBezTo>
                    <a:pt x="3772" y="441050"/>
                    <a:pt x="2096" y="439374"/>
                    <a:pt x="2096" y="437418"/>
                  </a:cubicBezTo>
                  <a:lnTo>
                    <a:pt x="2096" y="5728"/>
                  </a:lnTo>
                  <a:cubicBezTo>
                    <a:pt x="2096" y="3772"/>
                    <a:pt x="3772" y="2096"/>
                    <a:pt x="5728" y="2096"/>
                  </a:cubicBezTo>
                  <a:lnTo>
                    <a:pt x="258874" y="2096"/>
                  </a:lnTo>
                  <a:cubicBezTo>
                    <a:pt x="260830" y="2096"/>
                    <a:pt x="262507" y="3772"/>
                    <a:pt x="262507" y="5728"/>
                  </a:cubicBezTo>
                  <a:lnTo>
                    <a:pt x="262507" y="437139"/>
                  </a:lnTo>
                  <a:cubicBezTo>
                    <a:pt x="262507" y="439374"/>
                    <a:pt x="260830" y="441050"/>
                    <a:pt x="258874" y="44105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11230713-9BCE-56E9-C41E-C696323F9908}"/>
                </a:ext>
              </a:extLst>
            </p:cNvPr>
            <p:cNvSpPr/>
            <p:nvPr/>
          </p:nvSpPr>
          <p:spPr>
            <a:xfrm>
              <a:off x="1476017" y="2111271"/>
              <a:ext cx="170441" cy="39118"/>
            </a:xfrm>
            <a:custGeom>
              <a:avLst/>
              <a:gdLst>
                <a:gd name="connsiteX0" fmla="*/ 167786 w 170440"/>
                <a:gd name="connsiteY0" fmla="*/ 38978 h 39117"/>
                <a:gd name="connsiteX1" fmla="*/ 4890 w 170440"/>
                <a:gd name="connsiteY1" fmla="*/ 38978 h 39117"/>
                <a:gd name="connsiteX2" fmla="*/ 2096 w 170440"/>
                <a:gd name="connsiteY2" fmla="*/ 36184 h 39117"/>
                <a:gd name="connsiteX3" fmla="*/ 2096 w 170440"/>
                <a:gd name="connsiteY3" fmla="*/ 4890 h 39117"/>
                <a:gd name="connsiteX4" fmla="*/ 4890 w 170440"/>
                <a:gd name="connsiteY4" fmla="*/ 2096 h 39117"/>
                <a:gd name="connsiteX5" fmla="*/ 167786 w 170440"/>
                <a:gd name="connsiteY5" fmla="*/ 2096 h 39117"/>
                <a:gd name="connsiteX6" fmla="*/ 170581 w 170440"/>
                <a:gd name="connsiteY6" fmla="*/ 4890 h 39117"/>
                <a:gd name="connsiteX7" fmla="*/ 170581 w 170440"/>
                <a:gd name="connsiteY7" fmla="*/ 36184 h 39117"/>
                <a:gd name="connsiteX8" fmla="*/ 167786 w 170440"/>
                <a:gd name="connsiteY8" fmla="*/ 38978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0440" h="39117">
                  <a:moveTo>
                    <a:pt x="167786" y="38978"/>
                  </a:moveTo>
                  <a:lnTo>
                    <a:pt x="4890" y="38978"/>
                  </a:lnTo>
                  <a:cubicBezTo>
                    <a:pt x="3213" y="38978"/>
                    <a:pt x="2096" y="37581"/>
                    <a:pt x="2096" y="36184"/>
                  </a:cubicBezTo>
                  <a:lnTo>
                    <a:pt x="2096" y="4890"/>
                  </a:lnTo>
                  <a:cubicBezTo>
                    <a:pt x="2096" y="3213"/>
                    <a:pt x="3493" y="2096"/>
                    <a:pt x="4890" y="2096"/>
                  </a:cubicBezTo>
                  <a:lnTo>
                    <a:pt x="167786" y="2096"/>
                  </a:lnTo>
                  <a:cubicBezTo>
                    <a:pt x="169463" y="2096"/>
                    <a:pt x="170581" y="3493"/>
                    <a:pt x="170581" y="4890"/>
                  </a:cubicBezTo>
                  <a:lnTo>
                    <a:pt x="170581" y="36184"/>
                  </a:lnTo>
                  <a:cubicBezTo>
                    <a:pt x="170581" y="37581"/>
                    <a:pt x="169463" y="38978"/>
                    <a:pt x="167786" y="3897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1B981885-062F-5EFA-A4F5-25A11BAF29E4}"/>
                </a:ext>
              </a:extLst>
            </p:cNvPr>
            <p:cNvSpPr/>
            <p:nvPr/>
          </p:nvSpPr>
          <p:spPr>
            <a:xfrm>
              <a:off x="1484679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11022BED-F2EF-F457-70A8-89CF0E855C2C}"/>
                </a:ext>
              </a:extLst>
            </p:cNvPr>
            <p:cNvSpPr/>
            <p:nvPr/>
          </p:nvSpPr>
          <p:spPr>
            <a:xfrm>
              <a:off x="1581355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BFEC1D38-0B94-2269-839A-004BFE900EA5}"/>
                </a:ext>
              </a:extLst>
            </p:cNvPr>
            <p:cNvSpPr/>
            <p:nvPr/>
          </p:nvSpPr>
          <p:spPr>
            <a:xfrm>
              <a:off x="1472385" y="2185315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C7ABEBE3-70AB-CF20-87C5-672783508A42}"/>
                </a:ext>
              </a:extLst>
            </p:cNvPr>
            <p:cNvSpPr/>
            <p:nvPr/>
          </p:nvSpPr>
          <p:spPr>
            <a:xfrm>
              <a:off x="1472385" y="2233653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2D5F17D6-D347-9941-B9FA-5F0981A7AE34}"/>
                </a:ext>
              </a:extLst>
            </p:cNvPr>
            <p:cNvSpPr/>
            <p:nvPr/>
          </p:nvSpPr>
          <p:spPr>
            <a:xfrm>
              <a:off x="1511223" y="2280035"/>
              <a:ext cx="106176" cy="8382"/>
            </a:xfrm>
            <a:custGeom>
              <a:avLst/>
              <a:gdLst>
                <a:gd name="connsiteX0" fmla="*/ 2096 w 106176"/>
                <a:gd name="connsiteY0" fmla="*/ 2096 h 8382"/>
                <a:gd name="connsiteX1" fmla="*/ 106316 w 106176"/>
                <a:gd name="connsiteY1" fmla="*/ 2096 h 8382"/>
                <a:gd name="connsiteX2" fmla="*/ 106316 w 106176"/>
                <a:gd name="connsiteY2" fmla="*/ 8522 h 8382"/>
                <a:gd name="connsiteX3" fmla="*/ 2096 w 106176"/>
                <a:gd name="connsiteY3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176" h="8382">
                  <a:moveTo>
                    <a:pt x="2096" y="2096"/>
                  </a:moveTo>
                  <a:lnTo>
                    <a:pt x="106316" y="2096"/>
                  </a:lnTo>
                  <a:lnTo>
                    <a:pt x="106316" y="8522"/>
                  </a:lnTo>
                  <a:lnTo>
                    <a:pt x="2096" y="8522"/>
                  </a:lnTo>
                  <a:close/>
                </a:path>
              </a:pathLst>
            </a:custGeom>
            <a:solidFill>
              <a:srgbClr val="CED2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34F93A37-F868-C24E-8AE2-65492E1AF6B4}"/>
                </a:ext>
              </a:extLst>
            </p:cNvPr>
            <p:cNvSpPr/>
            <p:nvPr/>
          </p:nvSpPr>
          <p:spPr>
            <a:xfrm>
              <a:off x="1866355" y="2360505"/>
              <a:ext cx="399558" cy="75441"/>
            </a:xfrm>
            <a:custGeom>
              <a:avLst/>
              <a:gdLst>
                <a:gd name="connsiteX0" fmla="*/ 363654 w 399557"/>
                <a:gd name="connsiteY0" fmla="*/ 74742 h 75441"/>
                <a:gd name="connsiteX1" fmla="*/ 38419 w 399557"/>
                <a:gd name="connsiteY1" fmla="*/ 74742 h 75441"/>
                <a:gd name="connsiteX2" fmla="*/ 2096 w 399557"/>
                <a:gd name="connsiteY2" fmla="*/ 38419 h 75441"/>
                <a:gd name="connsiteX3" fmla="*/ 2096 w 399557"/>
                <a:gd name="connsiteY3" fmla="*/ 38419 h 75441"/>
                <a:gd name="connsiteX4" fmla="*/ 38419 w 399557"/>
                <a:gd name="connsiteY4" fmla="*/ 2096 h 75441"/>
                <a:gd name="connsiteX5" fmla="*/ 363654 w 399557"/>
                <a:gd name="connsiteY5" fmla="*/ 2096 h 75441"/>
                <a:gd name="connsiteX6" fmla="*/ 399977 w 399557"/>
                <a:gd name="connsiteY6" fmla="*/ 38419 h 75441"/>
                <a:gd name="connsiteX7" fmla="*/ 399977 w 399557"/>
                <a:gd name="connsiteY7" fmla="*/ 38419 h 75441"/>
                <a:gd name="connsiteX8" fmla="*/ 363654 w 399557"/>
                <a:gd name="connsiteY8" fmla="*/ 74742 h 7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557" h="75441">
                  <a:moveTo>
                    <a:pt x="363654" y="74742"/>
                  </a:moveTo>
                  <a:lnTo>
                    <a:pt x="38419" y="74742"/>
                  </a:lnTo>
                  <a:cubicBezTo>
                    <a:pt x="18301" y="74742"/>
                    <a:pt x="2096" y="58537"/>
                    <a:pt x="2096" y="38419"/>
                  </a:cubicBezTo>
                  <a:lnTo>
                    <a:pt x="2096" y="38419"/>
                  </a:lnTo>
                  <a:cubicBezTo>
                    <a:pt x="2096" y="18301"/>
                    <a:pt x="18301" y="2096"/>
                    <a:pt x="38419" y="2096"/>
                  </a:cubicBezTo>
                  <a:lnTo>
                    <a:pt x="363654" y="2096"/>
                  </a:lnTo>
                  <a:cubicBezTo>
                    <a:pt x="383771" y="2096"/>
                    <a:pt x="399977" y="18301"/>
                    <a:pt x="399977" y="38419"/>
                  </a:cubicBezTo>
                  <a:lnTo>
                    <a:pt x="399977" y="38419"/>
                  </a:lnTo>
                  <a:cubicBezTo>
                    <a:pt x="399977" y="58537"/>
                    <a:pt x="383771" y="74742"/>
                    <a:pt x="363654" y="74742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98F46EA5-1589-B625-FB2E-80B083DA7C89}"/>
                </a:ext>
              </a:extLst>
            </p:cNvPr>
            <p:cNvSpPr/>
            <p:nvPr/>
          </p:nvSpPr>
          <p:spPr>
            <a:xfrm>
              <a:off x="1714076" y="2066565"/>
              <a:ext cx="265441" cy="61470"/>
            </a:xfrm>
            <a:custGeom>
              <a:avLst/>
              <a:gdLst>
                <a:gd name="connsiteX0" fmla="*/ 234286 w 265440"/>
                <a:gd name="connsiteY0" fmla="*/ 61331 h 61470"/>
                <a:gd name="connsiteX1" fmla="*/ 31713 w 265440"/>
                <a:gd name="connsiteY1" fmla="*/ 61331 h 61470"/>
                <a:gd name="connsiteX2" fmla="*/ 2096 w 265440"/>
                <a:gd name="connsiteY2" fmla="*/ 31713 h 61470"/>
                <a:gd name="connsiteX3" fmla="*/ 2096 w 265440"/>
                <a:gd name="connsiteY3" fmla="*/ 31713 h 61470"/>
                <a:gd name="connsiteX4" fmla="*/ 31713 w 265440"/>
                <a:gd name="connsiteY4" fmla="*/ 2096 h 61470"/>
                <a:gd name="connsiteX5" fmla="*/ 234286 w 265440"/>
                <a:gd name="connsiteY5" fmla="*/ 2096 h 61470"/>
                <a:gd name="connsiteX6" fmla="*/ 263904 w 265440"/>
                <a:gd name="connsiteY6" fmla="*/ 31713 h 61470"/>
                <a:gd name="connsiteX7" fmla="*/ 263904 w 265440"/>
                <a:gd name="connsiteY7" fmla="*/ 31713 h 61470"/>
                <a:gd name="connsiteX8" fmla="*/ 234286 w 265440"/>
                <a:gd name="connsiteY8" fmla="*/ 61331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440" h="61470">
                  <a:moveTo>
                    <a:pt x="234286" y="61331"/>
                  </a:moveTo>
                  <a:lnTo>
                    <a:pt x="31713" y="61331"/>
                  </a:lnTo>
                  <a:cubicBezTo>
                    <a:pt x="15228" y="61331"/>
                    <a:pt x="2096" y="47919"/>
                    <a:pt x="2096" y="31713"/>
                  </a:cubicBezTo>
                  <a:lnTo>
                    <a:pt x="2096" y="31713"/>
                  </a:lnTo>
                  <a:cubicBezTo>
                    <a:pt x="2096" y="15228"/>
                    <a:pt x="15507" y="2096"/>
                    <a:pt x="31713" y="2096"/>
                  </a:cubicBezTo>
                  <a:lnTo>
                    <a:pt x="234286" y="2096"/>
                  </a:lnTo>
                  <a:cubicBezTo>
                    <a:pt x="250771" y="2096"/>
                    <a:pt x="263904" y="15507"/>
                    <a:pt x="263904" y="31713"/>
                  </a:cubicBezTo>
                  <a:lnTo>
                    <a:pt x="263904" y="31713"/>
                  </a:lnTo>
                  <a:cubicBezTo>
                    <a:pt x="264183" y="47919"/>
                    <a:pt x="250771" y="61331"/>
                    <a:pt x="234286" y="61331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B30D1763-DBE2-F575-EDFD-1F8A3680A3FA}"/>
                </a:ext>
              </a:extLst>
            </p:cNvPr>
            <p:cNvSpPr/>
            <p:nvPr/>
          </p:nvSpPr>
          <p:spPr>
            <a:xfrm>
              <a:off x="1773590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5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5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416CE94F-4A51-C850-CCEF-AFBC0ABF4DD9}"/>
                </a:ext>
              </a:extLst>
            </p:cNvPr>
            <p:cNvSpPr/>
            <p:nvPr/>
          </p:nvSpPr>
          <p:spPr>
            <a:xfrm>
              <a:off x="1837296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6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6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91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ABB20937-ED1B-C8FC-3397-FFEFA1C3747E}"/>
                </a:ext>
              </a:extLst>
            </p:cNvPr>
            <p:cNvSpPr/>
            <p:nvPr/>
          </p:nvSpPr>
          <p:spPr>
            <a:xfrm>
              <a:off x="1896252" y="2086949"/>
              <a:ext cx="22353" cy="22353"/>
            </a:xfrm>
            <a:custGeom>
              <a:avLst/>
              <a:gdLst>
                <a:gd name="connsiteX0" fmla="*/ 20537 w 22352"/>
                <a:gd name="connsiteY0" fmla="*/ 11329 h 22352"/>
                <a:gd name="connsiteX1" fmla="*/ 11316 w 22352"/>
                <a:gd name="connsiteY1" fmla="*/ 20550 h 22352"/>
                <a:gd name="connsiteX2" fmla="*/ 2096 w 22352"/>
                <a:gd name="connsiteY2" fmla="*/ 11329 h 22352"/>
                <a:gd name="connsiteX3" fmla="*/ 11316 w 22352"/>
                <a:gd name="connsiteY3" fmla="*/ 2109 h 22352"/>
                <a:gd name="connsiteX4" fmla="*/ 20537 w 22352"/>
                <a:gd name="connsiteY4" fmla="*/ 11329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29"/>
                  </a:moveTo>
                  <a:cubicBezTo>
                    <a:pt x="20537" y="16359"/>
                    <a:pt x="16346" y="20550"/>
                    <a:pt x="11316" y="20550"/>
                  </a:cubicBezTo>
                  <a:cubicBezTo>
                    <a:pt x="6287" y="20550"/>
                    <a:pt x="2096" y="16359"/>
                    <a:pt x="2096" y="11329"/>
                  </a:cubicBezTo>
                  <a:cubicBezTo>
                    <a:pt x="2096" y="6300"/>
                    <a:pt x="6287" y="2109"/>
                    <a:pt x="11316" y="2109"/>
                  </a:cubicBezTo>
                  <a:cubicBezTo>
                    <a:pt x="16346" y="1829"/>
                    <a:pt x="20537" y="6021"/>
                    <a:pt x="20537" y="11329"/>
                  </a:cubicBezTo>
                  <a:close/>
                </a:path>
              </a:pathLst>
            </a:custGeom>
            <a:solidFill>
              <a:srgbClr val="E94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5B322AE5-F690-91A0-43CF-41EEB38FBDEA}"/>
                </a:ext>
              </a:extLst>
            </p:cNvPr>
            <p:cNvSpPr/>
            <p:nvPr/>
          </p:nvSpPr>
          <p:spPr>
            <a:xfrm>
              <a:off x="1143518" y="2315520"/>
              <a:ext cx="47500" cy="47500"/>
            </a:xfrm>
            <a:custGeom>
              <a:avLst/>
              <a:gdLst>
                <a:gd name="connsiteX0" fmla="*/ 47360 w 47499"/>
                <a:gd name="connsiteY0" fmla="*/ 24728 h 47499"/>
                <a:gd name="connsiteX1" fmla="*/ 24728 w 47499"/>
                <a:gd name="connsiteY1" fmla="*/ 47360 h 47499"/>
                <a:gd name="connsiteX2" fmla="*/ 2096 w 47499"/>
                <a:gd name="connsiteY2" fmla="*/ 24728 h 47499"/>
                <a:gd name="connsiteX3" fmla="*/ 24728 w 47499"/>
                <a:gd name="connsiteY3" fmla="*/ 2096 h 47499"/>
                <a:gd name="connsiteX4" fmla="*/ 47360 w 47499"/>
                <a:gd name="connsiteY4" fmla="*/ 24728 h 4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99" h="47499">
                  <a:moveTo>
                    <a:pt x="47360" y="24728"/>
                  </a:moveTo>
                  <a:cubicBezTo>
                    <a:pt x="47360" y="37227"/>
                    <a:pt x="37227" y="47360"/>
                    <a:pt x="24728" y="47360"/>
                  </a:cubicBezTo>
                  <a:cubicBezTo>
                    <a:pt x="12228" y="47360"/>
                    <a:pt x="2096" y="37227"/>
                    <a:pt x="2096" y="24728"/>
                  </a:cubicBezTo>
                  <a:cubicBezTo>
                    <a:pt x="2096" y="12228"/>
                    <a:pt x="12228" y="2096"/>
                    <a:pt x="24728" y="2096"/>
                  </a:cubicBezTo>
                  <a:cubicBezTo>
                    <a:pt x="37227" y="2096"/>
                    <a:pt x="47360" y="12228"/>
                    <a:pt x="47360" y="247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547B01B7-242E-5547-2602-F8AE4A5FEAC9}"/>
                </a:ext>
              </a:extLst>
            </p:cNvPr>
            <p:cNvSpPr/>
            <p:nvPr/>
          </p:nvSpPr>
          <p:spPr>
            <a:xfrm>
              <a:off x="1132062" y="2301550"/>
              <a:ext cx="72647" cy="67059"/>
            </a:xfrm>
            <a:custGeom>
              <a:avLst/>
              <a:gdLst>
                <a:gd name="connsiteX0" fmla="*/ 59654 w 72646"/>
                <a:gd name="connsiteY0" fmla="*/ 11316 h 67058"/>
                <a:gd name="connsiteX1" fmla="*/ 55743 w 72646"/>
                <a:gd name="connsiteY1" fmla="*/ 11316 h 67058"/>
                <a:gd name="connsiteX2" fmla="*/ 49875 w 72646"/>
                <a:gd name="connsiteY2" fmla="*/ 3213 h 67058"/>
                <a:gd name="connsiteX3" fmla="*/ 47919 w 72646"/>
                <a:gd name="connsiteY3" fmla="*/ 2096 h 67058"/>
                <a:gd name="connsiteX4" fmla="*/ 25007 w 72646"/>
                <a:gd name="connsiteY4" fmla="*/ 2096 h 67058"/>
                <a:gd name="connsiteX5" fmla="*/ 23051 w 72646"/>
                <a:gd name="connsiteY5" fmla="*/ 3213 h 67058"/>
                <a:gd name="connsiteX6" fmla="*/ 17184 w 72646"/>
                <a:gd name="connsiteY6" fmla="*/ 11316 h 67058"/>
                <a:gd name="connsiteX7" fmla="*/ 13272 w 72646"/>
                <a:gd name="connsiteY7" fmla="*/ 11316 h 67058"/>
                <a:gd name="connsiteX8" fmla="*/ 2096 w 72646"/>
                <a:gd name="connsiteY8" fmla="*/ 22493 h 67058"/>
                <a:gd name="connsiteX9" fmla="*/ 2096 w 72646"/>
                <a:gd name="connsiteY9" fmla="*/ 55184 h 67058"/>
                <a:gd name="connsiteX10" fmla="*/ 13272 w 72646"/>
                <a:gd name="connsiteY10" fmla="*/ 66360 h 67058"/>
                <a:gd name="connsiteX11" fmla="*/ 59654 w 72646"/>
                <a:gd name="connsiteY11" fmla="*/ 66360 h 67058"/>
                <a:gd name="connsiteX12" fmla="*/ 70831 w 72646"/>
                <a:gd name="connsiteY12" fmla="*/ 55184 h 67058"/>
                <a:gd name="connsiteX13" fmla="*/ 70831 w 72646"/>
                <a:gd name="connsiteY13" fmla="*/ 22772 h 67058"/>
                <a:gd name="connsiteX14" fmla="*/ 59654 w 72646"/>
                <a:gd name="connsiteY14" fmla="*/ 11316 h 67058"/>
                <a:gd name="connsiteX15" fmla="*/ 36463 w 72646"/>
                <a:gd name="connsiteY15" fmla="*/ 55463 h 67058"/>
                <a:gd name="connsiteX16" fmla="*/ 19698 w 72646"/>
                <a:gd name="connsiteY16" fmla="*/ 38698 h 67058"/>
                <a:gd name="connsiteX17" fmla="*/ 36463 w 72646"/>
                <a:gd name="connsiteY17" fmla="*/ 21934 h 67058"/>
                <a:gd name="connsiteX18" fmla="*/ 53228 w 72646"/>
                <a:gd name="connsiteY18" fmla="*/ 38698 h 67058"/>
                <a:gd name="connsiteX19" fmla="*/ 36463 w 72646"/>
                <a:gd name="connsiteY19" fmla="*/ 55463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2646" h="67058">
                  <a:moveTo>
                    <a:pt x="59654" y="11316"/>
                  </a:moveTo>
                  <a:lnTo>
                    <a:pt x="55743" y="11316"/>
                  </a:lnTo>
                  <a:lnTo>
                    <a:pt x="49875" y="3213"/>
                  </a:lnTo>
                  <a:cubicBezTo>
                    <a:pt x="49316" y="2654"/>
                    <a:pt x="48757" y="2096"/>
                    <a:pt x="47919" y="2096"/>
                  </a:cubicBezTo>
                  <a:lnTo>
                    <a:pt x="25007" y="2096"/>
                  </a:lnTo>
                  <a:cubicBezTo>
                    <a:pt x="24169" y="2096"/>
                    <a:pt x="23610" y="2375"/>
                    <a:pt x="23051" y="3213"/>
                  </a:cubicBezTo>
                  <a:lnTo>
                    <a:pt x="17184" y="11316"/>
                  </a:lnTo>
                  <a:lnTo>
                    <a:pt x="13272" y="11316"/>
                  </a:lnTo>
                  <a:cubicBezTo>
                    <a:pt x="7125" y="11316"/>
                    <a:pt x="2096" y="16346"/>
                    <a:pt x="2096" y="22493"/>
                  </a:cubicBezTo>
                  <a:lnTo>
                    <a:pt x="2096" y="55184"/>
                  </a:lnTo>
                  <a:cubicBezTo>
                    <a:pt x="2096" y="61331"/>
                    <a:pt x="7125" y="66360"/>
                    <a:pt x="13272" y="66360"/>
                  </a:cubicBezTo>
                  <a:lnTo>
                    <a:pt x="59654" y="66360"/>
                  </a:lnTo>
                  <a:cubicBezTo>
                    <a:pt x="65801" y="66360"/>
                    <a:pt x="70831" y="61331"/>
                    <a:pt x="70831" y="55184"/>
                  </a:cubicBezTo>
                  <a:lnTo>
                    <a:pt x="70831" y="22772"/>
                  </a:lnTo>
                  <a:cubicBezTo>
                    <a:pt x="70831" y="16346"/>
                    <a:pt x="65801" y="11316"/>
                    <a:pt x="59654" y="11316"/>
                  </a:cubicBezTo>
                  <a:close/>
                  <a:moveTo>
                    <a:pt x="36463" y="55463"/>
                  </a:moveTo>
                  <a:cubicBezTo>
                    <a:pt x="27243" y="55463"/>
                    <a:pt x="19698" y="47919"/>
                    <a:pt x="19698" y="38698"/>
                  </a:cubicBezTo>
                  <a:cubicBezTo>
                    <a:pt x="19698" y="29478"/>
                    <a:pt x="27243" y="21934"/>
                    <a:pt x="36463" y="21934"/>
                  </a:cubicBezTo>
                  <a:cubicBezTo>
                    <a:pt x="45684" y="21934"/>
                    <a:pt x="53228" y="29478"/>
                    <a:pt x="53228" y="38698"/>
                  </a:cubicBezTo>
                  <a:cubicBezTo>
                    <a:pt x="53228" y="47919"/>
                    <a:pt x="45684" y="55463"/>
                    <a:pt x="36463" y="55463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4" name="Forma libre 53">
              <a:extLst>
                <a:ext uri="{FF2B5EF4-FFF2-40B4-BE49-F238E27FC236}">
                  <a16:creationId xmlns:a16="http://schemas.microsoft.com/office/drawing/2014/main" id="{49635241-CB61-5F67-68BA-6E61B7DCB1CF}"/>
                </a:ext>
              </a:extLst>
            </p:cNvPr>
            <p:cNvSpPr/>
            <p:nvPr/>
          </p:nvSpPr>
          <p:spPr>
            <a:xfrm>
              <a:off x="1155533" y="2327255"/>
              <a:ext cx="25147" cy="25147"/>
            </a:xfrm>
            <a:custGeom>
              <a:avLst/>
              <a:gdLst>
                <a:gd name="connsiteX0" fmla="*/ 23890 w 25147"/>
                <a:gd name="connsiteY0" fmla="*/ 12993 h 25147"/>
                <a:gd name="connsiteX1" fmla="*/ 12993 w 25147"/>
                <a:gd name="connsiteY1" fmla="*/ 23890 h 25147"/>
                <a:gd name="connsiteX2" fmla="*/ 2096 w 25147"/>
                <a:gd name="connsiteY2" fmla="*/ 12993 h 25147"/>
                <a:gd name="connsiteX3" fmla="*/ 12993 w 25147"/>
                <a:gd name="connsiteY3" fmla="*/ 2096 h 25147"/>
                <a:gd name="connsiteX4" fmla="*/ 23890 w 25147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3890" y="12993"/>
                  </a:moveTo>
                  <a:cubicBezTo>
                    <a:pt x="23890" y="19011"/>
                    <a:pt x="19011" y="23890"/>
                    <a:pt x="12993" y="23890"/>
                  </a:cubicBezTo>
                  <a:cubicBezTo>
                    <a:pt x="6974" y="23890"/>
                    <a:pt x="2096" y="19011"/>
                    <a:pt x="2096" y="12993"/>
                  </a:cubicBezTo>
                  <a:cubicBezTo>
                    <a:pt x="2096" y="6974"/>
                    <a:pt x="6974" y="2096"/>
                    <a:pt x="12993" y="2096"/>
                  </a:cubicBezTo>
                  <a:cubicBezTo>
                    <a:pt x="19011" y="2096"/>
                    <a:pt x="23890" y="6974"/>
                    <a:pt x="23890" y="12993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7C29A5AA-CCB2-FD4F-8C2C-BB545B5D71F4}"/>
                </a:ext>
              </a:extLst>
            </p:cNvPr>
            <p:cNvSpPr/>
            <p:nvPr/>
          </p:nvSpPr>
          <p:spPr>
            <a:xfrm>
              <a:off x="1791193" y="2186991"/>
              <a:ext cx="201176" cy="134117"/>
            </a:xfrm>
            <a:custGeom>
              <a:avLst/>
              <a:gdLst>
                <a:gd name="connsiteX0" fmla="*/ 195727 w 201176"/>
                <a:gd name="connsiteY0" fmla="*/ 132860 h 134117"/>
                <a:gd name="connsiteX1" fmla="*/ 7684 w 201176"/>
                <a:gd name="connsiteY1" fmla="*/ 132860 h 134117"/>
                <a:gd name="connsiteX2" fmla="*/ 2096 w 201176"/>
                <a:gd name="connsiteY2" fmla="*/ 127272 h 134117"/>
                <a:gd name="connsiteX3" fmla="*/ 2096 w 201176"/>
                <a:gd name="connsiteY3" fmla="*/ 7684 h 134117"/>
                <a:gd name="connsiteX4" fmla="*/ 7684 w 201176"/>
                <a:gd name="connsiteY4" fmla="*/ 2096 h 134117"/>
                <a:gd name="connsiteX5" fmla="*/ 195727 w 201176"/>
                <a:gd name="connsiteY5" fmla="*/ 2096 h 134117"/>
                <a:gd name="connsiteX6" fmla="*/ 201316 w 201176"/>
                <a:gd name="connsiteY6" fmla="*/ 7684 h 134117"/>
                <a:gd name="connsiteX7" fmla="*/ 201316 w 201176"/>
                <a:gd name="connsiteY7" fmla="*/ 127272 h 134117"/>
                <a:gd name="connsiteX8" fmla="*/ 195727 w 201176"/>
                <a:gd name="connsiteY8" fmla="*/ 132860 h 13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176" h="134117">
                  <a:moveTo>
                    <a:pt x="195727" y="132860"/>
                  </a:moveTo>
                  <a:lnTo>
                    <a:pt x="7684" y="132860"/>
                  </a:lnTo>
                  <a:cubicBezTo>
                    <a:pt x="4610" y="132860"/>
                    <a:pt x="2096" y="130345"/>
                    <a:pt x="2096" y="127272"/>
                  </a:cubicBezTo>
                  <a:lnTo>
                    <a:pt x="2096" y="7684"/>
                  </a:lnTo>
                  <a:cubicBezTo>
                    <a:pt x="2096" y="4610"/>
                    <a:pt x="4610" y="2096"/>
                    <a:pt x="7684" y="2096"/>
                  </a:cubicBezTo>
                  <a:lnTo>
                    <a:pt x="195727" y="2096"/>
                  </a:lnTo>
                  <a:cubicBezTo>
                    <a:pt x="198801" y="2096"/>
                    <a:pt x="201316" y="4610"/>
                    <a:pt x="201316" y="7684"/>
                  </a:cubicBezTo>
                  <a:lnTo>
                    <a:pt x="201316" y="127272"/>
                  </a:lnTo>
                  <a:cubicBezTo>
                    <a:pt x="201316" y="130345"/>
                    <a:pt x="198801" y="132860"/>
                    <a:pt x="195727" y="13286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503D0FF0-BF34-981F-42E7-EC5B620C53BD}"/>
                </a:ext>
              </a:extLst>
            </p:cNvPr>
            <p:cNvSpPr/>
            <p:nvPr/>
          </p:nvSpPr>
          <p:spPr>
            <a:xfrm>
              <a:off x="1808682" y="2198053"/>
              <a:ext cx="167647" cy="55882"/>
            </a:xfrm>
            <a:custGeom>
              <a:avLst/>
              <a:gdLst>
                <a:gd name="connsiteX0" fmla="*/ 84357 w 167646"/>
                <a:gd name="connsiteY0" fmla="*/ 55298 h 55882"/>
                <a:gd name="connsiteX1" fmla="*/ 84077 w 167646"/>
                <a:gd name="connsiteY1" fmla="*/ 55298 h 55882"/>
                <a:gd name="connsiteX2" fmla="*/ 81563 w 167646"/>
                <a:gd name="connsiteY2" fmla="*/ 54739 h 55882"/>
                <a:gd name="connsiteX3" fmla="*/ 4725 w 167646"/>
                <a:gd name="connsiteY3" fmla="*/ 11989 h 55882"/>
                <a:gd name="connsiteX4" fmla="*/ 2769 w 167646"/>
                <a:gd name="connsiteY4" fmla="*/ 4724 h 55882"/>
                <a:gd name="connsiteX5" fmla="*/ 10033 w 167646"/>
                <a:gd name="connsiteY5" fmla="*/ 2769 h 55882"/>
                <a:gd name="connsiteX6" fmla="*/ 84636 w 167646"/>
                <a:gd name="connsiteY6" fmla="*/ 44121 h 55882"/>
                <a:gd name="connsiteX7" fmla="*/ 159239 w 167646"/>
                <a:gd name="connsiteY7" fmla="*/ 2769 h 55882"/>
                <a:gd name="connsiteX8" fmla="*/ 166504 w 167646"/>
                <a:gd name="connsiteY8" fmla="*/ 4724 h 55882"/>
                <a:gd name="connsiteX9" fmla="*/ 164548 w 167646"/>
                <a:gd name="connsiteY9" fmla="*/ 11989 h 55882"/>
                <a:gd name="connsiteX10" fmla="*/ 87710 w 167646"/>
                <a:gd name="connsiteY10" fmla="*/ 54739 h 55882"/>
                <a:gd name="connsiteX11" fmla="*/ 84357 w 167646"/>
                <a:gd name="connsiteY11" fmla="*/ 55298 h 5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646" h="55882">
                  <a:moveTo>
                    <a:pt x="84357" y="55298"/>
                  </a:moveTo>
                  <a:lnTo>
                    <a:pt x="84077" y="55298"/>
                  </a:lnTo>
                  <a:cubicBezTo>
                    <a:pt x="83239" y="55298"/>
                    <a:pt x="82401" y="55018"/>
                    <a:pt x="81563" y="54739"/>
                  </a:cubicBezTo>
                  <a:lnTo>
                    <a:pt x="4725" y="11989"/>
                  </a:lnTo>
                  <a:cubicBezTo>
                    <a:pt x="2210" y="10592"/>
                    <a:pt x="1372" y="7519"/>
                    <a:pt x="2769" y="4724"/>
                  </a:cubicBezTo>
                  <a:cubicBezTo>
                    <a:pt x="4166" y="2210"/>
                    <a:pt x="7239" y="1372"/>
                    <a:pt x="10033" y="2769"/>
                  </a:cubicBezTo>
                  <a:lnTo>
                    <a:pt x="84636" y="44121"/>
                  </a:lnTo>
                  <a:lnTo>
                    <a:pt x="159239" y="2769"/>
                  </a:lnTo>
                  <a:cubicBezTo>
                    <a:pt x="161754" y="1372"/>
                    <a:pt x="164827" y="2210"/>
                    <a:pt x="166504" y="4724"/>
                  </a:cubicBezTo>
                  <a:cubicBezTo>
                    <a:pt x="167901" y="7239"/>
                    <a:pt x="167062" y="10313"/>
                    <a:pt x="164548" y="11989"/>
                  </a:cubicBezTo>
                  <a:lnTo>
                    <a:pt x="87710" y="54739"/>
                  </a:lnTo>
                  <a:cubicBezTo>
                    <a:pt x="86033" y="55018"/>
                    <a:pt x="85195" y="55298"/>
                    <a:pt x="84357" y="55298"/>
                  </a:cubicBezTo>
                  <a:close/>
                </a:path>
              </a:pathLst>
            </a:custGeom>
            <a:solidFill>
              <a:srgbClr val="E94B4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0C0ACAFF-67BD-264C-287C-A718284C1C5F}"/>
                </a:ext>
              </a:extLst>
            </p:cNvPr>
            <p:cNvSpPr/>
            <p:nvPr/>
          </p:nvSpPr>
          <p:spPr>
            <a:xfrm>
              <a:off x="2035398" y="1984418"/>
              <a:ext cx="251470" cy="324117"/>
            </a:xfrm>
            <a:custGeom>
              <a:avLst/>
              <a:gdLst>
                <a:gd name="connsiteX0" fmla="*/ 244345 w 251470"/>
                <a:gd name="connsiteY0" fmla="*/ 322021 h 324116"/>
                <a:gd name="connsiteX1" fmla="*/ 7125 w 251470"/>
                <a:gd name="connsiteY1" fmla="*/ 322021 h 324116"/>
                <a:gd name="connsiteX2" fmla="*/ 2096 w 251470"/>
                <a:gd name="connsiteY2" fmla="*/ 316992 h 324116"/>
                <a:gd name="connsiteX3" fmla="*/ 2096 w 251470"/>
                <a:gd name="connsiteY3" fmla="*/ 7125 h 324116"/>
                <a:gd name="connsiteX4" fmla="*/ 7125 w 251470"/>
                <a:gd name="connsiteY4" fmla="*/ 2096 h 324116"/>
                <a:gd name="connsiteX5" fmla="*/ 244345 w 251470"/>
                <a:gd name="connsiteY5" fmla="*/ 2096 h 324116"/>
                <a:gd name="connsiteX6" fmla="*/ 249374 w 251470"/>
                <a:gd name="connsiteY6" fmla="*/ 7125 h 324116"/>
                <a:gd name="connsiteX7" fmla="*/ 249374 w 251470"/>
                <a:gd name="connsiteY7" fmla="*/ 316713 h 324116"/>
                <a:gd name="connsiteX8" fmla="*/ 244345 w 251470"/>
                <a:gd name="connsiteY8" fmla="*/ 322021 h 32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1470" h="324116">
                  <a:moveTo>
                    <a:pt x="244345" y="322021"/>
                  </a:moveTo>
                  <a:lnTo>
                    <a:pt x="7125" y="322021"/>
                  </a:lnTo>
                  <a:cubicBezTo>
                    <a:pt x="4331" y="322021"/>
                    <a:pt x="2096" y="319786"/>
                    <a:pt x="2096" y="316992"/>
                  </a:cubicBezTo>
                  <a:lnTo>
                    <a:pt x="2096" y="7125"/>
                  </a:lnTo>
                  <a:cubicBezTo>
                    <a:pt x="2096" y="4331"/>
                    <a:pt x="4331" y="2096"/>
                    <a:pt x="7125" y="2096"/>
                  </a:cubicBezTo>
                  <a:lnTo>
                    <a:pt x="244345" y="2096"/>
                  </a:lnTo>
                  <a:cubicBezTo>
                    <a:pt x="247139" y="2096"/>
                    <a:pt x="249374" y="4331"/>
                    <a:pt x="249374" y="7125"/>
                  </a:cubicBezTo>
                  <a:lnTo>
                    <a:pt x="249374" y="316713"/>
                  </a:lnTo>
                  <a:cubicBezTo>
                    <a:pt x="249654" y="319786"/>
                    <a:pt x="247139" y="322021"/>
                    <a:pt x="244345" y="322021"/>
                  </a:cubicBezTo>
                  <a:close/>
                </a:path>
              </a:pathLst>
            </a:custGeom>
            <a:solidFill>
              <a:srgbClr val="4F4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C6B8751A-B416-462E-8C72-0AAC3C789A6C}"/>
                </a:ext>
              </a:extLst>
            </p:cNvPr>
            <p:cNvSpPr/>
            <p:nvPr/>
          </p:nvSpPr>
          <p:spPr>
            <a:xfrm>
              <a:off x="2072560" y="202130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93018860-E59B-6B64-AD3E-B187D575EC81}"/>
                </a:ext>
              </a:extLst>
            </p:cNvPr>
            <p:cNvSpPr/>
            <p:nvPr/>
          </p:nvSpPr>
          <p:spPr>
            <a:xfrm>
              <a:off x="2096869" y="2021300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22C622AE-7F3B-67DF-F970-464EF406FA57}"/>
                </a:ext>
              </a:extLst>
            </p:cNvPr>
            <p:cNvSpPr/>
            <p:nvPr/>
          </p:nvSpPr>
          <p:spPr>
            <a:xfrm>
              <a:off x="2096869" y="2034433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85D6DB8C-56EF-2DA3-C7C8-75E0A2F928D2}"/>
                </a:ext>
              </a:extLst>
            </p:cNvPr>
            <p:cNvSpPr/>
            <p:nvPr/>
          </p:nvSpPr>
          <p:spPr>
            <a:xfrm>
              <a:off x="2133192" y="2034433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A98A8BCD-95B3-B56D-68F5-67F7D643EB96}"/>
                </a:ext>
              </a:extLst>
            </p:cNvPr>
            <p:cNvSpPr/>
            <p:nvPr/>
          </p:nvSpPr>
          <p:spPr>
            <a:xfrm>
              <a:off x="2096869" y="2098418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52785915-73D9-7959-300B-11C770E2D105}"/>
                </a:ext>
              </a:extLst>
            </p:cNvPr>
            <p:cNvSpPr/>
            <p:nvPr/>
          </p:nvSpPr>
          <p:spPr>
            <a:xfrm>
              <a:off x="2072560" y="2111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4" name="Forma libre 63">
              <a:extLst>
                <a:ext uri="{FF2B5EF4-FFF2-40B4-BE49-F238E27FC236}">
                  <a16:creationId xmlns:a16="http://schemas.microsoft.com/office/drawing/2014/main" id="{0C023B89-83B9-F97F-9AF3-B081865F745C}"/>
                </a:ext>
              </a:extLst>
            </p:cNvPr>
            <p:cNvSpPr/>
            <p:nvPr/>
          </p:nvSpPr>
          <p:spPr>
            <a:xfrm>
              <a:off x="2096869" y="2111550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9B917240-2BF1-8086-4887-E89B40071F9A}"/>
                </a:ext>
              </a:extLst>
            </p:cNvPr>
            <p:cNvSpPr/>
            <p:nvPr/>
          </p:nvSpPr>
          <p:spPr>
            <a:xfrm>
              <a:off x="2133192" y="2111550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F2C5FB1E-9088-35C5-2CAA-0F9B53F6D02B}"/>
                </a:ext>
              </a:extLst>
            </p:cNvPr>
            <p:cNvSpPr/>
            <p:nvPr/>
          </p:nvSpPr>
          <p:spPr>
            <a:xfrm>
              <a:off x="2096869" y="2047565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DDF6C656-4E6A-A40F-7AE9-11067884CFB1}"/>
                </a:ext>
              </a:extLst>
            </p:cNvPr>
            <p:cNvSpPr/>
            <p:nvPr/>
          </p:nvSpPr>
          <p:spPr>
            <a:xfrm>
              <a:off x="2162530" y="2060697"/>
              <a:ext cx="33529" cy="8382"/>
            </a:xfrm>
            <a:custGeom>
              <a:avLst/>
              <a:gdLst>
                <a:gd name="connsiteX0" fmla="*/ 31993 w 33529"/>
                <a:gd name="connsiteY0" fmla="*/ 8243 h 8382"/>
                <a:gd name="connsiteX1" fmla="*/ 2654 w 33529"/>
                <a:gd name="connsiteY1" fmla="*/ 8243 h 8382"/>
                <a:gd name="connsiteX2" fmla="*/ 2096 w 33529"/>
                <a:gd name="connsiteY2" fmla="*/ 7684 h 8382"/>
                <a:gd name="connsiteX3" fmla="*/ 2096 w 33529"/>
                <a:gd name="connsiteY3" fmla="*/ 2654 h 8382"/>
                <a:gd name="connsiteX4" fmla="*/ 2654 w 33529"/>
                <a:gd name="connsiteY4" fmla="*/ 2096 h 8382"/>
                <a:gd name="connsiteX5" fmla="*/ 31993 w 33529"/>
                <a:gd name="connsiteY5" fmla="*/ 2096 h 8382"/>
                <a:gd name="connsiteX6" fmla="*/ 32551 w 33529"/>
                <a:gd name="connsiteY6" fmla="*/ 2654 h 8382"/>
                <a:gd name="connsiteX7" fmla="*/ 32551 w 33529"/>
                <a:gd name="connsiteY7" fmla="*/ 7684 h 8382"/>
                <a:gd name="connsiteX8" fmla="*/ 31993 w 33529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529" h="8382">
                  <a:moveTo>
                    <a:pt x="31993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31993" y="2096"/>
                  </a:lnTo>
                  <a:cubicBezTo>
                    <a:pt x="32272" y="2096"/>
                    <a:pt x="32551" y="2375"/>
                    <a:pt x="32551" y="2654"/>
                  </a:cubicBezTo>
                  <a:lnTo>
                    <a:pt x="32551" y="7684"/>
                  </a:lnTo>
                  <a:cubicBezTo>
                    <a:pt x="32831" y="7963"/>
                    <a:pt x="32551" y="8243"/>
                    <a:pt x="31993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8" name="Forma libre 67">
              <a:extLst>
                <a:ext uri="{FF2B5EF4-FFF2-40B4-BE49-F238E27FC236}">
                  <a16:creationId xmlns:a16="http://schemas.microsoft.com/office/drawing/2014/main" id="{06E3FE26-5BE1-8C20-8456-AAEE01D2DA12}"/>
                </a:ext>
              </a:extLst>
            </p:cNvPr>
            <p:cNvSpPr/>
            <p:nvPr/>
          </p:nvSpPr>
          <p:spPr>
            <a:xfrm>
              <a:off x="2096869" y="2060697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6CA9B461-3283-C360-F811-3B8EEEFB2F83}"/>
                </a:ext>
              </a:extLst>
            </p:cNvPr>
            <p:cNvSpPr/>
            <p:nvPr/>
          </p:nvSpPr>
          <p:spPr>
            <a:xfrm>
              <a:off x="2141295" y="2060697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AB8C1414-2643-3FC2-639D-ABFBA0AF6FD2}"/>
                </a:ext>
              </a:extLst>
            </p:cNvPr>
            <p:cNvSpPr/>
            <p:nvPr/>
          </p:nvSpPr>
          <p:spPr>
            <a:xfrm>
              <a:off x="2072560" y="2073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2219D24C-6A6A-90F6-4F47-453A73E6C508}"/>
                </a:ext>
              </a:extLst>
            </p:cNvPr>
            <p:cNvSpPr/>
            <p:nvPr/>
          </p:nvSpPr>
          <p:spPr>
            <a:xfrm>
              <a:off x="2096869" y="2073550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B3041CCD-EF26-5BC6-7614-26EDD726BA8C}"/>
                </a:ext>
              </a:extLst>
            </p:cNvPr>
            <p:cNvSpPr/>
            <p:nvPr/>
          </p:nvSpPr>
          <p:spPr>
            <a:xfrm>
              <a:off x="2072560" y="2123844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6ABF3CDA-3945-E145-0332-15CCCC7D048F}"/>
                </a:ext>
              </a:extLst>
            </p:cNvPr>
            <p:cNvSpPr/>
            <p:nvPr/>
          </p:nvSpPr>
          <p:spPr>
            <a:xfrm>
              <a:off x="2162251" y="2123565"/>
              <a:ext cx="44706" cy="8382"/>
            </a:xfrm>
            <a:custGeom>
              <a:avLst/>
              <a:gdLst>
                <a:gd name="connsiteX0" fmla="*/ 44007 w 44705"/>
                <a:gd name="connsiteY0" fmla="*/ 8522 h 8382"/>
                <a:gd name="connsiteX1" fmla="*/ 2934 w 44705"/>
                <a:gd name="connsiteY1" fmla="*/ 8522 h 8382"/>
                <a:gd name="connsiteX2" fmla="*/ 2096 w 44705"/>
                <a:gd name="connsiteY2" fmla="*/ 7684 h 8382"/>
                <a:gd name="connsiteX3" fmla="*/ 2096 w 44705"/>
                <a:gd name="connsiteY3" fmla="*/ 2934 h 8382"/>
                <a:gd name="connsiteX4" fmla="*/ 2934 w 44705"/>
                <a:gd name="connsiteY4" fmla="*/ 2096 h 8382"/>
                <a:gd name="connsiteX5" fmla="*/ 44007 w 44705"/>
                <a:gd name="connsiteY5" fmla="*/ 2096 h 8382"/>
                <a:gd name="connsiteX6" fmla="*/ 44846 w 44705"/>
                <a:gd name="connsiteY6" fmla="*/ 2934 h 8382"/>
                <a:gd name="connsiteX7" fmla="*/ 44846 w 44705"/>
                <a:gd name="connsiteY7" fmla="*/ 7684 h 8382"/>
                <a:gd name="connsiteX8" fmla="*/ 44007 w 44705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4007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4007" y="2096"/>
                  </a:lnTo>
                  <a:cubicBezTo>
                    <a:pt x="44566" y="2096"/>
                    <a:pt x="44846" y="2375"/>
                    <a:pt x="44846" y="2934"/>
                  </a:cubicBezTo>
                  <a:lnTo>
                    <a:pt x="44846" y="7684"/>
                  </a:lnTo>
                  <a:cubicBezTo>
                    <a:pt x="44846" y="8243"/>
                    <a:pt x="44566" y="8522"/>
                    <a:pt x="44007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4" name="Forma libre 73">
              <a:extLst>
                <a:ext uri="{FF2B5EF4-FFF2-40B4-BE49-F238E27FC236}">
                  <a16:creationId xmlns:a16="http://schemas.microsoft.com/office/drawing/2014/main" id="{160B29F3-5310-F5D1-FD7F-629CE6ABAD78}"/>
                </a:ext>
              </a:extLst>
            </p:cNvPr>
            <p:cNvSpPr/>
            <p:nvPr/>
          </p:nvSpPr>
          <p:spPr>
            <a:xfrm>
              <a:off x="2096869" y="2123844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03D24214-759C-544F-1B54-CE3659C9B1B1}"/>
                </a:ext>
              </a:extLst>
            </p:cNvPr>
            <p:cNvSpPr/>
            <p:nvPr/>
          </p:nvSpPr>
          <p:spPr>
            <a:xfrm>
              <a:off x="2141295" y="2123844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017F5F7C-8275-1733-066F-41FE61670078}"/>
                </a:ext>
              </a:extLst>
            </p:cNvPr>
            <p:cNvSpPr/>
            <p:nvPr/>
          </p:nvSpPr>
          <p:spPr>
            <a:xfrm>
              <a:off x="2072560" y="2136697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56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C79EDF2A-3AC6-68D3-6F1C-CAF1B739C00A}"/>
                </a:ext>
              </a:extLst>
            </p:cNvPr>
            <p:cNvSpPr/>
            <p:nvPr/>
          </p:nvSpPr>
          <p:spPr>
            <a:xfrm>
              <a:off x="2096869" y="2136697"/>
              <a:ext cx="27941" cy="8382"/>
            </a:xfrm>
            <a:custGeom>
              <a:avLst/>
              <a:gdLst>
                <a:gd name="connsiteX0" fmla="*/ 24169 w 27941"/>
                <a:gd name="connsiteY0" fmla="*/ 8243 h 8382"/>
                <a:gd name="connsiteX1" fmla="*/ 3772 w 27941"/>
                <a:gd name="connsiteY1" fmla="*/ 8243 h 8382"/>
                <a:gd name="connsiteX2" fmla="*/ 2096 w 27941"/>
                <a:gd name="connsiteY2" fmla="*/ 5169 h 8382"/>
                <a:gd name="connsiteX3" fmla="*/ 2096 w 27941"/>
                <a:gd name="connsiteY3" fmla="*/ 5169 h 8382"/>
                <a:gd name="connsiteX4" fmla="*/ 3772 w 27941"/>
                <a:gd name="connsiteY4" fmla="*/ 2096 h 8382"/>
                <a:gd name="connsiteX5" fmla="*/ 24169 w 27941"/>
                <a:gd name="connsiteY5" fmla="*/ 2096 h 8382"/>
                <a:gd name="connsiteX6" fmla="*/ 25846 w 27941"/>
                <a:gd name="connsiteY6" fmla="*/ 5169 h 8382"/>
                <a:gd name="connsiteX7" fmla="*/ 25846 w 27941"/>
                <a:gd name="connsiteY7" fmla="*/ 5169 h 8382"/>
                <a:gd name="connsiteX8" fmla="*/ 24169 w 279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41" h="8382">
                  <a:moveTo>
                    <a:pt x="24169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4169" y="2096"/>
                  </a:lnTo>
                  <a:cubicBezTo>
                    <a:pt x="25007" y="2096"/>
                    <a:pt x="25846" y="3493"/>
                    <a:pt x="25846" y="5169"/>
                  </a:cubicBezTo>
                  <a:lnTo>
                    <a:pt x="25846" y="5169"/>
                  </a:lnTo>
                  <a:cubicBezTo>
                    <a:pt x="25846" y="6566"/>
                    <a:pt x="25007" y="8243"/>
                    <a:pt x="24169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F701732E-7EA8-F81F-E013-4AB68C1F8574}"/>
                </a:ext>
              </a:extLst>
            </p:cNvPr>
            <p:cNvSpPr/>
            <p:nvPr/>
          </p:nvSpPr>
          <p:spPr>
            <a:xfrm>
              <a:off x="2072560" y="2086682"/>
              <a:ext cx="22353" cy="8382"/>
            </a:xfrm>
            <a:custGeom>
              <a:avLst/>
              <a:gdLst>
                <a:gd name="connsiteX0" fmla="*/ 3772 w 22352"/>
                <a:gd name="connsiteY0" fmla="*/ 8243 h 8382"/>
                <a:gd name="connsiteX1" fmla="*/ 2096 w 22352"/>
                <a:gd name="connsiteY1" fmla="*/ 5169 h 8382"/>
                <a:gd name="connsiteX2" fmla="*/ 2096 w 22352"/>
                <a:gd name="connsiteY2" fmla="*/ 5169 h 8382"/>
                <a:gd name="connsiteX3" fmla="*/ 3772 w 22352"/>
                <a:gd name="connsiteY3" fmla="*/ 2096 h 8382"/>
                <a:gd name="connsiteX4" fmla="*/ 20257 w 22352"/>
                <a:gd name="connsiteY4" fmla="*/ 2096 h 8382"/>
                <a:gd name="connsiteX5" fmla="*/ 21934 w 22352"/>
                <a:gd name="connsiteY5" fmla="*/ 5169 h 8382"/>
                <a:gd name="connsiteX6" fmla="*/ 21934 w 22352"/>
                <a:gd name="connsiteY6" fmla="*/ 5169 h 8382"/>
                <a:gd name="connsiteX7" fmla="*/ 20257 w 22352"/>
                <a:gd name="connsiteY7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52" h="8382">
                  <a:moveTo>
                    <a:pt x="3772" y="8243"/>
                  </a:move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86B3F63B-FA40-D086-9559-6C37F98D0C08}"/>
                </a:ext>
              </a:extLst>
            </p:cNvPr>
            <p:cNvSpPr/>
            <p:nvPr/>
          </p:nvSpPr>
          <p:spPr>
            <a:xfrm>
              <a:off x="2162530" y="2086403"/>
              <a:ext cx="50294" cy="8382"/>
            </a:xfrm>
            <a:custGeom>
              <a:avLst/>
              <a:gdLst>
                <a:gd name="connsiteX0" fmla="*/ 49316 w 50294"/>
                <a:gd name="connsiteY0" fmla="*/ 8522 h 8382"/>
                <a:gd name="connsiteX1" fmla="*/ 2934 w 50294"/>
                <a:gd name="connsiteY1" fmla="*/ 8522 h 8382"/>
                <a:gd name="connsiteX2" fmla="*/ 2096 w 50294"/>
                <a:gd name="connsiteY2" fmla="*/ 7684 h 8382"/>
                <a:gd name="connsiteX3" fmla="*/ 2096 w 50294"/>
                <a:gd name="connsiteY3" fmla="*/ 2934 h 8382"/>
                <a:gd name="connsiteX4" fmla="*/ 2934 w 50294"/>
                <a:gd name="connsiteY4" fmla="*/ 2096 h 8382"/>
                <a:gd name="connsiteX5" fmla="*/ 49316 w 50294"/>
                <a:gd name="connsiteY5" fmla="*/ 2096 h 8382"/>
                <a:gd name="connsiteX6" fmla="*/ 50154 w 50294"/>
                <a:gd name="connsiteY6" fmla="*/ 2934 h 8382"/>
                <a:gd name="connsiteX7" fmla="*/ 50154 w 50294"/>
                <a:gd name="connsiteY7" fmla="*/ 7684 h 8382"/>
                <a:gd name="connsiteX8" fmla="*/ 49316 w 50294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9316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9316" y="2096"/>
                  </a:lnTo>
                  <a:cubicBezTo>
                    <a:pt x="49875" y="2096"/>
                    <a:pt x="50154" y="2375"/>
                    <a:pt x="50154" y="2934"/>
                  </a:cubicBezTo>
                  <a:lnTo>
                    <a:pt x="50154" y="7684"/>
                  </a:lnTo>
                  <a:cubicBezTo>
                    <a:pt x="50154" y="7963"/>
                    <a:pt x="49595" y="8522"/>
                    <a:pt x="49316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41ADE0B4-17ED-99E5-74DB-541F0EE74118}"/>
                </a:ext>
              </a:extLst>
            </p:cNvPr>
            <p:cNvSpPr/>
            <p:nvPr/>
          </p:nvSpPr>
          <p:spPr>
            <a:xfrm>
              <a:off x="2096869" y="2086682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1" name="Forma libre 80">
              <a:extLst>
                <a:ext uri="{FF2B5EF4-FFF2-40B4-BE49-F238E27FC236}">
                  <a16:creationId xmlns:a16="http://schemas.microsoft.com/office/drawing/2014/main" id="{A6DCF7D7-8AEA-41FB-6B98-0C6E81266295}"/>
                </a:ext>
              </a:extLst>
            </p:cNvPr>
            <p:cNvSpPr/>
            <p:nvPr/>
          </p:nvSpPr>
          <p:spPr>
            <a:xfrm>
              <a:off x="2141295" y="2086682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A8E9BBAA-530E-49DE-68B2-981943420548}"/>
                </a:ext>
              </a:extLst>
            </p:cNvPr>
            <p:cNvSpPr/>
            <p:nvPr/>
          </p:nvSpPr>
          <p:spPr>
            <a:xfrm>
              <a:off x="2096869" y="2150109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9D7461D0-AEAB-4AD5-47BD-742C1ECABF6C}"/>
                </a:ext>
              </a:extLst>
            </p:cNvPr>
            <p:cNvSpPr/>
            <p:nvPr/>
          </p:nvSpPr>
          <p:spPr>
            <a:xfrm>
              <a:off x="2096869" y="2163241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2F4B59D0-832A-4337-EE86-62457716C34C}"/>
                </a:ext>
              </a:extLst>
            </p:cNvPr>
            <p:cNvSpPr/>
            <p:nvPr/>
          </p:nvSpPr>
          <p:spPr>
            <a:xfrm>
              <a:off x="2133192" y="2163241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FC59485A-7E15-799B-07B2-6E4C29AF71A7}"/>
                </a:ext>
              </a:extLst>
            </p:cNvPr>
            <p:cNvSpPr/>
            <p:nvPr/>
          </p:nvSpPr>
          <p:spPr>
            <a:xfrm>
              <a:off x="2096869" y="2227506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56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F924ACFD-DC9A-240E-527A-5AA9E1E14266}"/>
                </a:ext>
              </a:extLst>
            </p:cNvPr>
            <p:cNvSpPr/>
            <p:nvPr/>
          </p:nvSpPr>
          <p:spPr>
            <a:xfrm>
              <a:off x="2072560" y="2240638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B3451CF8-22A9-FE80-A477-089F4BCF3C23}"/>
                </a:ext>
              </a:extLst>
            </p:cNvPr>
            <p:cNvSpPr/>
            <p:nvPr/>
          </p:nvSpPr>
          <p:spPr>
            <a:xfrm>
              <a:off x="2096869" y="2240638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F9C99DB1-0107-7904-15DD-5FF57167CBAA}"/>
                </a:ext>
              </a:extLst>
            </p:cNvPr>
            <p:cNvSpPr/>
            <p:nvPr/>
          </p:nvSpPr>
          <p:spPr>
            <a:xfrm>
              <a:off x="2133192" y="2240638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D0C9B0F0-3746-6120-A295-37F6FA3E4969}"/>
                </a:ext>
              </a:extLst>
            </p:cNvPr>
            <p:cNvSpPr/>
            <p:nvPr/>
          </p:nvSpPr>
          <p:spPr>
            <a:xfrm>
              <a:off x="2072560" y="217637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6B0337F4-6668-9351-7492-90160056C5D3}"/>
                </a:ext>
              </a:extLst>
            </p:cNvPr>
            <p:cNvSpPr/>
            <p:nvPr/>
          </p:nvSpPr>
          <p:spPr>
            <a:xfrm>
              <a:off x="2096869" y="2176094"/>
              <a:ext cx="89412" cy="8382"/>
            </a:xfrm>
            <a:custGeom>
              <a:avLst/>
              <a:gdLst>
                <a:gd name="connsiteX0" fmla="*/ 88992 w 89411"/>
                <a:gd name="connsiteY0" fmla="*/ 8522 h 8382"/>
                <a:gd name="connsiteX1" fmla="*/ 2934 w 89411"/>
                <a:gd name="connsiteY1" fmla="*/ 8522 h 8382"/>
                <a:gd name="connsiteX2" fmla="*/ 2096 w 89411"/>
                <a:gd name="connsiteY2" fmla="*/ 7684 h 8382"/>
                <a:gd name="connsiteX3" fmla="*/ 2096 w 89411"/>
                <a:gd name="connsiteY3" fmla="*/ 2934 h 8382"/>
                <a:gd name="connsiteX4" fmla="*/ 2934 w 89411"/>
                <a:gd name="connsiteY4" fmla="*/ 2096 h 8382"/>
                <a:gd name="connsiteX5" fmla="*/ 88992 w 89411"/>
                <a:gd name="connsiteY5" fmla="*/ 2096 h 8382"/>
                <a:gd name="connsiteX6" fmla="*/ 89831 w 89411"/>
                <a:gd name="connsiteY6" fmla="*/ 2934 h 8382"/>
                <a:gd name="connsiteX7" fmla="*/ 89831 w 89411"/>
                <a:gd name="connsiteY7" fmla="*/ 7684 h 8382"/>
                <a:gd name="connsiteX8" fmla="*/ 88992 w 89411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411" h="8382">
                  <a:moveTo>
                    <a:pt x="88992" y="8522"/>
                  </a:moveTo>
                  <a:lnTo>
                    <a:pt x="2934" y="8522"/>
                  </a:lnTo>
                  <a:cubicBezTo>
                    <a:pt x="2654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654"/>
                    <a:pt x="2375" y="2096"/>
                    <a:pt x="2934" y="2096"/>
                  </a:cubicBezTo>
                  <a:lnTo>
                    <a:pt x="88992" y="2096"/>
                  </a:lnTo>
                  <a:cubicBezTo>
                    <a:pt x="89272" y="2096"/>
                    <a:pt x="89831" y="2375"/>
                    <a:pt x="89831" y="2934"/>
                  </a:cubicBezTo>
                  <a:lnTo>
                    <a:pt x="89831" y="7684"/>
                  </a:lnTo>
                  <a:cubicBezTo>
                    <a:pt x="89831" y="8243"/>
                    <a:pt x="89551" y="8522"/>
                    <a:pt x="88992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A68795CB-0DB7-0604-E369-3CD6104D4780}"/>
                </a:ext>
              </a:extLst>
            </p:cNvPr>
            <p:cNvSpPr/>
            <p:nvPr/>
          </p:nvSpPr>
          <p:spPr>
            <a:xfrm>
              <a:off x="2072560" y="2189506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EF9584C4-2171-0CDA-3A56-ED80793FDB57}"/>
                </a:ext>
              </a:extLst>
            </p:cNvPr>
            <p:cNvSpPr/>
            <p:nvPr/>
          </p:nvSpPr>
          <p:spPr>
            <a:xfrm>
              <a:off x="2096869" y="2189506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3" name="Forma libre 92">
              <a:extLst>
                <a:ext uri="{FF2B5EF4-FFF2-40B4-BE49-F238E27FC236}">
                  <a16:creationId xmlns:a16="http://schemas.microsoft.com/office/drawing/2014/main" id="{8025AAC6-BB6D-0A46-944F-9878BD1D6511}"/>
                </a:ext>
              </a:extLst>
            </p:cNvPr>
            <p:cNvSpPr/>
            <p:nvPr/>
          </p:nvSpPr>
          <p:spPr>
            <a:xfrm>
              <a:off x="2141295" y="2189506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4" name="Forma libre 93">
              <a:extLst>
                <a:ext uri="{FF2B5EF4-FFF2-40B4-BE49-F238E27FC236}">
                  <a16:creationId xmlns:a16="http://schemas.microsoft.com/office/drawing/2014/main" id="{72A34271-E7EA-F8D0-8915-C5203290282E}"/>
                </a:ext>
              </a:extLst>
            </p:cNvPr>
            <p:cNvSpPr/>
            <p:nvPr/>
          </p:nvSpPr>
          <p:spPr>
            <a:xfrm>
              <a:off x="2072560" y="2202359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24F5AF57-E5D0-608D-9528-7E7AE37DEAFE}"/>
                </a:ext>
              </a:extLst>
            </p:cNvPr>
            <p:cNvSpPr/>
            <p:nvPr/>
          </p:nvSpPr>
          <p:spPr>
            <a:xfrm>
              <a:off x="2096869" y="2202079"/>
              <a:ext cx="114559" cy="8382"/>
            </a:xfrm>
            <a:custGeom>
              <a:avLst/>
              <a:gdLst>
                <a:gd name="connsiteX0" fmla="*/ 111625 w 114558"/>
                <a:gd name="connsiteY0" fmla="*/ 8522 h 8382"/>
                <a:gd name="connsiteX1" fmla="*/ 2934 w 114558"/>
                <a:gd name="connsiteY1" fmla="*/ 8522 h 8382"/>
                <a:gd name="connsiteX2" fmla="*/ 2096 w 114558"/>
                <a:gd name="connsiteY2" fmla="*/ 7684 h 8382"/>
                <a:gd name="connsiteX3" fmla="*/ 2096 w 114558"/>
                <a:gd name="connsiteY3" fmla="*/ 2934 h 8382"/>
                <a:gd name="connsiteX4" fmla="*/ 2934 w 114558"/>
                <a:gd name="connsiteY4" fmla="*/ 2096 h 8382"/>
                <a:gd name="connsiteX5" fmla="*/ 111625 w 114558"/>
                <a:gd name="connsiteY5" fmla="*/ 2096 h 8382"/>
                <a:gd name="connsiteX6" fmla="*/ 112463 w 114558"/>
                <a:gd name="connsiteY6" fmla="*/ 2934 h 8382"/>
                <a:gd name="connsiteX7" fmla="*/ 112463 w 114558"/>
                <a:gd name="connsiteY7" fmla="*/ 7684 h 8382"/>
                <a:gd name="connsiteX8" fmla="*/ 111625 w 11455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8382">
                  <a:moveTo>
                    <a:pt x="111625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111625" y="2096"/>
                  </a:lnTo>
                  <a:cubicBezTo>
                    <a:pt x="112184" y="2096"/>
                    <a:pt x="112463" y="2375"/>
                    <a:pt x="112463" y="2934"/>
                  </a:cubicBezTo>
                  <a:lnTo>
                    <a:pt x="112463" y="7684"/>
                  </a:lnTo>
                  <a:cubicBezTo>
                    <a:pt x="112463" y="8243"/>
                    <a:pt x="112184" y="8522"/>
                    <a:pt x="111625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70F6FD39-2CEA-A89C-8DF8-A2A57A71FAFC}"/>
                </a:ext>
              </a:extLst>
            </p:cNvPr>
            <p:cNvSpPr/>
            <p:nvPr/>
          </p:nvSpPr>
          <p:spPr>
            <a:xfrm>
              <a:off x="2072560" y="225265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D8B6D1DF-362D-02AF-9AFD-8A8ED9972840}"/>
                </a:ext>
              </a:extLst>
            </p:cNvPr>
            <p:cNvSpPr/>
            <p:nvPr/>
          </p:nvSpPr>
          <p:spPr>
            <a:xfrm>
              <a:off x="2162530" y="2252653"/>
              <a:ext cx="58676" cy="8382"/>
            </a:xfrm>
            <a:custGeom>
              <a:avLst/>
              <a:gdLst>
                <a:gd name="connsiteX0" fmla="*/ 55743 w 58676"/>
                <a:gd name="connsiteY0" fmla="*/ 8243 h 8382"/>
                <a:gd name="connsiteX1" fmla="*/ 3772 w 58676"/>
                <a:gd name="connsiteY1" fmla="*/ 8243 h 8382"/>
                <a:gd name="connsiteX2" fmla="*/ 2096 w 58676"/>
                <a:gd name="connsiteY2" fmla="*/ 5169 h 8382"/>
                <a:gd name="connsiteX3" fmla="*/ 2096 w 58676"/>
                <a:gd name="connsiteY3" fmla="*/ 5169 h 8382"/>
                <a:gd name="connsiteX4" fmla="*/ 3772 w 58676"/>
                <a:gd name="connsiteY4" fmla="*/ 2096 h 8382"/>
                <a:gd name="connsiteX5" fmla="*/ 55743 w 58676"/>
                <a:gd name="connsiteY5" fmla="*/ 2096 h 8382"/>
                <a:gd name="connsiteX6" fmla="*/ 57419 w 58676"/>
                <a:gd name="connsiteY6" fmla="*/ 5169 h 8382"/>
                <a:gd name="connsiteX7" fmla="*/ 57419 w 58676"/>
                <a:gd name="connsiteY7" fmla="*/ 5169 h 8382"/>
                <a:gd name="connsiteX8" fmla="*/ 55743 w 58676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76" h="8382">
                  <a:moveTo>
                    <a:pt x="55743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55743" y="2096"/>
                  </a:lnTo>
                  <a:cubicBezTo>
                    <a:pt x="56581" y="2096"/>
                    <a:pt x="57419" y="3493"/>
                    <a:pt x="57419" y="5169"/>
                  </a:cubicBezTo>
                  <a:lnTo>
                    <a:pt x="57419" y="5169"/>
                  </a:lnTo>
                  <a:cubicBezTo>
                    <a:pt x="57140" y="6846"/>
                    <a:pt x="56581" y="8243"/>
                    <a:pt x="55743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8" name="Forma libre 97">
              <a:extLst>
                <a:ext uri="{FF2B5EF4-FFF2-40B4-BE49-F238E27FC236}">
                  <a16:creationId xmlns:a16="http://schemas.microsoft.com/office/drawing/2014/main" id="{415E1379-CAF5-3BEB-4C95-1823DA5BCC90}"/>
                </a:ext>
              </a:extLst>
            </p:cNvPr>
            <p:cNvSpPr/>
            <p:nvPr/>
          </p:nvSpPr>
          <p:spPr>
            <a:xfrm>
              <a:off x="2096869" y="2252653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9" name="Forma libre 98">
              <a:extLst>
                <a:ext uri="{FF2B5EF4-FFF2-40B4-BE49-F238E27FC236}">
                  <a16:creationId xmlns:a16="http://schemas.microsoft.com/office/drawing/2014/main" id="{07F49EAE-6BFF-01A0-499D-E5EB35D518A2}"/>
                </a:ext>
              </a:extLst>
            </p:cNvPr>
            <p:cNvSpPr/>
            <p:nvPr/>
          </p:nvSpPr>
          <p:spPr>
            <a:xfrm>
              <a:off x="2141295" y="2252653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0" name="Forma libre 99">
              <a:extLst>
                <a:ext uri="{FF2B5EF4-FFF2-40B4-BE49-F238E27FC236}">
                  <a16:creationId xmlns:a16="http://schemas.microsoft.com/office/drawing/2014/main" id="{A53BD38A-4586-3F50-AD33-A7C1389DBE07}"/>
                </a:ext>
              </a:extLst>
            </p:cNvPr>
            <p:cNvSpPr/>
            <p:nvPr/>
          </p:nvSpPr>
          <p:spPr>
            <a:xfrm>
              <a:off x="2097148" y="2265506"/>
              <a:ext cx="75441" cy="8382"/>
            </a:xfrm>
            <a:custGeom>
              <a:avLst/>
              <a:gdLst>
                <a:gd name="connsiteX0" fmla="*/ 74184 w 75441"/>
                <a:gd name="connsiteY0" fmla="*/ 8243 h 8382"/>
                <a:gd name="connsiteX1" fmla="*/ 2654 w 75441"/>
                <a:gd name="connsiteY1" fmla="*/ 8243 h 8382"/>
                <a:gd name="connsiteX2" fmla="*/ 2096 w 75441"/>
                <a:gd name="connsiteY2" fmla="*/ 7684 h 8382"/>
                <a:gd name="connsiteX3" fmla="*/ 2096 w 75441"/>
                <a:gd name="connsiteY3" fmla="*/ 2654 h 8382"/>
                <a:gd name="connsiteX4" fmla="*/ 2654 w 75441"/>
                <a:gd name="connsiteY4" fmla="*/ 2096 h 8382"/>
                <a:gd name="connsiteX5" fmla="*/ 74184 w 75441"/>
                <a:gd name="connsiteY5" fmla="*/ 2096 h 8382"/>
                <a:gd name="connsiteX6" fmla="*/ 74742 w 75441"/>
                <a:gd name="connsiteY6" fmla="*/ 2654 h 8382"/>
                <a:gd name="connsiteX7" fmla="*/ 74742 w 75441"/>
                <a:gd name="connsiteY7" fmla="*/ 7684 h 8382"/>
                <a:gd name="connsiteX8" fmla="*/ 74184 w 754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441" h="8382">
                  <a:moveTo>
                    <a:pt x="74184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74184" y="2096"/>
                  </a:lnTo>
                  <a:cubicBezTo>
                    <a:pt x="74463" y="2096"/>
                    <a:pt x="74742" y="2375"/>
                    <a:pt x="74742" y="2654"/>
                  </a:cubicBezTo>
                  <a:lnTo>
                    <a:pt x="74742" y="7684"/>
                  </a:lnTo>
                  <a:cubicBezTo>
                    <a:pt x="74742" y="7963"/>
                    <a:pt x="74463" y="8243"/>
                    <a:pt x="74184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1" name="Forma libre 100">
              <a:extLst>
                <a:ext uri="{FF2B5EF4-FFF2-40B4-BE49-F238E27FC236}">
                  <a16:creationId xmlns:a16="http://schemas.microsoft.com/office/drawing/2014/main" id="{84B2C159-964A-51D8-9254-3201A00707A9}"/>
                </a:ext>
              </a:extLst>
            </p:cNvPr>
            <p:cNvSpPr/>
            <p:nvPr/>
          </p:nvSpPr>
          <p:spPr>
            <a:xfrm>
              <a:off x="2162530" y="2215212"/>
              <a:ext cx="53088" cy="8382"/>
            </a:xfrm>
            <a:custGeom>
              <a:avLst/>
              <a:gdLst>
                <a:gd name="connsiteX0" fmla="*/ 52110 w 53088"/>
                <a:gd name="connsiteY0" fmla="*/ 8522 h 8382"/>
                <a:gd name="connsiteX1" fmla="*/ 2934 w 53088"/>
                <a:gd name="connsiteY1" fmla="*/ 8522 h 8382"/>
                <a:gd name="connsiteX2" fmla="*/ 2096 w 53088"/>
                <a:gd name="connsiteY2" fmla="*/ 7684 h 8382"/>
                <a:gd name="connsiteX3" fmla="*/ 2096 w 53088"/>
                <a:gd name="connsiteY3" fmla="*/ 2934 h 8382"/>
                <a:gd name="connsiteX4" fmla="*/ 2934 w 53088"/>
                <a:gd name="connsiteY4" fmla="*/ 2096 h 8382"/>
                <a:gd name="connsiteX5" fmla="*/ 52110 w 53088"/>
                <a:gd name="connsiteY5" fmla="*/ 2096 h 8382"/>
                <a:gd name="connsiteX6" fmla="*/ 52948 w 53088"/>
                <a:gd name="connsiteY6" fmla="*/ 2934 h 8382"/>
                <a:gd name="connsiteX7" fmla="*/ 52948 w 53088"/>
                <a:gd name="connsiteY7" fmla="*/ 7684 h 8382"/>
                <a:gd name="connsiteX8" fmla="*/ 52110 w 5308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088" h="8382">
                  <a:moveTo>
                    <a:pt x="52110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52110" y="2096"/>
                  </a:lnTo>
                  <a:cubicBezTo>
                    <a:pt x="52669" y="2096"/>
                    <a:pt x="52948" y="2375"/>
                    <a:pt x="52948" y="2934"/>
                  </a:cubicBezTo>
                  <a:lnTo>
                    <a:pt x="52948" y="7684"/>
                  </a:lnTo>
                  <a:cubicBezTo>
                    <a:pt x="52948" y="8243"/>
                    <a:pt x="52390" y="8522"/>
                    <a:pt x="52110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9EA8E605-4216-1634-315A-5F79CA9746D9}"/>
                </a:ext>
              </a:extLst>
            </p:cNvPr>
            <p:cNvSpPr/>
            <p:nvPr/>
          </p:nvSpPr>
          <p:spPr>
            <a:xfrm>
              <a:off x="2096869" y="2215491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3D098004-D6EA-212F-B14D-0F9334AA44CB}"/>
                </a:ext>
              </a:extLst>
            </p:cNvPr>
            <p:cNvSpPr/>
            <p:nvPr/>
          </p:nvSpPr>
          <p:spPr>
            <a:xfrm>
              <a:off x="2141295" y="2215491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4" name="Forma libre 103">
              <a:extLst>
                <a:ext uri="{FF2B5EF4-FFF2-40B4-BE49-F238E27FC236}">
                  <a16:creationId xmlns:a16="http://schemas.microsoft.com/office/drawing/2014/main" id="{ECCB6EC0-744F-C50A-6E04-42AFEC960541}"/>
                </a:ext>
              </a:extLst>
            </p:cNvPr>
            <p:cNvSpPr/>
            <p:nvPr/>
          </p:nvSpPr>
          <p:spPr>
            <a:xfrm>
              <a:off x="2210869" y="1939153"/>
              <a:ext cx="106176" cy="106176"/>
            </a:xfrm>
            <a:custGeom>
              <a:avLst/>
              <a:gdLst>
                <a:gd name="connsiteX0" fmla="*/ 106037 w 106176"/>
                <a:gd name="connsiteY0" fmla="*/ 54066 h 106176"/>
                <a:gd name="connsiteX1" fmla="*/ 54066 w 106176"/>
                <a:gd name="connsiteY1" fmla="*/ 106037 h 106176"/>
                <a:gd name="connsiteX2" fmla="*/ 2096 w 106176"/>
                <a:gd name="connsiteY2" fmla="*/ 54066 h 106176"/>
                <a:gd name="connsiteX3" fmla="*/ 54066 w 106176"/>
                <a:gd name="connsiteY3" fmla="*/ 2096 h 106176"/>
                <a:gd name="connsiteX4" fmla="*/ 106037 w 106176"/>
                <a:gd name="connsiteY4" fmla="*/ 54066 h 1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76" h="106176">
                  <a:moveTo>
                    <a:pt x="106037" y="54066"/>
                  </a:moveTo>
                  <a:cubicBezTo>
                    <a:pt x="106037" y="82769"/>
                    <a:pt x="82769" y="106037"/>
                    <a:pt x="54066" y="106037"/>
                  </a:cubicBezTo>
                  <a:cubicBezTo>
                    <a:pt x="25364" y="106037"/>
                    <a:pt x="2096" y="82769"/>
                    <a:pt x="2096" y="54066"/>
                  </a:cubicBezTo>
                  <a:cubicBezTo>
                    <a:pt x="2096" y="25364"/>
                    <a:pt x="25364" y="2096"/>
                    <a:pt x="54066" y="2096"/>
                  </a:cubicBezTo>
                  <a:cubicBezTo>
                    <a:pt x="82769" y="2096"/>
                    <a:pt x="106037" y="25364"/>
                    <a:pt x="106037" y="54066"/>
                  </a:cubicBezTo>
                  <a:close/>
                </a:path>
              </a:pathLst>
            </a:custGeom>
            <a:solidFill>
              <a:srgbClr val="CB6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A3DCE628-D3D4-51A9-399E-D82B0402BAC3}"/>
                </a:ext>
              </a:extLst>
            </p:cNvPr>
            <p:cNvSpPr/>
            <p:nvPr/>
          </p:nvSpPr>
          <p:spPr>
            <a:xfrm>
              <a:off x="2229589" y="1978550"/>
              <a:ext cx="33529" cy="33529"/>
            </a:xfrm>
            <a:custGeom>
              <a:avLst/>
              <a:gdLst>
                <a:gd name="connsiteX0" fmla="*/ 31713 w 33529"/>
                <a:gd name="connsiteY0" fmla="*/ 9640 h 33529"/>
                <a:gd name="connsiteX1" fmla="*/ 11037 w 33529"/>
                <a:gd name="connsiteY1" fmla="*/ 17184 h 33529"/>
                <a:gd name="connsiteX2" fmla="*/ 31713 w 33529"/>
                <a:gd name="connsiteY2" fmla="*/ 24728 h 33529"/>
                <a:gd name="connsiteX3" fmla="*/ 31713 w 33529"/>
                <a:gd name="connsiteY3" fmla="*/ 32551 h 33529"/>
                <a:gd name="connsiteX4" fmla="*/ 2096 w 33529"/>
                <a:gd name="connsiteY4" fmla="*/ 21375 h 33529"/>
                <a:gd name="connsiteX5" fmla="*/ 2096 w 33529"/>
                <a:gd name="connsiteY5" fmla="*/ 13272 h 33529"/>
                <a:gd name="connsiteX6" fmla="*/ 31713 w 33529"/>
                <a:gd name="connsiteY6" fmla="*/ 2096 h 33529"/>
                <a:gd name="connsiteX7" fmla="*/ 31713 w 33529"/>
                <a:gd name="connsiteY7" fmla="*/ 96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31713" y="9640"/>
                  </a:moveTo>
                  <a:lnTo>
                    <a:pt x="11037" y="17184"/>
                  </a:lnTo>
                  <a:lnTo>
                    <a:pt x="31713" y="24728"/>
                  </a:lnTo>
                  <a:lnTo>
                    <a:pt x="31713" y="32551"/>
                  </a:lnTo>
                  <a:lnTo>
                    <a:pt x="2096" y="21375"/>
                  </a:lnTo>
                  <a:lnTo>
                    <a:pt x="2096" y="13272"/>
                  </a:lnTo>
                  <a:lnTo>
                    <a:pt x="31713" y="2096"/>
                  </a:lnTo>
                  <a:lnTo>
                    <a:pt x="31713" y="9640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090C488E-2D31-FDC7-A17D-AA13B16ED4AC}"/>
                </a:ext>
              </a:extLst>
            </p:cNvPr>
            <p:cNvSpPr/>
            <p:nvPr/>
          </p:nvSpPr>
          <p:spPr>
            <a:xfrm>
              <a:off x="2265913" y="1978550"/>
              <a:ext cx="33529" cy="33529"/>
            </a:xfrm>
            <a:custGeom>
              <a:avLst/>
              <a:gdLst>
                <a:gd name="connsiteX0" fmla="*/ 2096 w 33529"/>
                <a:gd name="connsiteY0" fmla="*/ 2096 h 33529"/>
                <a:gd name="connsiteX1" fmla="*/ 31713 w 33529"/>
                <a:gd name="connsiteY1" fmla="*/ 13272 h 33529"/>
                <a:gd name="connsiteX2" fmla="*/ 31713 w 33529"/>
                <a:gd name="connsiteY2" fmla="*/ 21375 h 33529"/>
                <a:gd name="connsiteX3" fmla="*/ 2096 w 33529"/>
                <a:gd name="connsiteY3" fmla="*/ 32551 h 33529"/>
                <a:gd name="connsiteX4" fmla="*/ 2096 w 33529"/>
                <a:gd name="connsiteY4" fmla="*/ 24728 h 33529"/>
                <a:gd name="connsiteX5" fmla="*/ 22772 w 33529"/>
                <a:gd name="connsiteY5" fmla="*/ 17184 h 33529"/>
                <a:gd name="connsiteX6" fmla="*/ 2096 w 33529"/>
                <a:gd name="connsiteY6" fmla="*/ 9640 h 33529"/>
                <a:gd name="connsiteX7" fmla="*/ 2096 w 33529"/>
                <a:gd name="connsiteY7" fmla="*/ 2096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2096" y="2096"/>
                  </a:moveTo>
                  <a:lnTo>
                    <a:pt x="31713" y="13272"/>
                  </a:lnTo>
                  <a:lnTo>
                    <a:pt x="31713" y="21375"/>
                  </a:lnTo>
                  <a:lnTo>
                    <a:pt x="2096" y="32551"/>
                  </a:lnTo>
                  <a:lnTo>
                    <a:pt x="2096" y="24728"/>
                  </a:lnTo>
                  <a:lnTo>
                    <a:pt x="22772" y="17184"/>
                  </a:lnTo>
                  <a:lnTo>
                    <a:pt x="2096" y="9640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FB41BA3A-17BD-4004-F734-132777261CA5}"/>
                </a:ext>
              </a:extLst>
            </p:cNvPr>
            <p:cNvSpPr/>
            <p:nvPr/>
          </p:nvSpPr>
          <p:spPr>
            <a:xfrm>
              <a:off x="1808378" y="2689115"/>
              <a:ext cx="234705" cy="234705"/>
            </a:xfrm>
            <a:custGeom>
              <a:avLst/>
              <a:gdLst>
                <a:gd name="connsiteX0" fmla="*/ 187466 w 234705"/>
                <a:gd name="connsiteY0" fmla="*/ 71820 h 234705"/>
                <a:gd name="connsiteX1" fmla="*/ 165293 w 234705"/>
                <a:gd name="connsiteY1" fmla="*/ 187466 h 234705"/>
                <a:gd name="connsiteX2" fmla="*/ 49647 w 234705"/>
                <a:gd name="connsiteY2" fmla="*/ 165293 h 234705"/>
                <a:gd name="connsiteX3" fmla="*/ 71820 w 234705"/>
                <a:gd name="connsiteY3" fmla="*/ 49647 h 234705"/>
                <a:gd name="connsiteX4" fmla="*/ 187466 w 234705"/>
                <a:gd name="connsiteY4" fmla="*/ 71820 h 23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05" h="234705">
                  <a:moveTo>
                    <a:pt x="187466" y="71820"/>
                  </a:moveTo>
                  <a:cubicBezTo>
                    <a:pt x="213278" y="109878"/>
                    <a:pt x="203351" y="161655"/>
                    <a:pt x="165293" y="187466"/>
                  </a:cubicBezTo>
                  <a:cubicBezTo>
                    <a:pt x="127235" y="213278"/>
                    <a:pt x="75459" y="203351"/>
                    <a:pt x="49647" y="165293"/>
                  </a:cubicBezTo>
                  <a:cubicBezTo>
                    <a:pt x="23835" y="127235"/>
                    <a:pt x="33763" y="75459"/>
                    <a:pt x="71820" y="49647"/>
                  </a:cubicBezTo>
                  <a:cubicBezTo>
                    <a:pt x="109878" y="23835"/>
                    <a:pt x="161655" y="33763"/>
                    <a:pt x="187466" y="71820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8" name="Forma libre 107">
              <a:extLst>
                <a:ext uri="{FF2B5EF4-FFF2-40B4-BE49-F238E27FC236}">
                  <a16:creationId xmlns:a16="http://schemas.microsoft.com/office/drawing/2014/main" id="{EEB18338-2474-D66D-6228-1C9EA91E2FB8}"/>
                </a:ext>
              </a:extLst>
            </p:cNvPr>
            <p:cNvSpPr/>
            <p:nvPr/>
          </p:nvSpPr>
          <p:spPr>
            <a:xfrm>
              <a:off x="1880884" y="2761460"/>
              <a:ext cx="92206" cy="92206"/>
            </a:xfrm>
            <a:custGeom>
              <a:avLst/>
              <a:gdLst>
                <a:gd name="connsiteX0" fmla="*/ 90110 w 92205"/>
                <a:gd name="connsiteY0" fmla="*/ 41213 h 92205"/>
                <a:gd name="connsiteX1" fmla="*/ 87595 w 92205"/>
                <a:gd name="connsiteY1" fmla="*/ 55463 h 92205"/>
                <a:gd name="connsiteX2" fmla="*/ 80610 w 92205"/>
                <a:gd name="connsiteY2" fmla="*/ 65522 h 92205"/>
                <a:gd name="connsiteX3" fmla="*/ 69992 w 92205"/>
                <a:gd name="connsiteY3" fmla="*/ 69154 h 92205"/>
                <a:gd name="connsiteX4" fmla="*/ 63007 w 92205"/>
                <a:gd name="connsiteY4" fmla="*/ 67198 h 92205"/>
                <a:gd name="connsiteX5" fmla="*/ 58537 w 92205"/>
                <a:gd name="connsiteY5" fmla="*/ 62169 h 92205"/>
                <a:gd name="connsiteX6" fmla="*/ 57698 w 92205"/>
                <a:gd name="connsiteY6" fmla="*/ 62169 h 92205"/>
                <a:gd name="connsiteX7" fmla="*/ 42890 w 92205"/>
                <a:gd name="connsiteY7" fmla="*/ 69154 h 92205"/>
                <a:gd name="connsiteX8" fmla="*/ 27801 w 92205"/>
                <a:gd name="connsiteY8" fmla="*/ 63287 h 92205"/>
                <a:gd name="connsiteX9" fmla="*/ 22213 w 92205"/>
                <a:gd name="connsiteY9" fmla="*/ 47640 h 92205"/>
                <a:gd name="connsiteX10" fmla="*/ 29478 w 92205"/>
                <a:gd name="connsiteY10" fmla="*/ 29478 h 92205"/>
                <a:gd name="connsiteX11" fmla="*/ 48198 w 92205"/>
                <a:gd name="connsiteY11" fmla="*/ 22493 h 92205"/>
                <a:gd name="connsiteX12" fmla="*/ 58257 w 92205"/>
                <a:gd name="connsiteY12" fmla="*/ 23331 h 92205"/>
                <a:gd name="connsiteX13" fmla="*/ 67478 w 92205"/>
                <a:gd name="connsiteY13" fmla="*/ 25566 h 92205"/>
                <a:gd name="connsiteX14" fmla="*/ 66360 w 92205"/>
                <a:gd name="connsiteY14" fmla="*/ 51831 h 92205"/>
                <a:gd name="connsiteX15" fmla="*/ 70551 w 92205"/>
                <a:gd name="connsiteY15" fmla="*/ 59375 h 92205"/>
                <a:gd name="connsiteX16" fmla="*/ 76140 w 92205"/>
                <a:gd name="connsiteY16" fmla="*/ 54345 h 92205"/>
                <a:gd name="connsiteX17" fmla="*/ 78095 w 92205"/>
                <a:gd name="connsiteY17" fmla="*/ 41213 h 92205"/>
                <a:gd name="connsiteX18" fmla="*/ 74463 w 92205"/>
                <a:gd name="connsiteY18" fmla="*/ 25846 h 92205"/>
                <a:gd name="connsiteX19" fmla="*/ 64404 w 92205"/>
                <a:gd name="connsiteY19" fmla="*/ 15787 h 92205"/>
                <a:gd name="connsiteX20" fmla="*/ 49595 w 92205"/>
                <a:gd name="connsiteY20" fmla="*/ 12154 h 92205"/>
                <a:gd name="connsiteX21" fmla="*/ 30595 w 92205"/>
                <a:gd name="connsiteY21" fmla="*/ 16625 h 92205"/>
                <a:gd name="connsiteX22" fmla="*/ 18301 w 92205"/>
                <a:gd name="connsiteY22" fmla="*/ 29478 h 92205"/>
                <a:gd name="connsiteX23" fmla="*/ 14110 w 92205"/>
                <a:gd name="connsiteY23" fmla="*/ 49037 h 92205"/>
                <a:gd name="connsiteX24" fmla="*/ 21934 w 92205"/>
                <a:gd name="connsiteY24" fmla="*/ 71948 h 92205"/>
                <a:gd name="connsiteX25" fmla="*/ 44845 w 92205"/>
                <a:gd name="connsiteY25" fmla="*/ 79772 h 92205"/>
                <a:gd name="connsiteX26" fmla="*/ 57419 w 92205"/>
                <a:gd name="connsiteY26" fmla="*/ 78375 h 92205"/>
                <a:gd name="connsiteX27" fmla="*/ 70831 w 92205"/>
                <a:gd name="connsiteY27" fmla="*/ 74742 h 92205"/>
                <a:gd name="connsiteX28" fmla="*/ 70831 w 92205"/>
                <a:gd name="connsiteY28" fmla="*/ 85081 h 92205"/>
                <a:gd name="connsiteX29" fmla="*/ 45404 w 92205"/>
                <a:gd name="connsiteY29" fmla="*/ 90110 h 92205"/>
                <a:gd name="connsiteX30" fmla="*/ 13551 w 92205"/>
                <a:gd name="connsiteY30" fmla="*/ 79213 h 92205"/>
                <a:gd name="connsiteX31" fmla="*/ 2096 w 92205"/>
                <a:gd name="connsiteY31" fmla="*/ 49316 h 92205"/>
                <a:gd name="connsiteX32" fmla="*/ 7963 w 92205"/>
                <a:gd name="connsiteY32" fmla="*/ 25287 h 92205"/>
                <a:gd name="connsiteX33" fmla="*/ 24728 w 92205"/>
                <a:gd name="connsiteY33" fmla="*/ 8243 h 92205"/>
                <a:gd name="connsiteX34" fmla="*/ 49595 w 92205"/>
                <a:gd name="connsiteY34" fmla="*/ 2096 h 92205"/>
                <a:gd name="connsiteX35" fmla="*/ 70831 w 92205"/>
                <a:gd name="connsiteY35" fmla="*/ 6846 h 92205"/>
                <a:gd name="connsiteX36" fmla="*/ 85081 w 92205"/>
                <a:gd name="connsiteY36" fmla="*/ 20537 h 92205"/>
                <a:gd name="connsiteX37" fmla="*/ 90110 w 92205"/>
                <a:gd name="connsiteY37" fmla="*/ 41213 h 92205"/>
                <a:gd name="connsiteX38" fmla="*/ 34787 w 92205"/>
                <a:gd name="connsiteY38" fmla="*/ 48198 h 92205"/>
                <a:gd name="connsiteX39" fmla="*/ 44007 w 92205"/>
                <a:gd name="connsiteY39" fmla="*/ 59654 h 92205"/>
                <a:gd name="connsiteX40" fmla="*/ 51272 w 92205"/>
                <a:gd name="connsiteY40" fmla="*/ 56301 h 92205"/>
                <a:gd name="connsiteX41" fmla="*/ 54345 w 92205"/>
                <a:gd name="connsiteY41" fmla="*/ 45125 h 92205"/>
                <a:gd name="connsiteX42" fmla="*/ 55184 w 92205"/>
                <a:gd name="connsiteY42" fmla="*/ 33110 h 92205"/>
                <a:gd name="connsiteX43" fmla="*/ 49037 w 92205"/>
                <a:gd name="connsiteY43" fmla="*/ 32551 h 92205"/>
                <a:gd name="connsiteX44" fmla="*/ 38698 w 92205"/>
                <a:gd name="connsiteY44" fmla="*/ 36743 h 92205"/>
                <a:gd name="connsiteX45" fmla="*/ 34787 w 92205"/>
                <a:gd name="connsiteY45" fmla="*/ 48198 h 9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2205" h="92205">
                  <a:moveTo>
                    <a:pt x="90110" y="41213"/>
                  </a:moveTo>
                  <a:cubicBezTo>
                    <a:pt x="90110" y="46243"/>
                    <a:pt x="89272" y="50993"/>
                    <a:pt x="87595" y="55463"/>
                  </a:cubicBezTo>
                  <a:cubicBezTo>
                    <a:pt x="85919" y="59654"/>
                    <a:pt x="83684" y="63007"/>
                    <a:pt x="80610" y="65522"/>
                  </a:cubicBezTo>
                  <a:cubicBezTo>
                    <a:pt x="77537" y="68037"/>
                    <a:pt x="74184" y="69154"/>
                    <a:pt x="69992" y="69154"/>
                  </a:cubicBezTo>
                  <a:cubicBezTo>
                    <a:pt x="67198" y="69154"/>
                    <a:pt x="64963" y="68595"/>
                    <a:pt x="63007" y="67198"/>
                  </a:cubicBezTo>
                  <a:cubicBezTo>
                    <a:pt x="61051" y="65801"/>
                    <a:pt x="59375" y="64125"/>
                    <a:pt x="58537" y="62169"/>
                  </a:cubicBezTo>
                  <a:lnTo>
                    <a:pt x="57698" y="62169"/>
                  </a:lnTo>
                  <a:cubicBezTo>
                    <a:pt x="53787" y="66919"/>
                    <a:pt x="48757" y="69154"/>
                    <a:pt x="42890" y="69154"/>
                  </a:cubicBezTo>
                  <a:cubicBezTo>
                    <a:pt x="36463" y="69154"/>
                    <a:pt x="31434" y="67198"/>
                    <a:pt x="27801" y="63287"/>
                  </a:cubicBezTo>
                  <a:cubicBezTo>
                    <a:pt x="24169" y="59375"/>
                    <a:pt x="22213" y="54345"/>
                    <a:pt x="22213" y="47640"/>
                  </a:cubicBezTo>
                  <a:cubicBezTo>
                    <a:pt x="22213" y="40095"/>
                    <a:pt x="24728" y="33948"/>
                    <a:pt x="29478" y="29478"/>
                  </a:cubicBezTo>
                  <a:cubicBezTo>
                    <a:pt x="34228" y="24728"/>
                    <a:pt x="40654" y="22493"/>
                    <a:pt x="48198" y="22493"/>
                  </a:cubicBezTo>
                  <a:cubicBezTo>
                    <a:pt x="51272" y="22493"/>
                    <a:pt x="54625" y="22772"/>
                    <a:pt x="58257" y="23331"/>
                  </a:cubicBezTo>
                  <a:cubicBezTo>
                    <a:pt x="61890" y="23890"/>
                    <a:pt x="64963" y="24728"/>
                    <a:pt x="67478" y="25566"/>
                  </a:cubicBezTo>
                  <a:lnTo>
                    <a:pt x="66360" y="51831"/>
                  </a:lnTo>
                  <a:cubicBezTo>
                    <a:pt x="66360" y="56860"/>
                    <a:pt x="67757" y="59375"/>
                    <a:pt x="70551" y="59375"/>
                  </a:cubicBezTo>
                  <a:cubicBezTo>
                    <a:pt x="72787" y="59375"/>
                    <a:pt x="74742" y="57698"/>
                    <a:pt x="76140" y="54345"/>
                  </a:cubicBezTo>
                  <a:cubicBezTo>
                    <a:pt x="77537" y="50993"/>
                    <a:pt x="78095" y="46522"/>
                    <a:pt x="78095" y="41213"/>
                  </a:cubicBezTo>
                  <a:cubicBezTo>
                    <a:pt x="78095" y="35345"/>
                    <a:pt x="76978" y="30316"/>
                    <a:pt x="74463" y="25846"/>
                  </a:cubicBezTo>
                  <a:cubicBezTo>
                    <a:pt x="71948" y="21375"/>
                    <a:pt x="68595" y="18022"/>
                    <a:pt x="64404" y="15787"/>
                  </a:cubicBezTo>
                  <a:cubicBezTo>
                    <a:pt x="59934" y="13551"/>
                    <a:pt x="55184" y="12154"/>
                    <a:pt x="49595" y="12154"/>
                  </a:cubicBezTo>
                  <a:cubicBezTo>
                    <a:pt x="42331" y="12154"/>
                    <a:pt x="36184" y="13551"/>
                    <a:pt x="30595" y="16625"/>
                  </a:cubicBezTo>
                  <a:cubicBezTo>
                    <a:pt x="25287" y="19698"/>
                    <a:pt x="21096" y="23890"/>
                    <a:pt x="18301" y="29478"/>
                  </a:cubicBezTo>
                  <a:cubicBezTo>
                    <a:pt x="15507" y="35066"/>
                    <a:pt x="14110" y="41492"/>
                    <a:pt x="14110" y="49037"/>
                  </a:cubicBezTo>
                  <a:cubicBezTo>
                    <a:pt x="14110" y="58816"/>
                    <a:pt x="16625" y="66639"/>
                    <a:pt x="21934" y="71948"/>
                  </a:cubicBezTo>
                  <a:cubicBezTo>
                    <a:pt x="27243" y="77257"/>
                    <a:pt x="34787" y="79772"/>
                    <a:pt x="44845" y="79772"/>
                  </a:cubicBezTo>
                  <a:cubicBezTo>
                    <a:pt x="48757" y="79772"/>
                    <a:pt x="52948" y="79213"/>
                    <a:pt x="57419" y="78375"/>
                  </a:cubicBezTo>
                  <a:cubicBezTo>
                    <a:pt x="61890" y="77537"/>
                    <a:pt x="66360" y="76419"/>
                    <a:pt x="70831" y="74742"/>
                  </a:cubicBezTo>
                  <a:lnTo>
                    <a:pt x="70831" y="85081"/>
                  </a:lnTo>
                  <a:cubicBezTo>
                    <a:pt x="63287" y="88434"/>
                    <a:pt x="54625" y="90110"/>
                    <a:pt x="45404" y="90110"/>
                  </a:cubicBezTo>
                  <a:cubicBezTo>
                    <a:pt x="31713" y="90110"/>
                    <a:pt x="21096" y="86478"/>
                    <a:pt x="13551" y="79213"/>
                  </a:cubicBezTo>
                  <a:cubicBezTo>
                    <a:pt x="6007" y="71948"/>
                    <a:pt x="2096" y="62169"/>
                    <a:pt x="2096" y="49316"/>
                  </a:cubicBezTo>
                  <a:cubicBezTo>
                    <a:pt x="2096" y="40375"/>
                    <a:pt x="4051" y="32551"/>
                    <a:pt x="7963" y="25287"/>
                  </a:cubicBezTo>
                  <a:cubicBezTo>
                    <a:pt x="11875" y="18022"/>
                    <a:pt x="17463" y="12434"/>
                    <a:pt x="24728" y="8243"/>
                  </a:cubicBezTo>
                  <a:cubicBezTo>
                    <a:pt x="31993" y="4051"/>
                    <a:pt x="40096" y="2096"/>
                    <a:pt x="49595" y="2096"/>
                  </a:cubicBezTo>
                  <a:cubicBezTo>
                    <a:pt x="57419" y="2096"/>
                    <a:pt x="64404" y="3772"/>
                    <a:pt x="70831" y="6846"/>
                  </a:cubicBezTo>
                  <a:cubicBezTo>
                    <a:pt x="76978" y="10198"/>
                    <a:pt x="81728" y="14669"/>
                    <a:pt x="85081" y="20537"/>
                  </a:cubicBezTo>
                  <a:cubicBezTo>
                    <a:pt x="88434" y="26684"/>
                    <a:pt x="90110" y="33669"/>
                    <a:pt x="90110" y="41213"/>
                  </a:cubicBezTo>
                  <a:close/>
                  <a:moveTo>
                    <a:pt x="34787" y="48198"/>
                  </a:moveTo>
                  <a:cubicBezTo>
                    <a:pt x="34787" y="55742"/>
                    <a:pt x="37860" y="59654"/>
                    <a:pt x="44007" y="59654"/>
                  </a:cubicBezTo>
                  <a:cubicBezTo>
                    <a:pt x="47360" y="59654"/>
                    <a:pt x="49595" y="58537"/>
                    <a:pt x="51272" y="56301"/>
                  </a:cubicBezTo>
                  <a:cubicBezTo>
                    <a:pt x="52948" y="54066"/>
                    <a:pt x="54066" y="50434"/>
                    <a:pt x="54345" y="45125"/>
                  </a:cubicBezTo>
                  <a:lnTo>
                    <a:pt x="55184" y="33110"/>
                  </a:lnTo>
                  <a:cubicBezTo>
                    <a:pt x="53228" y="32831"/>
                    <a:pt x="51272" y="32551"/>
                    <a:pt x="49037" y="32551"/>
                  </a:cubicBezTo>
                  <a:cubicBezTo>
                    <a:pt x="44566" y="32551"/>
                    <a:pt x="40934" y="33948"/>
                    <a:pt x="38698" y="36743"/>
                  </a:cubicBezTo>
                  <a:cubicBezTo>
                    <a:pt x="36184" y="39537"/>
                    <a:pt x="34787" y="43169"/>
                    <a:pt x="34787" y="4819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48335E08-417B-4B86-DABC-AFBC966321DE}"/>
                </a:ext>
              </a:extLst>
            </p:cNvPr>
            <p:cNvSpPr/>
            <p:nvPr/>
          </p:nvSpPr>
          <p:spPr>
            <a:xfrm>
              <a:off x="1228738" y="1891933"/>
              <a:ext cx="461028" cy="131323"/>
            </a:xfrm>
            <a:custGeom>
              <a:avLst/>
              <a:gdLst>
                <a:gd name="connsiteX0" fmla="*/ 408080 w 461028"/>
                <a:gd name="connsiteY0" fmla="*/ 2096 h 131323"/>
                <a:gd name="connsiteX1" fmla="*/ 54066 w 461028"/>
                <a:gd name="connsiteY1" fmla="*/ 2096 h 131323"/>
                <a:gd name="connsiteX2" fmla="*/ 2096 w 461028"/>
                <a:gd name="connsiteY2" fmla="*/ 54066 h 131323"/>
                <a:gd name="connsiteX3" fmla="*/ 54066 w 461028"/>
                <a:gd name="connsiteY3" fmla="*/ 106037 h 131323"/>
                <a:gd name="connsiteX4" fmla="*/ 80051 w 461028"/>
                <a:gd name="connsiteY4" fmla="*/ 106037 h 131323"/>
                <a:gd name="connsiteX5" fmla="*/ 105198 w 461028"/>
                <a:gd name="connsiteY5" fmla="*/ 131184 h 131323"/>
                <a:gd name="connsiteX6" fmla="*/ 130345 w 461028"/>
                <a:gd name="connsiteY6" fmla="*/ 106037 h 131323"/>
                <a:gd name="connsiteX7" fmla="*/ 408080 w 461028"/>
                <a:gd name="connsiteY7" fmla="*/ 106037 h 131323"/>
                <a:gd name="connsiteX8" fmla="*/ 460050 w 461028"/>
                <a:gd name="connsiteY8" fmla="*/ 54066 h 131323"/>
                <a:gd name="connsiteX9" fmla="*/ 408080 w 461028"/>
                <a:gd name="connsiteY9" fmla="*/ 2096 h 13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028" h="131323">
                  <a:moveTo>
                    <a:pt x="408080" y="2096"/>
                  </a:moveTo>
                  <a:lnTo>
                    <a:pt x="54066" y="2096"/>
                  </a:lnTo>
                  <a:cubicBezTo>
                    <a:pt x="25287" y="2096"/>
                    <a:pt x="2096" y="25287"/>
                    <a:pt x="2096" y="54066"/>
                  </a:cubicBezTo>
                  <a:cubicBezTo>
                    <a:pt x="2096" y="82845"/>
                    <a:pt x="25287" y="106037"/>
                    <a:pt x="54066" y="106037"/>
                  </a:cubicBezTo>
                  <a:lnTo>
                    <a:pt x="80051" y="106037"/>
                  </a:lnTo>
                  <a:lnTo>
                    <a:pt x="105198" y="131184"/>
                  </a:lnTo>
                  <a:lnTo>
                    <a:pt x="130345" y="106037"/>
                  </a:lnTo>
                  <a:lnTo>
                    <a:pt x="408080" y="106037"/>
                  </a:lnTo>
                  <a:cubicBezTo>
                    <a:pt x="436859" y="106037"/>
                    <a:pt x="460050" y="82845"/>
                    <a:pt x="460050" y="54066"/>
                  </a:cubicBezTo>
                  <a:cubicBezTo>
                    <a:pt x="460330" y="25566"/>
                    <a:pt x="436859" y="2096"/>
                    <a:pt x="408080" y="20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A9DA7597-4588-ACE0-8249-39E969D086F1}"/>
                </a:ext>
              </a:extLst>
            </p:cNvPr>
            <p:cNvSpPr/>
            <p:nvPr/>
          </p:nvSpPr>
          <p:spPr>
            <a:xfrm>
              <a:off x="1294679" y="1948933"/>
              <a:ext cx="248676" cy="13971"/>
            </a:xfrm>
            <a:custGeom>
              <a:avLst/>
              <a:gdLst>
                <a:gd name="connsiteX0" fmla="*/ 240992 w 248675"/>
                <a:gd name="connsiteY0" fmla="*/ 13831 h 13970"/>
                <a:gd name="connsiteX1" fmla="*/ 7963 w 248675"/>
                <a:gd name="connsiteY1" fmla="*/ 13831 h 13970"/>
                <a:gd name="connsiteX2" fmla="*/ 2096 w 248675"/>
                <a:gd name="connsiteY2" fmla="*/ 7963 h 13970"/>
                <a:gd name="connsiteX3" fmla="*/ 2096 w 248675"/>
                <a:gd name="connsiteY3" fmla="*/ 7963 h 13970"/>
                <a:gd name="connsiteX4" fmla="*/ 7963 w 248675"/>
                <a:gd name="connsiteY4" fmla="*/ 2096 h 13970"/>
                <a:gd name="connsiteX5" fmla="*/ 240992 w 248675"/>
                <a:gd name="connsiteY5" fmla="*/ 2096 h 13970"/>
                <a:gd name="connsiteX6" fmla="*/ 246860 w 248675"/>
                <a:gd name="connsiteY6" fmla="*/ 7963 h 13970"/>
                <a:gd name="connsiteX7" fmla="*/ 246860 w 248675"/>
                <a:gd name="connsiteY7" fmla="*/ 7963 h 13970"/>
                <a:gd name="connsiteX8" fmla="*/ 240992 w 248675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675" h="13970">
                  <a:moveTo>
                    <a:pt x="240992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240992" y="2096"/>
                  </a:lnTo>
                  <a:cubicBezTo>
                    <a:pt x="244345" y="2096"/>
                    <a:pt x="246860" y="4610"/>
                    <a:pt x="246860" y="7963"/>
                  </a:cubicBezTo>
                  <a:lnTo>
                    <a:pt x="246860" y="7963"/>
                  </a:lnTo>
                  <a:cubicBezTo>
                    <a:pt x="246580" y="11316"/>
                    <a:pt x="244066" y="13831"/>
                    <a:pt x="240992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1" name="Forma libre 110">
              <a:extLst>
                <a:ext uri="{FF2B5EF4-FFF2-40B4-BE49-F238E27FC236}">
                  <a16:creationId xmlns:a16="http://schemas.microsoft.com/office/drawing/2014/main" id="{654493EB-0B25-3021-0665-39D09BCA154D}"/>
                </a:ext>
              </a:extLst>
            </p:cNvPr>
            <p:cNvSpPr/>
            <p:nvPr/>
          </p:nvSpPr>
          <p:spPr>
            <a:xfrm>
              <a:off x="1294400" y="1916800"/>
              <a:ext cx="176029" cy="13971"/>
            </a:xfrm>
            <a:custGeom>
              <a:avLst/>
              <a:gdLst>
                <a:gd name="connsiteX0" fmla="*/ 168345 w 176029"/>
                <a:gd name="connsiteY0" fmla="*/ 13831 h 13970"/>
                <a:gd name="connsiteX1" fmla="*/ 7963 w 176029"/>
                <a:gd name="connsiteY1" fmla="*/ 13831 h 13970"/>
                <a:gd name="connsiteX2" fmla="*/ 2096 w 176029"/>
                <a:gd name="connsiteY2" fmla="*/ 7963 h 13970"/>
                <a:gd name="connsiteX3" fmla="*/ 2096 w 176029"/>
                <a:gd name="connsiteY3" fmla="*/ 7963 h 13970"/>
                <a:gd name="connsiteX4" fmla="*/ 7963 w 176029"/>
                <a:gd name="connsiteY4" fmla="*/ 2096 h 13970"/>
                <a:gd name="connsiteX5" fmla="*/ 168345 w 176029"/>
                <a:gd name="connsiteY5" fmla="*/ 2096 h 13970"/>
                <a:gd name="connsiteX6" fmla="*/ 174213 w 176029"/>
                <a:gd name="connsiteY6" fmla="*/ 7963 h 13970"/>
                <a:gd name="connsiteX7" fmla="*/ 174213 w 176029"/>
                <a:gd name="connsiteY7" fmla="*/ 7963 h 13970"/>
                <a:gd name="connsiteX8" fmla="*/ 168345 w 176029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029" h="13970">
                  <a:moveTo>
                    <a:pt x="168345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168345" y="2096"/>
                  </a:lnTo>
                  <a:cubicBezTo>
                    <a:pt x="171698" y="2096"/>
                    <a:pt x="174213" y="4610"/>
                    <a:pt x="174213" y="7963"/>
                  </a:cubicBezTo>
                  <a:lnTo>
                    <a:pt x="174213" y="7963"/>
                  </a:lnTo>
                  <a:cubicBezTo>
                    <a:pt x="174213" y="11316"/>
                    <a:pt x="171419" y="13831"/>
                    <a:pt x="168345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88CF7F81-6CD1-3B1B-22F3-3FDD83236032}"/>
                </a:ext>
              </a:extLst>
            </p:cNvPr>
            <p:cNvSpPr/>
            <p:nvPr/>
          </p:nvSpPr>
          <p:spPr>
            <a:xfrm>
              <a:off x="2156942" y="2332005"/>
              <a:ext cx="117353" cy="117353"/>
            </a:xfrm>
            <a:custGeom>
              <a:avLst/>
              <a:gdLst>
                <a:gd name="connsiteX0" fmla="*/ 58816 w 117352"/>
                <a:gd name="connsiteY0" fmla="*/ 2096 h 117352"/>
                <a:gd name="connsiteX1" fmla="*/ 2096 w 117352"/>
                <a:gd name="connsiteY1" fmla="*/ 58816 h 117352"/>
                <a:gd name="connsiteX2" fmla="*/ 58816 w 117352"/>
                <a:gd name="connsiteY2" fmla="*/ 115537 h 117352"/>
                <a:gd name="connsiteX3" fmla="*/ 115537 w 117352"/>
                <a:gd name="connsiteY3" fmla="*/ 58816 h 117352"/>
                <a:gd name="connsiteX4" fmla="*/ 58816 w 117352"/>
                <a:gd name="connsiteY4" fmla="*/ 2096 h 117352"/>
                <a:gd name="connsiteX5" fmla="*/ 30037 w 117352"/>
                <a:gd name="connsiteY5" fmla="*/ 54345 h 117352"/>
                <a:gd name="connsiteX6" fmla="*/ 37022 w 117352"/>
                <a:gd name="connsiteY6" fmla="*/ 47360 h 117352"/>
                <a:gd name="connsiteX7" fmla="*/ 44007 w 117352"/>
                <a:gd name="connsiteY7" fmla="*/ 54345 h 117352"/>
                <a:gd name="connsiteX8" fmla="*/ 37022 w 117352"/>
                <a:gd name="connsiteY8" fmla="*/ 61331 h 117352"/>
                <a:gd name="connsiteX9" fmla="*/ 30037 w 117352"/>
                <a:gd name="connsiteY9" fmla="*/ 54345 h 117352"/>
                <a:gd name="connsiteX10" fmla="*/ 58816 w 117352"/>
                <a:gd name="connsiteY10" fmla="*/ 89831 h 117352"/>
                <a:gd name="connsiteX11" fmla="*/ 40934 w 117352"/>
                <a:gd name="connsiteY11" fmla="*/ 74184 h 117352"/>
                <a:gd name="connsiteX12" fmla="*/ 76698 w 117352"/>
                <a:gd name="connsiteY12" fmla="*/ 74184 h 117352"/>
                <a:gd name="connsiteX13" fmla="*/ 58816 w 117352"/>
                <a:gd name="connsiteY13" fmla="*/ 89831 h 117352"/>
                <a:gd name="connsiteX14" fmla="*/ 80610 w 117352"/>
                <a:gd name="connsiteY14" fmla="*/ 61331 h 117352"/>
                <a:gd name="connsiteX15" fmla="*/ 73625 w 117352"/>
                <a:gd name="connsiteY15" fmla="*/ 54345 h 117352"/>
                <a:gd name="connsiteX16" fmla="*/ 80610 w 117352"/>
                <a:gd name="connsiteY16" fmla="*/ 47360 h 117352"/>
                <a:gd name="connsiteX17" fmla="*/ 87595 w 117352"/>
                <a:gd name="connsiteY17" fmla="*/ 54345 h 117352"/>
                <a:gd name="connsiteX18" fmla="*/ 80610 w 117352"/>
                <a:gd name="connsiteY18" fmla="*/ 61331 h 11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2" h="117352">
                  <a:moveTo>
                    <a:pt x="58816" y="2096"/>
                  </a:moveTo>
                  <a:cubicBezTo>
                    <a:pt x="27522" y="2096"/>
                    <a:pt x="2096" y="27522"/>
                    <a:pt x="2096" y="58816"/>
                  </a:cubicBezTo>
                  <a:cubicBezTo>
                    <a:pt x="2096" y="90110"/>
                    <a:pt x="27522" y="115537"/>
                    <a:pt x="58816" y="115537"/>
                  </a:cubicBezTo>
                  <a:cubicBezTo>
                    <a:pt x="90110" y="115537"/>
                    <a:pt x="115537" y="90110"/>
                    <a:pt x="115537" y="58816"/>
                  </a:cubicBezTo>
                  <a:cubicBezTo>
                    <a:pt x="115537" y="27522"/>
                    <a:pt x="90110" y="2096"/>
                    <a:pt x="58816" y="2096"/>
                  </a:cubicBezTo>
                  <a:close/>
                  <a:moveTo>
                    <a:pt x="30037" y="54345"/>
                  </a:moveTo>
                  <a:cubicBezTo>
                    <a:pt x="30037" y="50434"/>
                    <a:pt x="33110" y="47360"/>
                    <a:pt x="37022" y="47360"/>
                  </a:cubicBezTo>
                  <a:cubicBezTo>
                    <a:pt x="40934" y="47360"/>
                    <a:pt x="44007" y="50434"/>
                    <a:pt x="44007" y="54345"/>
                  </a:cubicBezTo>
                  <a:cubicBezTo>
                    <a:pt x="44007" y="58257"/>
                    <a:pt x="40934" y="61331"/>
                    <a:pt x="37022" y="61331"/>
                  </a:cubicBezTo>
                  <a:cubicBezTo>
                    <a:pt x="33110" y="61331"/>
                    <a:pt x="30037" y="58257"/>
                    <a:pt x="30037" y="54345"/>
                  </a:cubicBezTo>
                  <a:close/>
                  <a:moveTo>
                    <a:pt x="58816" y="89831"/>
                  </a:moveTo>
                  <a:cubicBezTo>
                    <a:pt x="49595" y="89831"/>
                    <a:pt x="42051" y="83125"/>
                    <a:pt x="40934" y="74184"/>
                  </a:cubicBezTo>
                  <a:lnTo>
                    <a:pt x="76698" y="74184"/>
                  </a:lnTo>
                  <a:cubicBezTo>
                    <a:pt x="75581" y="83125"/>
                    <a:pt x="68037" y="89831"/>
                    <a:pt x="58816" y="89831"/>
                  </a:cubicBezTo>
                  <a:close/>
                  <a:moveTo>
                    <a:pt x="80610" y="61331"/>
                  </a:moveTo>
                  <a:cubicBezTo>
                    <a:pt x="76698" y="61331"/>
                    <a:pt x="73625" y="58257"/>
                    <a:pt x="73625" y="54345"/>
                  </a:cubicBezTo>
                  <a:cubicBezTo>
                    <a:pt x="73625" y="50434"/>
                    <a:pt x="76698" y="47360"/>
                    <a:pt x="80610" y="47360"/>
                  </a:cubicBezTo>
                  <a:cubicBezTo>
                    <a:pt x="84522" y="47360"/>
                    <a:pt x="87595" y="50434"/>
                    <a:pt x="87595" y="54345"/>
                  </a:cubicBezTo>
                  <a:cubicBezTo>
                    <a:pt x="87595" y="58257"/>
                    <a:pt x="84522" y="61331"/>
                    <a:pt x="80610" y="61331"/>
                  </a:cubicBezTo>
                  <a:close/>
                </a:path>
              </a:pathLst>
            </a:custGeom>
            <a:solidFill>
              <a:srgbClr val="FEC7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FDC45BE1-F239-CB2B-7423-A8713309F122}"/>
                </a:ext>
              </a:extLst>
            </p:cNvPr>
            <p:cNvSpPr/>
            <p:nvPr/>
          </p:nvSpPr>
          <p:spPr>
            <a:xfrm>
              <a:off x="1366488" y="2648578"/>
              <a:ext cx="653822" cy="148088"/>
            </a:xfrm>
            <a:custGeom>
              <a:avLst/>
              <a:gdLst>
                <a:gd name="connsiteX0" fmla="*/ 5449 w 653822"/>
                <a:gd name="connsiteY0" fmla="*/ 146272 h 148087"/>
                <a:gd name="connsiteX1" fmla="*/ 2096 w 653822"/>
                <a:gd name="connsiteY1" fmla="*/ 139566 h 148087"/>
                <a:gd name="connsiteX2" fmla="*/ 92066 w 653822"/>
                <a:gd name="connsiteY2" fmla="*/ 94581 h 148087"/>
                <a:gd name="connsiteX3" fmla="*/ 205786 w 653822"/>
                <a:gd name="connsiteY3" fmla="*/ 96537 h 148087"/>
                <a:gd name="connsiteX4" fmla="*/ 329007 w 653822"/>
                <a:gd name="connsiteY4" fmla="*/ 50154 h 148087"/>
                <a:gd name="connsiteX5" fmla="*/ 423448 w 653822"/>
                <a:gd name="connsiteY5" fmla="*/ 50154 h 148087"/>
                <a:gd name="connsiteX6" fmla="*/ 524036 w 653822"/>
                <a:gd name="connsiteY6" fmla="*/ 16625 h 148087"/>
                <a:gd name="connsiteX7" fmla="*/ 524874 w 653822"/>
                <a:gd name="connsiteY7" fmla="*/ 16625 h 148087"/>
                <a:gd name="connsiteX8" fmla="*/ 605344 w 653822"/>
                <a:gd name="connsiteY8" fmla="*/ 25846 h 148087"/>
                <a:gd name="connsiteX9" fmla="*/ 650888 w 653822"/>
                <a:gd name="connsiteY9" fmla="*/ 2096 h 148087"/>
                <a:gd name="connsiteX10" fmla="*/ 654241 w 653822"/>
                <a:gd name="connsiteY10" fmla="*/ 8802 h 148087"/>
                <a:gd name="connsiteX11" fmla="*/ 606741 w 653822"/>
                <a:gd name="connsiteY11" fmla="*/ 33390 h 148087"/>
                <a:gd name="connsiteX12" fmla="*/ 605624 w 653822"/>
                <a:gd name="connsiteY12" fmla="*/ 33390 h 148087"/>
                <a:gd name="connsiteX13" fmla="*/ 524594 w 653822"/>
                <a:gd name="connsiteY13" fmla="*/ 24169 h 148087"/>
                <a:gd name="connsiteX14" fmla="*/ 424006 w 653822"/>
                <a:gd name="connsiteY14" fmla="*/ 57419 h 148087"/>
                <a:gd name="connsiteX15" fmla="*/ 329845 w 653822"/>
                <a:gd name="connsiteY15" fmla="*/ 57419 h 148087"/>
                <a:gd name="connsiteX16" fmla="*/ 207183 w 653822"/>
                <a:gd name="connsiteY16" fmla="*/ 104081 h 148087"/>
                <a:gd name="connsiteX17" fmla="*/ 206345 w 653822"/>
                <a:gd name="connsiteY17" fmla="*/ 104081 h 148087"/>
                <a:gd name="connsiteX18" fmla="*/ 93742 w 653822"/>
                <a:gd name="connsiteY18" fmla="*/ 102125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3822" h="148087">
                  <a:moveTo>
                    <a:pt x="5449" y="146272"/>
                  </a:moveTo>
                  <a:lnTo>
                    <a:pt x="2096" y="139566"/>
                  </a:lnTo>
                  <a:lnTo>
                    <a:pt x="92066" y="94581"/>
                  </a:lnTo>
                  <a:lnTo>
                    <a:pt x="205786" y="96537"/>
                  </a:lnTo>
                  <a:lnTo>
                    <a:pt x="329007" y="50154"/>
                  </a:lnTo>
                  <a:lnTo>
                    <a:pt x="423448" y="50154"/>
                  </a:lnTo>
                  <a:lnTo>
                    <a:pt x="524036" y="16625"/>
                  </a:lnTo>
                  <a:lnTo>
                    <a:pt x="524874" y="16625"/>
                  </a:lnTo>
                  <a:lnTo>
                    <a:pt x="605344" y="25846"/>
                  </a:lnTo>
                  <a:lnTo>
                    <a:pt x="650888" y="2096"/>
                  </a:lnTo>
                  <a:lnTo>
                    <a:pt x="654241" y="8802"/>
                  </a:lnTo>
                  <a:lnTo>
                    <a:pt x="606741" y="33390"/>
                  </a:lnTo>
                  <a:lnTo>
                    <a:pt x="605624" y="33390"/>
                  </a:lnTo>
                  <a:lnTo>
                    <a:pt x="524594" y="24169"/>
                  </a:lnTo>
                  <a:lnTo>
                    <a:pt x="424006" y="57419"/>
                  </a:lnTo>
                  <a:lnTo>
                    <a:pt x="329845" y="57419"/>
                  </a:lnTo>
                  <a:lnTo>
                    <a:pt x="207183" y="104081"/>
                  </a:lnTo>
                  <a:lnTo>
                    <a:pt x="206345" y="104081"/>
                  </a:lnTo>
                  <a:lnTo>
                    <a:pt x="93742" y="102125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FA6DF2FC-6ACF-4A6A-9A4C-F0E177A89FD0}"/>
                </a:ext>
              </a:extLst>
            </p:cNvPr>
            <p:cNvSpPr/>
            <p:nvPr/>
          </p:nvSpPr>
          <p:spPr>
            <a:xfrm>
              <a:off x="1201879" y="2731806"/>
              <a:ext cx="145294" cy="142500"/>
            </a:xfrm>
            <a:custGeom>
              <a:avLst/>
              <a:gdLst>
                <a:gd name="connsiteX0" fmla="*/ 90147 w 145293"/>
                <a:gd name="connsiteY0" fmla="*/ 3250 h 142499"/>
                <a:gd name="connsiteX1" fmla="*/ 26441 w 145293"/>
                <a:gd name="connsiteY1" fmla="*/ 20853 h 142499"/>
                <a:gd name="connsiteX2" fmla="*/ 3250 w 145293"/>
                <a:gd name="connsiteY2" fmla="*/ 61367 h 142499"/>
                <a:gd name="connsiteX3" fmla="*/ 15264 w 145293"/>
                <a:gd name="connsiteY3" fmla="*/ 105235 h 142499"/>
                <a:gd name="connsiteX4" fmla="*/ 55779 w 145293"/>
                <a:gd name="connsiteY4" fmla="*/ 128426 h 142499"/>
                <a:gd name="connsiteX5" fmla="*/ 74779 w 145293"/>
                <a:gd name="connsiteY5" fmla="*/ 123117 h 142499"/>
                <a:gd name="connsiteX6" fmla="*/ 93499 w 145293"/>
                <a:gd name="connsiteY6" fmla="*/ 141838 h 142499"/>
                <a:gd name="connsiteX7" fmla="*/ 100205 w 145293"/>
                <a:gd name="connsiteY7" fmla="*/ 116132 h 142499"/>
                <a:gd name="connsiteX8" fmla="*/ 119205 w 145293"/>
                <a:gd name="connsiteY8" fmla="*/ 110823 h 142499"/>
                <a:gd name="connsiteX9" fmla="*/ 142396 w 145293"/>
                <a:gd name="connsiteY9" fmla="*/ 70308 h 142499"/>
                <a:gd name="connsiteX10" fmla="*/ 130382 w 145293"/>
                <a:gd name="connsiteY10" fmla="*/ 26441 h 142499"/>
                <a:gd name="connsiteX11" fmla="*/ 90147 w 145293"/>
                <a:gd name="connsiteY11" fmla="*/ 3250 h 14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293" h="142499">
                  <a:moveTo>
                    <a:pt x="90147" y="3250"/>
                  </a:moveTo>
                  <a:lnTo>
                    <a:pt x="26441" y="20853"/>
                  </a:lnTo>
                  <a:cubicBezTo>
                    <a:pt x="8838" y="25603"/>
                    <a:pt x="-1500" y="44044"/>
                    <a:pt x="3250" y="61367"/>
                  </a:cubicBezTo>
                  <a:lnTo>
                    <a:pt x="15264" y="105235"/>
                  </a:lnTo>
                  <a:cubicBezTo>
                    <a:pt x="20014" y="122838"/>
                    <a:pt x="38455" y="133176"/>
                    <a:pt x="55779" y="128426"/>
                  </a:cubicBezTo>
                  <a:lnTo>
                    <a:pt x="74779" y="123117"/>
                  </a:lnTo>
                  <a:lnTo>
                    <a:pt x="93499" y="141838"/>
                  </a:lnTo>
                  <a:lnTo>
                    <a:pt x="100205" y="116132"/>
                  </a:lnTo>
                  <a:lnTo>
                    <a:pt x="119205" y="110823"/>
                  </a:lnTo>
                  <a:cubicBezTo>
                    <a:pt x="136808" y="106073"/>
                    <a:pt x="147146" y="87632"/>
                    <a:pt x="142396" y="70308"/>
                  </a:cubicBezTo>
                  <a:lnTo>
                    <a:pt x="130382" y="26441"/>
                  </a:lnTo>
                  <a:cubicBezTo>
                    <a:pt x="125911" y="8838"/>
                    <a:pt x="107470" y="-1500"/>
                    <a:pt x="90147" y="3250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5" name="Forma libre 114">
              <a:extLst>
                <a:ext uri="{FF2B5EF4-FFF2-40B4-BE49-F238E27FC236}">
                  <a16:creationId xmlns:a16="http://schemas.microsoft.com/office/drawing/2014/main" id="{84E6385A-8585-8841-91D6-760837D8FF2E}"/>
                </a:ext>
              </a:extLst>
            </p:cNvPr>
            <p:cNvSpPr/>
            <p:nvPr/>
          </p:nvSpPr>
          <p:spPr>
            <a:xfrm>
              <a:off x="1233480" y="2799731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6308B0BA-9E7F-BE1A-8333-FF9F5791D260}"/>
                </a:ext>
              </a:extLst>
            </p:cNvPr>
            <p:cNvSpPr/>
            <p:nvPr/>
          </p:nvSpPr>
          <p:spPr>
            <a:xfrm>
              <a:off x="1265612" y="2790790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2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324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A7F21748-FFA6-1B7F-10D7-6CA92EE7268D}"/>
                </a:ext>
              </a:extLst>
            </p:cNvPr>
            <p:cNvSpPr/>
            <p:nvPr/>
          </p:nvSpPr>
          <p:spPr>
            <a:xfrm>
              <a:off x="1297745" y="2782128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8" name="Forma libre 117">
              <a:extLst>
                <a:ext uri="{FF2B5EF4-FFF2-40B4-BE49-F238E27FC236}">
                  <a16:creationId xmlns:a16="http://schemas.microsoft.com/office/drawing/2014/main" id="{B29907ED-ABC3-894F-233E-D1D446048A17}"/>
                </a:ext>
              </a:extLst>
            </p:cNvPr>
            <p:cNvSpPr/>
            <p:nvPr/>
          </p:nvSpPr>
          <p:spPr>
            <a:xfrm>
              <a:off x="1445003" y="2731284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6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6" y="20312"/>
                    <a:pt x="2096" y="13831"/>
                  </a:cubicBezTo>
                  <a:cubicBezTo>
                    <a:pt x="2096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D6019166-3AF9-2217-A391-E902FDC3766A}"/>
                </a:ext>
              </a:extLst>
            </p:cNvPr>
            <p:cNvSpPr/>
            <p:nvPr/>
          </p:nvSpPr>
          <p:spPr>
            <a:xfrm>
              <a:off x="1877531" y="2655563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5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5" y="20312"/>
                    <a:pt x="2095" y="13831"/>
                  </a:cubicBezTo>
                  <a:cubicBezTo>
                    <a:pt x="2095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EA50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0" name="Forma libre 119">
              <a:extLst>
                <a:ext uri="{FF2B5EF4-FFF2-40B4-BE49-F238E27FC236}">
                  <a16:creationId xmlns:a16="http://schemas.microsoft.com/office/drawing/2014/main" id="{7A2EB840-A64D-7821-3666-60F7A283E3BF}"/>
                </a:ext>
              </a:extLst>
            </p:cNvPr>
            <p:cNvSpPr/>
            <p:nvPr/>
          </p:nvSpPr>
          <p:spPr>
            <a:xfrm>
              <a:off x="1785605" y="3077195"/>
              <a:ext cx="284999" cy="25147"/>
            </a:xfrm>
            <a:custGeom>
              <a:avLst/>
              <a:gdLst>
                <a:gd name="connsiteX0" fmla="*/ 2096 w 284999"/>
                <a:gd name="connsiteY0" fmla="*/ 12993 h 25147"/>
                <a:gd name="connsiteX1" fmla="*/ 143757 w 284999"/>
                <a:gd name="connsiteY1" fmla="*/ 23890 h 25147"/>
                <a:gd name="connsiteX2" fmla="*/ 285418 w 284999"/>
                <a:gd name="connsiteY2" fmla="*/ 12993 h 25147"/>
                <a:gd name="connsiteX3" fmla="*/ 143757 w 284999"/>
                <a:gd name="connsiteY3" fmla="*/ 2096 h 25147"/>
                <a:gd name="connsiteX4" fmla="*/ 2096 w 284999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999" h="25147">
                  <a:moveTo>
                    <a:pt x="2096" y="12993"/>
                  </a:moveTo>
                  <a:cubicBezTo>
                    <a:pt x="2096" y="18860"/>
                    <a:pt x="65522" y="23890"/>
                    <a:pt x="143757" y="23890"/>
                  </a:cubicBezTo>
                  <a:cubicBezTo>
                    <a:pt x="221992" y="23890"/>
                    <a:pt x="285418" y="19140"/>
                    <a:pt x="285418" y="12993"/>
                  </a:cubicBezTo>
                  <a:cubicBezTo>
                    <a:pt x="285418" y="7125"/>
                    <a:pt x="221992" y="2096"/>
                    <a:pt x="143757" y="2096"/>
                  </a:cubicBezTo>
                  <a:cubicBezTo>
                    <a:pt x="65522" y="2375"/>
                    <a:pt x="2096" y="7125"/>
                    <a:pt x="2096" y="12993"/>
                  </a:cubicBezTo>
                  <a:close/>
                </a:path>
              </a:pathLst>
            </a:custGeom>
            <a:solidFill>
              <a:srgbClr val="D8D8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1" name="Forma libre 120">
              <a:extLst>
                <a:ext uri="{FF2B5EF4-FFF2-40B4-BE49-F238E27FC236}">
                  <a16:creationId xmlns:a16="http://schemas.microsoft.com/office/drawing/2014/main" id="{B3417A6E-E609-8820-225C-81AECCD46E48}"/>
                </a:ext>
              </a:extLst>
            </p:cNvPr>
            <p:cNvSpPr/>
            <p:nvPr/>
          </p:nvSpPr>
          <p:spPr>
            <a:xfrm>
              <a:off x="1887081" y="2395694"/>
              <a:ext cx="53088" cy="145294"/>
            </a:xfrm>
            <a:custGeom>
              <a:avLst/>
              <a:gdLst>
                <a:gd name="connsiteX0" fmla="*/ 26355 w 53088"/>
                <a:gd name="connsiteY0" fmla="*/ 140422 h 145293"/>
                <a:gd name="connsiteX1" fmla="*/ 45913 w 53088"/>
                <a:gd name="connsiteY1" fmla="*/ 67216 h 145293"/>
                <a:gd name="connsiteX2" fmla="*/ 51502 w 53088"/>
                <a:gd name="connsiteY2" fmla="*/ 18598 h 145293"/>
                <a:gd name="connsiteX3" fmla="*/ 33061 w 53088"/>
                <a:gd name="connsiteY3" fmla="*/ 3789 h 145293"/>
                <a:gd name="connsiteX4" fmla="*/ 12664 w 53088"/>
                <a:gd name="connsiteY4" fmla="*/ 35084 h 145293"/>
                <a:gd name="connsiteX5" fmla="*/ 2605 w 53088"/>
                <a:gd name="connsiteY5" fmla="*/ 126451 h 145293"/>
                <a:gd name="connsiteX6" fmla="*/ 26355 w 53088"/>
                <a:gd name="connsiteY6" fmla="*/ 140422 h 14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088" h="145293">
                  <a:moveTo>
                    <a:pt x="26355" y="140422"/>
                  </a:moveTo>
                  <a:cubicBezTo>
                    <a:pt x="30546" y="132319"/>
                    <a:pt x="38090" y="113598"/>
                    <a:pt x="45913" y="67216"/>
                  </a:cubicBezTo>
                  <a:cubicBezTo>
                    <a:pt x="50664" y="38995"/>
                    <a:pt x="50943" y="27260"/>
                    <a:pt x="51502" y="18598"/>
                  </a:cubicBezTo>
                  <a:cubicBezTo>
                    <a:pt x="52340" y="3510"/>
                    <a:pt x="40046" y="-681"/>
                    <a:pt x="33061" y="3789"/>
                  </a:cubicBezTo>
                  <a:cubicBezTo>
                    <a:pt x="21884" y="11334"/>
                    <a:pt x="13502" y="26981"/>
                    <a:pt x="12664" y="35084"/>
                  </a:cubicBezTo>
                  <a:cubicBezTo>
                    <a:pt x="7914" y="80628"/>
                    <a:pt x="5678" y="114995"/>
                    <a:pt x="2605" y="126451"/>
                  </a:cubicBezTo>
                  <a:cubicBezTo>
                    <a:pt x="-1586" y="142936"/>
                    <a:pt x="21325" y="149922"/>
                    <a:pt x="26355" y="140422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2" name="Forma libre 121">
              <a:extLst>
                <a:ext uri="{FF2B5EF4-FFF2-40B4-BE49-F238E27FC236}">
                  <a16:creationId xmlns:a16="http://schemas.microsoft.com/office/drawing/2014/main" id="{3363EC1C-4FE2-036C-C47A-9F67889F6968}"/>
                </a:ext>
              </a:extLst>
            </p:cNvPr>
            <p:cNvSpPr/>
            <p:nvPr/>
          </p:nvSpPr>
          <p:spPr>
            <a:xfrm>
              <a:off x="1803271" y="2490230"/>
              <a:ext cx="111764" cy="53088"/>
            </a:xfrm>
            <a:custGeom>
              <a:avLst/>
              <a:gdLst>
                <a:gd name="connsiteX0" fmla="*/ 2871 w 111764"/>
                <a:gd name="connsiteY0" fmla="*/ 15150 h 53088"/>
                <a:gd name="connsiteX1" fmla="*/ 33606 w 111764"/>
                <a:gd name="connsiteY1" fmla="*/ 28562 h 53088"/>
                <a:gd name="connsiteX2" fmla="*/ 94238 w 111764"/>
                <a:gd name="connsiteY2" fmla="*/ 51474 h 53088"/>
                <a:gd name="connsiteX3" fmla="*/ 103459 w 111764"/>
                <a:gd name="connsiteY3" fmla="*/ 26885 h 53088"/>
                <a:gd name="connsiteX4" fmla="*/ 10136 w 111764"/>
                <a:gd name="connsiteY4" fmla="*/ 2577 h 53088"/>
                <a:gd name="connsiteX5" fmla="*/ 2871 w 111764"/>
                <a:gd name="connsiteY5" fmla="*/ 15150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764" h="53088">
                  <a:moveTo>
                    <a:pt x="2871" y="15150"/>
                  </a:moveTo>
                  <a:cubicBezTo>
                    <a:pt x="5945" y="21297"/>
                    <a:pt x="13768" y="18224"/>
                    <a:pt x="33606" y="28562"/>
                  </a:cubicBezTo>
                  <a:cubicBezTo>
                    <a:pt x="62106" y="43650"/>
                    <a:pt x="70768" y="45885"/>
                    <a:pt x="94238" y="51474"/>
                  </a:cubicBezTo>
                  <a:cubicBezTo>
                    <a:pt x="109606" y="55106"/>
                    <a:pt x="120782" y="34709"/>
                    <a:pt x="103459" y="26885"/>
                  </a:cubicBezTo>
                  <a:cubicBezTo>
                    <a:pt x="88650" y="20180"/>
                    <a:pt x="19077" y="6488"/>
                    <a:pt x="10136" y="2577"/>
                  </a:cubicBezTo>
                  <a:cubicBezTo>
                    <a:pt x="4268" y="-217"/>
                    <a:pt x="356" y="9841"/>
                    <a:pt x="2871" y="15150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3" name="Forma libre 122">
              <a:extLst>
                <a:ext uri="{FF2B5EF4-FFF2-40B4-BE49-F238E27FC236}">
                  <a16:creationId xmlns:a16="http://schemas.microsoft.com/office/drawing/2014/main" id="{D8C80B4B-BB7D-A861-FD0F-53112E880C5B}"/>
                </a:ext>
              </a:extLst>
            </p:cNvPr>
            <p:cNvSpPr/>
            <p:nvPr/>
          </p:nvSpPr>
          <p:spPr>
            <a:xfrm>
              <a:off x="1993376" y="3048713"/>
              <a:ext cx="39118" cy="41912"/>
            </a:xfrm>
            <a:custGeom>
              <a:avLst/>
              <a:gdLst>
                <a:gd name="connsiteX0" fmla="*/ 13382 w 39117"/>
                <a:gd name="connsiteY0" fmla="*/ 8783 h 41911"/>
                <a:gd name="connsiteX1" fmla="*/ 11985 w 39117"/>
                <a:gd name="connsiteY1" fmla="*/ 19959 h 41911"/>
                <a:gd name="connsiteX2" fmla="*/ 4721 w 39117"/>
                <a:gd name="connsiteY2" fmla="*/ 30018 h 41911"/>
                <a:gd name="connsiteX3" fmla="*/ 14221 w 39117"/>
                <a:gd name="connsiteY3" fmla="*/ 41195 h 41911"/>
                <a:gd name="connsiteX4" fmla="*/ 39088 w 39117"/>
                <a:gd name="connsiteY4" fmla="*/ 30298 h 41911"/>
                <a:gd name="connsiteX5" fmla="*/ 35735 w 39117"/>
                <a:gd name="connsiteY5" fmla="*/ 12695 h 41911"/>
                <a:gd name="connsiteX6" fmla="*/ 33779 w 39117"/>
                <a:gd name="connsiteY6" fmla="*/ 4033 h 41911"/>
                <a:gd name="connsiteX7" fmla="*/ 13382 w 39117"/>
                <a:gd name="connsiteY7" fmla="*/ 8783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17" h="41911">
                  <a:moveTo>
                    <a:pt x="13382" y="8783"/>
                  </a:moveTo>
                  <a:cubicBezTo>
                    <a:pt x="11985" y="14371"/>
                    <a:pt x="12544" y="16327"/>
                    <a:pt x="11985" y="19959"/>
                  </a:cubicBezTo>
                  <a:cubicBezTo>
                    <a:pt x="11147" y="24430"/>
                    <a:pt x="6956" y="26106"/>
                    <a:pt x="4721" y="30018"/>
                  </a:cubicBezTo>
                  <a:cubicBezTo>
                    <a:pt x="1927" y="34209"/>
                    <a:pt x="-2265" y="40636"/>
                    <a:pt x="14221" y="41195"/>
                  </a:cubicBezTo>
                  <a:cubicBezTo>
                    <a:pt x="31824" y="41474"/>
                    <a:pt x="42162" y="40356"/>
                    <a:pt x="39088" y="30298"/>
                  </a:cubicBezTo>
                  <a:cubicBezTo>
                    <a:pt x="36015" y="20518"/>
                    <a:pt x="35456" y="16048"/>
                    <a:pt x="35735" y="12695"/>
                  </a:cubicBezTo>
                  <a:cubicBezTo>
                    <a:pt x="36015" y="9342"/>
                    <a:pt x="35735" y="5989"/>
                    <a:pt x="33779" y="4033"/>
                  </a:cubicBezTo>
                  <a:cubicBezTo>
                    <a:pt x="31544" y="2357"/>
                    <a:pt x="15897" y="-996"/>
                    <a:pt x="13382" y="8783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4" name="Forma libre 123">
              <a:extLst>
                <a:ext uri="{FF2B5EF4-FFF2-40B4-BE49-F238E27FC236}">
                  <a16:creationId xmlns:a16="http://schemas.microsoft.com/office/drawing/2014/main" id="{1536DAF6-28A5-47BF-1A95-1FF2F3BECBC4}"/>
                </a:ext>
              </a:extLst>
            </p:cNvPr>
            <p:cNvSpPr/>
            <p:nvPr/>
          </p:nvSpPr>
          <p:spPr>
            <a:xfrm>
              <a:off x="1944564" y="2349608"/>
              <a:ext cx="33529" cy="72647"/>
            </a:xfrm>
            <a:custGeom>
              <a:avLst/>
              <a:gdLst>
                <a:gd name="connsiteX0" fmla="*/ 30062 w 33529"/>
                <a:gd name="connsiteY0" fmla="*/ 2096 h 72646"/>
                <a:gd name="connsiteX1" fmla="*/ 32577 w 33529"/>
                <a:gd name="connsiteY1" fmla="*/ 52390 h 72646"/>
                <a:gd name="connsiteX2" fmla="*/ 17768 w 33529"/>
                <a:gd name="connsiteY2" fmla="*/ 73066 h 72646"/>
                <a:gd name="connsiteX3" fmla="*/ 17489 w 33529"/>
                <a:gd name="connsiteY3" fmla="*/ 73066 h 72646"/>
                <a:gd name="connsiteX4" fmla="*/ 2121 w 33529"/>
                <a:gd name="connsiteY4" fmla="*/ 53507 h 72646"/>
                <a:gd name="connsiteX5" fmla="*/ 2401 w 33529"/>
                <a:gd name="connsiteY5" fmla="*/ 15787 h 72646"/>
                <a:gd name="connsiteX6" fmla="*/ 30062 w 33529"/>
                <a:gd name="connsiteY6" fmla="*/ 2096 h 7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29" h="72646">
                  <a:moveTo>
                    <a:pt x="30062" y="2096"/>
                  </a:moveTo>
                  <a:cubicBezTo>
                    <a:pt x="30342" y="3493"/>
                    <a:pt x="32298" y="31154"/>
                    <a:pt x="32577" y="52390"/>
                  </a:cubicBezTo>
                  <a:cubicBezTo>
                    <a:pt x="32857" y="62728"/>
                    <a:pt x="25312" y="72787"/>
                    <a:pt x="17768" y="73066"/>
                  </a:cubicBezTo>
                  <a:cubicBezTo>
                    <a:pt x="17768" y="73066"/>
                    <a:pt x="17489" y="73066"/>
                    <a:pt x="17489" y="73066"/>
                  </a:cubicBezTo>
                  <a:cubicBezTo>
                    <a:pt x="10224" y="73066"/>
                    <a:pt x="1563" y="63845"/>
                    <a:pt x="2121" y="53507"/>
                  </a:cubicBezTo>
                  <a:cubicBezTo>
                    <a:pt x="3239" y="35066"/>
                    <a:pt x="2401" y="16066"/>
                    <a:pt x="2401" y="15787"/>
                  </a:cubicBezTo>
                  <a:lnTo>
                    <a:pt x="30062" y="2096"/>
                  </a:ln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5" name="Forma libre 124">
              <a:extLst>
                <a:ext uri="{FF2B5EF4-FFF2-40B4-BE49-F238E27FC236}">
                  <a16:creationId xmlns:a16="http://schemas.microsoft.com/office/drawing/2014/main" id="{65D8F4C0-FD7B-AF5E-1FC9-38E3C25C2350}"/>
                </a:ext>
              </a:extLst>
            </p:cNvPr>
            <p:cNvSpPr/>
            <p:nvPr/>
          </p:nvSpPr>
          <p:spPr>
            <a:xfrm>
              <a:off x="1873340" y="2388497"/>
              <a:ext cx="139706" cy="243088"/>
            </a:xfrm>
            <a:custGeom>
              <a:avLst/>
              <a:gdLst>
                <a:gd name="connsiteX0" fmla="*/ 122801 w 139705"/>
                <a:gd name="connsiteY0" fmla="*/ 83074 h 243087"/>
                <a:gd name="connsiteX1" fmla="*/ 109389 w 139705"/>
                <a:gd name="connsiteY1" fmla="*/ 141471 h 243087"/>
                <a:gd name="connsiteX2" fmla="*/ 109669 w 139705"/>
                <a:gd name="connsiteY2" fmla="*/ 185339 h 243087"/>
                <a:gd name="connsiteX3" fmla="*/ 114698 w 139705"/>
                <a:gd name="connsiteY3" fmla="*/ 211324 h 243087"/>
                <a:gd name="connsiteX4" fmla="*/ 122242 w 139705"/>
                <a:gd name="connsiteY4" fmla="*/ 243736 h 243087"/>
                <a:gd name="connsiteX5" fmla="*/ 2096 w 139705"/>
                <a:gd name="connsiteY5" fmla="*/ 243736 h 243087"/>
                <a:gd name="connsiteX6" fmla="*/ 11875 w 139705"/>
                <a:gd name="connsiteY6" fmla="*/ 98442 h 243087"/>
                <a:gd name="connsiteX7" fmla="*/ 27243 w 139705"/>
                <a:gd name="connsiteY7" fmla="*/ 36692 h 243087"/>
                <a:gd name="connsiteX8" fmla="*/ 36743 w 139705"/>
                <a:gd name="connsiteY8" fmla="*/ 16574 h 243087"/>
                <a:gd name="connsiteX9" fmla="*/ 55184 w 139705"/>
                <a:gd name="connsiteY9" fmla="*/ 5398 h 243087"/>
                <a:gd name="connsiteX10" fmla="*/ 66360 w 139705"/>
                <a:gd name="connsiteY10" fmla="*/ 3722 h 243087"/>
                <a:gd name="connsiteX11" fmla="*/ 139007 w 139705"/>
                <a:gd name="connsiteY11" fmla="*/ 25236 h 243087"/>
                <a:gd name="connsiteX12" fmla="*/ 136492 w 139705"/>
                <a:gd name="connsiteY12" fmla="*/ 48707 h 243087"/>
                <a:gd name="connsiteX13" fmla="*/ 126434 w 139705"/>
                <a:gd name="connsiteY13" fmla="*/ 73295 h 243087"/>
                <a:gd name="connsiteX14" fmla="*/ 122801 w 139705"/>
                <a:gd name="connsiteY14" fmla="*/ 83074 h 24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705" h="243087">
                  <a:moveTo>
                    <a:pt x="122801" y="83074"/>
                  </a:moveTo>
                  <a:cubicBezTo>
                    <a:pt x="116375" y="102074"/>
                    <a:pt x="112742" y="121633"/>
                    <a:pt x="109389" y="141471"/>
                  </a:cubicBezTo>
                  <a:cubicBezTo>
                    <a:pt x="106875" y="156001"/>
                    <a:pt x="107713" y="170809"/>
                    <a:pt x="109669" y="185339"/>
                  </a:cubicBezTo>
                  <a:cubicBezTo>
                    <a:pt x="110787" y="194001"/>
                    <a:pt x="112463" y="202662"/>
                    <a:pt x="114698" y="211324"/>
                  </a:cubicBezTo>
                  <a:cubicBezTo>
                    <a:pt x="115537" y="214677"/>
                    <a:pt x="121963" y="240942"/>
                    <a:pt x="122242" y="243736"/>
                  </a:cubicBezTo>
                  <a:cubicBezTo>
                    <a:pt x="122242" y="243736"/>
                    <a:pt x="8801" y="243736"/>
                    <a:pt x="2096" y="243736"/>
                  </a:cubicBezTo>
                  <a:cubicBezTo>
                    <a:pt x="3213" y="220265"/>
                    <a:pt x="30037" y="146221"/>
                    <a:pt x="11875" y="98442"/>
                  </a:cubicBezTo>
                  <a:cubicBezTo>
                    <a:pt x="-699" y="65192"/>
                    <a:pt x="16066" y="64354"/>
                    <a:pt x="27243" y="36692"/>
                  </a:cubicBezTo>
                  <a:cubicBezTo>
                    <a:pt x="30037" y="29986"/>
                    <a:pt x="32272" y="22442"/>
                    <a:pt x="36743" y="16574"/>
                  </a:cubicBezTo>
                  <a:cubicBezTo>
                    <a:pt x="41213" y="10986"/>
                    <a:pt x="48198" y="7075"/>
                    <a:pt x="55184" y="5398"/>
                  </a:cubicBezTo>
                  <a:cubicBezTo>
                    <a:pt x="58816" y="4560"/>
                    <a:pt x="62728" y="4001"/>
                    <a:pt x="66360" y="3722"/>
                  </a:cubicBezTo>
                  <a:cubicBezTo>
                    <a:pt x="86757" y="2045"/>
                    <a:pt x="134536" y="-3822"/>
                    <a:pt x="139007" y="25236"/>
                  </a:cubicBezTo>
                  <a:cubicBezTo>
                    <a:pt x="140125" y="33060"/>
                    <a:pt x="139007" y="41163"/>
                    <a:pt x="136492" y="48707"/>
                  </a:cubicBezTo>
                  <a:cubicBezTo>
                    <a:pt x="133698" y="57089"/>
                    <a:pt x="129787" y="65192"/>
                    <a:pt x="126434" y="73295"/>
                  </a:cubicBezTo>
                  <a:cubicBezTo>
                    <a:pt x="125316" y="76369"/>
                    <a:pt x="123919" y="79721"/>
                    <a:pt x="122801" y="83074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FC910180-4E50-D4CC-E40D-85A7875AE6B0}"/>
                </a:ext>
              </a:extLst>
            </p:cNvPr>
            <p:cNvSpPr/>
            <p:nvPr/>
          </p:nvSpPr>
          <p:spPr>
            <a:xfrm>
              <a:off x="1868590" y="2630137"/>
              <a:ext cx="131323" cy="78235"/>
            </a:xfrm>
            <a:custGeom>
              <a:avLst/>
              <a:gdLst>
                <a:gd name="connsiteX0" fmla="*/ 126154 w 131323"/>
                <a:gd name="connsiteY0" fmla="*/ 78375 h 78235"/>
                <a:gd name="connsiteX1" fmla="*/ 126713 w 131323"/>
                <a:gd name="connsiteY1" fmla="*/ 2096 h 78235"/>
                <a:gd name="connsiteX2" fmla="*/ 6566 w 131323"/>
                <a:gd name="connsiteY2" fmla="*/ 2096 h 78235"/>
                <a:gd name="connsiteX3" fmla="*/ 2096 w 131323"/>
                <a:gd name="connsiteY3" fmla="*/ 78375 h 78235"/>
                <a:gd name="connsiteX4" fmla="*/ 126154 w 131323"/>
                <a:gd name="connsiteY4" fmla="*/ 78375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323" h="78235">
                  <a:moveTo>
                    <a:pt x="126154" y="78375"/>
                  </a:moveTo>
                  <a:cubicBezTo>
                    <a:pt x="126154" y="78375"/>
                    <a:pt x="136492" y="52110"/>
                    <a:pt x="126713" y="2096"/>
                  </a:cubicBezTo>
                  <a:lnTo>
                    <a:pt x="6566" y="2096"/>
                  </a:lnTo>
                  <a:cubicBezTo>
                    <a:pt x="6566" y="2096"/>
                    <a:pt x="2375" y="37860"/>
                    <a:pt x="2096" y="78375"/>
                  </a:cubicBezTo>
                  <a:lnTo>
                    <a:pt x="126154" y="78375"/>
                  </a:ln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ACEFB139-F844-48A2-02DD-EB1FF22174FA}"/>
                </a:ext>
              </a:extLst>
            </p:cNvPr>
            <p:cNvSpPr/>
            <p:nvPr/>
          </p:nvSpPr>
          <p:spPr>
            <a:xfrm>
              <a:off x="1967732" y="2833293"/>
              <a:ext cx="64265" cy="226323"/>
            </a:xfrm>
            <a:custGeom>
              <a:avLst/>
              <a:gdLst>
                <a:gd name="connsiteX0" fmla="*/ 3541 w 64264"/>
                <a:gd name="connsiteY0" fmla="*/ 38395 h 226323"/>
                <a:gd name="connsiteX1" fmla="*/ 46571 w 64264"/>
                <a:gd name="connsiteY1" fmla="*/ 19954 h 226323"/>
                <a:gd name="connsiteX2" fmla="*/ 61938 w 64264"/>
                <a:gd name="connsiteY2" fmla="*/ 220851 h 226323"/>
                <a:gd name="connsiteX3" fmla="*/ 58026 w 64264"/>
                <a:gd name="connsiteY3" fmla="*/ 223086 h 226323"/>
                <a:gd name="connsiteX4" fmla="*/ 45453 w 64264"/>
                <a:gd name="connsiteY4" fmla="*/ 220571 h 226323"/>
                <a:gd name="connsiteX5" fmla="*/ 38747 w 64264"/>
                <a:gd name="connsiteY5" fmla="*/ 226160 h 226323"/>
                <a:gd name="connsiteX6" fmla="*/ 3541 w 64264"/>
                <a:gd name="connsiteY6" fmla="*/ 38395 h 22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226323">
                  <a:moveTo>
                    <a:pt x="3541" y="38395"/>
                  </a:moveTo>
                  <a:cubicBezTo>
                    <a:pt x="-5959" y="-2119"/>
                    <a:pt x="33997" y="-9384"/>
                    <a:pt x="46571" y="19954"/>
                  </a:cubicBezTo>
                  <a:cubicBezTo>
                    <a:pt x="64453" y="61586"/>
                    <a:pt x="63056" y="194307"/>
                    <a:pt x="61938" y="220851"/>
                  </a:cubicBezTo>
                  <a:cubicBezTo>
                    <a:pt x="61938" y="224204"/>
                    <a:pt x="59982" y="223645"/>
                    <a:pt x="58026" y="223086"/>
                  </a:cubicBezTo>
                  <a:cubicBezTo>
                    <a:pt x="52438" y="221130"/>
                    <a:pt x="47688" y="220292"/>
                    <a:pt x="45453" y="220571"/>
                  </a:cubicBezTo>
                  <a:cubicBezTo>
                    <a:pt x="40982" y="221410"/>
                    <a:pt x="38747" y="226160"/>
                    <a:pt x="38747" y="226160"/>
                  </a:cubicBezTo>
                  <a:cubicBezTo>
                    <a:pt x="34835" y="189836"/>
                    <a:pt x="12762" y="77792"/>
                    <a:pt x="3541" y="38395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43ED7072-8AA0-770C-DA3D-6D72B8A9A9DB}"/>
                </a:ext>
              </a:extLst>
            </p:cNvPr>
            <p:cNvSpPr/>
            <p:nvPr/>
          </p:nvSpPr>
          <p:spPr>
            <a:xfrm>
              <a:off x="1932563" y="2635159"/>
              <a:ext cx="83823" cy="254264"/>
            </a:xfrm>
            <a:custGeom>
              <a:avLst/>
              <a:gdLst>
                <a:gd name="connsiteX0" fmla="*/ 2666 w 83823"/>
                <a:gd name="connsiteY0" fmla="*/ 78941 h 254264"/>
                <a:gd name="connsiteX1" fmla="*/ 47931 w 83823"/>
                <a:gd name="connsiteY1" fmla="*/ 6015 h 254264"/>
                <a:gd name="connsiteX2" fmla="*/ 66931 w 83823"/>
                <a:gd name="connsiteY2" fmla="*/ 40103 h 254264"/>
                <a:gd name="connsiteX3" fmla="*/ 81181 w 83823"/>
                <a:gd name="connsiteY3" fmla="*/ 215294 h 254264"/>
                <a:gd name="connsiteX4" fmla="*/ 41504 w 83823"/>
                <a:gd name="connsiteY4" fmla="*/ 240720 h 254264"/>
                <a:gd name="connsiteX5" fmla="*/ 2666 w 83823"/>
                <a:gd name="connsiteY5" fmla="*/ 78941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23" h="254264">
                  <a:moveTo>
                    <a:pt x="2666" y="78941"/>
                  </a:moveTo>
                  <a:cubicBezTo>
                    <a:pt x="-1525" y="28647"/>
                    <a:pt x="17754" y="-10750"/>
                    <a:pt x="47931" y="6015"/>
                  </a:cubicBezTo>
                  <a:cubicBezTo>
                    <a:pt x="60504" y="13000"/>
                    <a:pt x="65254" y="26971"/>
                    <a:pt x="66931" y="40103"/>
                  </a:cubicBezTo>
                  <a:cubicBezTo>
                    <a:pt x="68607" y="53235"/>
                    <a:pt x="77828" y="190426"/>
                    <a:pt x="81181" y="215294"/>
                  </a:cubicBezTo>
                  <a:cubicBezTo>
                    <a:pt x="88445" y="271176"/>
                    <a:pt x="45975" y="256088"/>
                    <a:pt x="41504" y="240720"/>
                  </a:cubicBezTo>
                  <a:cubicBezTo>
                    <a:pt x="29769" y="201603"/>
                    <a:pt x="4902" y="106323"/>
                    <a:pt x="2666" y="78941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59EB40AD-0918-06F8-94EC-4702927A489A}"/>
                </a:ext>
              </a:extLst>
            </p:cNvPr>
            <p:cNvSpPr/>
            <p:nvPr/>
          </p:nvSpPr>
          <p:spPr>
            <a:xfrm>
              <a:off x="1862106" y="2838186"/>
              <a:ext cx="50294" cy="237499"/>
            </a:xfrm>
            <a:custGeom>
              <a:avLst/>
              <a:gdLst>
                <a:gd name="connsiteX0" fmla="*/ 2153 w 50294"/>
                <a:gd name="connsiteY0" fmla="*/ 30987 h 237499"/>
                <a:gd name="connsiteX1" fmla="*/ 44903 w 50294"/>
                <a:gd name="connsiteY1" fmla="*/ 24840 h 237499"/>
                <a:gd name="connsiteX2" fmla="*/ 33168 w 50294"/>
                <a:gd name="connsiteY2" fmla="*/ 236634 h 237499"/>
                <a:gd name="connsiteX3" fmla="*/ 18359 w 50294"/>
                <a:gd name="connsiteY3" fmla="*/ 224061 h 237499"/>
                <a:gd name="connsiteX4" fmla="*/ 11374 w 50294"/>
                <a:gd name="connsiteY4" fmla="*/ 227972 h 237499"/>
                <a:gd name="connsiteX5" fmla="*/ 2153 w 50294"/>
                <a:gd name="connsiteY5" fmla="*/ 30987 h 2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294" h="237499">
                  <a:moveTo>
                    <a:pt x="2153" y="30987"/>
                  </a:moveTo>
                  <a:cubicBezTo>
                    <a:pt x="477" y="-6733"/>
                    <a:pt x="35962" y="-6174"/>
                    <a:pt x="44903" y="24840"/>
                  </a:cubicBezTo>
                  <a:cubicBezTo>
                    <a:pt x="58874" y="73179"/>
                    <a:pt x="34565" y="177399"/>
                    <a:pt x="33168" y="236634"/>
                  </a:cubicBezTo>
                  <a:cubicBezTo>
                    <a:pt x="27021" y="226296"/>
                    <a:pt x="21153" y="223781"/>
                    <a:pt x="18359" y="224061"/>
                  </a:cubicBezTo>
                  <a:cubicBezTo>
                    <a:pt x="13888" y="224340"/>
                    <a:pt x="11374" y="227972"/>
                    <a:pt x="11374" y="227972"/>
                  </a:cubicBezTo>
                  <a:cubicBezTo>
                    <a:pt x="12491" y="149737"/>
                    <a:pt x="3830" y="71502"/>
                    <a:pt x="2153" y="30987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3AFBF538-2BAA-E662-0658-20D0724AE864}"/>
                </a:ext>
              </a:extLst>
            </p:cNvPr>
            <p:cNvSpPr/>
            <p:nvPr/>
          </p:nvSpPr>
          <p:spPr>
            <a:xfrm>
              <a:off x="1862139" y="2634667"/>
              <a:ext cx="75441" cy="254264"/>
            </a:xfrm>
            <a:custGeom>
              <a:avLst/>
              <a:gdLst>
                <a:gd name="connsiteX0" fmla="*/ 43473 w 75441"/>
                <a:gd name="connsiteY0" fmla="*/ 238418 h 254264"/>
                <a:gd name="connsiteX1" fmla="*/ 2399 w 75441"/>
                <a:gd name="connsiteY1" fmla="*/ 215506 h 254264"/>
                <a:gd name="connsiteX2" fmla="*/ 10223 w 75441"/>
                <a:gd name="connsiteY2" fmla="*/ 39477 h 254264"/>
                <a:gd name="connsiteX3" fmla="*/ 19723 w 75441"/>
                <a:gd name="connsiteY3" fmla="*/ 4272 h 254264"/>
                <a:gd name="connsiteX4" fmla="*/ 74487 w 75441"/>
                <a:gd name="connsiteY4" fmla="*/ 81668 h 254264"/>
                <a:gd name="connsiteX5" fmla="*/ 43473 w 75441"/>
                <a:gd name="connsiteY5" fmla="*/ 238418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41" h="254264">
                  <a:moveTo>
                    <a:pt x="43473" y="238418"/>
                  </a:moveTo>
                  <a:cubicBezTo>
                    <a:pt x="38723" y="253786"/>
                    <a:pt x="-1792" y="271668"/>
                    <a:pt x="2399" y="215506"/>
                  </a:cubicBezTo>
                  <a:cubicBezTo>
                    <a:pt x="4355" y="190639"/>
                    <a:pt x="9384" y="52889"/>
                    <a:pt x="10223" y="39477"/>
                  </a:cubicBezTo>
                  <a:cubicBezTo>
                    <a:pt x="11061" y="26066"/>
                    <a:pt x="13296" y="6786"/>
                    <a:pt x="19723" y="4272"/>
                  </a:cubicBezTo>
                  <a:cubicBezTo>
                    <a:pt x="51855" y="-7743"/>
                    <a:pt x="82870" y="31654"/>
                    <a:pt x="74487" y="81668"/>
                  </a:cubicBezTo>
                  <a:cubicBezTo>
                    <a:pt x="68899" y="115198"/>
                    <a:pt x="53252" y="206565"/>
                    <a:pt x="43473" y="238418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FFB74672-41DE-9A24-ED3A-1AF45418233A}"/>
                </a:ext>
              </a:extLst>
            </p:cNvPr>
            <p:cNvSpPr/>
            <p:nvPr/>
          </p:nvSpPr>
          <p:spPr>
            <a:xfrm>
              <a:off x="1899046" y="2501887"/>
              <a:ext cx="22353" cy="8382"/>
            </a:xfrm>
            <a:custGeom>
              <a:avLst/>
              <a:gdLst>
                <a:gd name="connsiteX0" fmla="*/ 4610 w 22352"/>
                <a:gd name="connsiteY0" fmla="*/ 6566 h 8382"/>
                <a:gd name="connsiteX1" fmla="*/ 21654 w 22352"/>
                <a:gd name="connsiteY1" fmla="*/ 6566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610" y="6566"/>
                  </a:moveTo>
                  <a:lnTo>
                    <a:pt x="21654" y="6566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72A64925-CC06-8B38-F1E8-AAD44DD1550D}"/>
                </a:ext>
              </a:extLst>
            </p:cNvPr>
            <p:cNvSpPr/>
            <p:nvPr/>
          </p:nvSpPr>
          <p:spPr>
            <a:xfrm>
              <a:off x="1850708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8B23CCE9-83E3-7DFC-C3A1-C00DC29368CD}"/>
                </a:ext>
              </a:extLst>
            </p:cNvPr>
            <p:cNvSpPr/>
            <p:nvPr/>
          </p:nvSpPr>
          <p:spPr>
            <a:xfrm>
              <a:off x="1872502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4" name="Forma libre 133">
              <a:extLst>
                <a:ext uri="{FF2B5EF4-FFF2-40B4-BE49-F238E27FC236}">
                  <a16:creationId xmlns:a16="http://schemas.microsoft.com/office/drawing/2014/main" id="{7019F7E1-D278-49D2-276A-9DDCCE3CDAC8}"/>
                </a:ext>
              </a:extLst>
            </p:cNvPr>
            <p:cNvSpPr/>
            <p:nvPr/>
          </p:nvSpPr>
          <p:spPr>
            <a:xfrm>
              <a:off x="1836178" y="2511387"/>
              <a:ext cx="89412" cy="19559"/>
            </a:xfrm>
            <a:custGeom>
              <a:avLst/>
              <a:gdLst>
                <a:gd name="connsiteX0" fmla="*/ 10478 w 89411"/>
                <a:gd name="connsiteY0" fmla="*/ 17463 h 19558"/>
                <a:gd name="connsiteX1" fmla="*/ 89551 w 89411"/>
                <a:gd name="connsiteY1" fmla="*/ 17463 h 19558"/>
                <a:gd name="connsiteX2" fmla="*/ 81448 w 89411"/>
                <a:gd name="connsiteY2" fmla="*/ 2096 h 19558"/>
                <a:gd name="connsiteX3" fmla="*/ 2096 w 89411"/>
                <a:gd name="connsiteY3" fmla="*/ 2096 h 19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19558">
                  <a:moveTo>
                    <a:pt x="10478" y="17463"/>
                  </a:moveTo>
                  <a:lnTo>
                    <a:pt x="89551" y="17463"/>
                  </a:lnTo>
                  <a:lnTo>
                    <a:pt x="8144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5" name="Forma libre 134">
              <a:extLst>
                <a:ext uri="{FF2B5EF4-FFF2-40B4-BE49-F238E27FC236}">
                  <a16:creationId xmlns:a16="http://schemas.microsoft.com/office/drawing/2014/main" id="{F4C33993-2B21-00E9-08FC-EE2B83B828A8}"/>
                </a:ext>
              </a:extLst>
            </p:cNvPr>
            <p:cNvSpPr/>
            <p:nvPr/>
          </p:nvSpPr>
          <p:spPr>
            <a:xfrm>
              <a:off x="1840649" y="2516417"/>
              <a:ext cx="22353" cy="13971"/>
            </a:xfrm>
            <a:custGeom>
              <a:avLst/>
              <a:gdLst>
                <a:gd name="connsiteX0" fmla="*/ 7684 w 22352"/>
                <a:gd name="connsiteY0" fmla="*/ 12993 h 13970"/>
                <a:gd name="connsiteX1" fmla="*/ 21375 w 22352"/>
                <a:gd name="connsiteY1" fmla="*/ 12993 h 13970"/>
                <a:gd name="connsiteX2" fmla="*/ 15507 w 22352"/>
                <a:gd name="connsiteY2" fmla="*/ 2096 h 13970"/>
                <a:gd name="connsiteX3" fmla="*/ 2096 w 22352"/>
                <a:gd name="connsiteY3" fmla="*/ 2096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13970">
                  <a:moveTo>
                    <a:pt x="7684" y="12993"/>
                  </a:moveTo>
                  <a:lnTo>
                    <a:pt x="21375" y="12993"/>
                  </a:lnTo>
                  <a:lnTo>
                    <a:pt x="15507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6" name="Forma libre 135">
              <a:extLst>
                <a:ext uri="{FF2B5EF4-FFF2-40B4-BE49-F238E27FC236}">
                  <a16:creationId xmlns:a16="http://schemas.microsoft.com/office/drawing/2014/main" id="{4C400F1B-C062-3C42-1C3D-78D38E5D6E22}"/>
                </a:ext>
              </a:extLst>
            </p:cNvPr>
            <p:cNvSpPr/>
            <p:nvPr/>
          </p:nvSpPr>
          <p:spPr>
            <a:xfrm>
              <a:off x="1891222" y="2514181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551 w 33529"/>
                <a:gd name="connsiteY1" fmla="*/ 4331 h 5588"/>
                <a:gd name="connsiteX2" fmla="*/ 3143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551" y="4331"/>
                  </a:lnTo>
                  <a:lnTo>
                    <a:pt x="3143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7" name="Forma libre 136">
              <a:extLst>
                <a:ext uri="{FF2B5EF4-FFF2-40B4-BE49-F238E27FC236}">
                  <a16:creationId xmlns:a16="http://schemas.microsoft.com/office/drawing/2014/main" id="{E2B18340-A094-1842-CFC7-42F85062B8C1}"/>
                </a:ext>
              </a:extLst>
            </p:cNvPr>
            <p:cNvSpPr/>
            <p:nvPr/>
          </p:nvSpPr>
          <p:spPr>
            <a:xfrm>
              <a:off x="1883399" y="2520608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272 w 33529"/>
                <a:gd name="connsiteY1" fmla="*/ 4331 h 5588"/>
                <a:gd name="connsiteX2" fmla="*/ 3115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272" y="4331"/>
                  </a:lnTo>
                  <a:lnTo>
                    <a:pt x="31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8" name="Forma libre 137">
              <a:extLst>
                <a:ext uri="{FF2B5EF4-FFF2-40B4-BE49-F238E27FC236}">
                  <a16:creationId xmlns:a16="http://schemas.microsoft.com/office/drawing/2014/main" id="{24E59767-3F9C-B105-4799-28DC91C10CB4}"/>
                </a:ext>
              </a:extLst>
            </p:cNvPr>
            <p:cNvSpPr/>
            <p:nvPr/>
          </p:nvSpPr>
          <p:spPr>
            <a:xfrm>
              <a:off x="1894855" y="2524520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721E8239-EC95-86E6-93A7-14FC6656DBA4}"/>
                </a:ext>
              </a:extLst>
            </p:cNvPr>
            <p:cNvSpPr/>
            <p:nvPr/>
          </p:nvSpPr>
          <p:spPr>
            <a:xfrm>
              <a:off x="1875296" y="2533181"/>
              <a:ext cx="64265" cy="22353"/>
            </a:xfrm>
            <a:custGeom>
              <a:avLst/>
              <a:gdLst>
                <a:gd name="connsiteX0" fmla="*/ 12434 w 64264"/>
                <a:gd name="connsiteY0" fmla="*/ 21096 h 22352"/>
                <a:gd name="connsiteX1" fmla="*/ 62728 w 64264"/>
                <a:gd name="connsiteY1" fmla="*/ 21096 h 22352"/>
                <a:gd name="connsiteX2" fmla="*/ 52669 w 64264"/>
                <a:gd name="connsiteY2" fmla="*/ 2096 h 22352"/>
                <a:gd name="connsiteX3" fmla="*/ 2096 w 64264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64" h="22352">
                  <a:moveTo>
                    <a:pt x="12434" y="21096"/>
                  </a:moveTo>
                  <a:lnTo>
                    <a:pt x="62728" y="21096"/>
                  </a:lnTo>
                  <a:lnTo>
                    <a:pt x="52669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008C69EC-32F4-CF00-9B31-2E42F0557924}"/>
                </a:ext>
              </a:extLst>
            </p:cNvPr>
            <p:cNvSpPr/>
            <p:nvPr/>
          </p:nvSpPr>
          <p:spPr>
            <a:xfrm>
              <a:off x="1894855" y="2535976"/>
              <a:ext cx="30735" cy="5588"/>
            </a:xfrm>
            <a:custGeom>
              <a:avLst/>
              <a:gdLst>
                <a:gd name="connsiteX0" fmla="*/ 3213 w 30735"/>
                <a:gd name="connsiteY0" fmla="*/ 4331 h 5588"/>
                <a:gd name="connsiteX1" fmla="*/ 29198 w 30735"/>
                <a:gd name="connsiteY1" fmla="*/ 4331 h 5588"/>
                <a:gd name="connsiteX2" fmla="*/ 28081 w 30735"/>
                <a:gd name="connsiteY2" fmla="*/ 2096 h 5588"/>
                <a:gd name="connsiteX3" fmla="*/ 2096 w 30735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5" h="5588">
                  <a:moveTo>
                    <a:pt x="3213" y="4331"/>
                  </a:moveTo>
                  <a:lnTo>
                    <a:pt x="29198" y="4331"/>
                  </a:lnTo>
                  <a:lnTo>
                    <a:pt x="28081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5D8B969D-013E-3195-1759-59BABB37C777}"/>
                </a:ext>
              </a:extLst>
            </p:cNvPr>
            <p:cNvSpPr/>
            <p:nvPr/>
          </p:nvSpPr>
          <p:spPr>
            <a:xfrm>
              <a:off x="1903237" y="2539887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0A75C7D1-E68C-0FC3-37F4-79E1BFA80674}"/>
                </a:ext>
              </a:extLst>
            </p:cNvPr>
            <p:cNvSpPr/>
            <p:nvPr/>
          </p:nvSpPr>
          <p:spPr>
            <a:xfrm>
              <a:off x="1911619" y="2543520"/>
              <a:ext cx="16765" cy="5588"/>
            </a:xfrm>
            <a:custGeom>
              <a:avLst/>
              <a:gdLst>
                <a:gd name="connsiteX0" fmla="*/ 3213 w 16764"/>
                <a:gd name="connsiteY0" fmla="*/ 4051 h 5588"/>
                <a:gd name="connsiteX1" fmla="*/ 16346 w 16764"/>
                <a:gd name="connsiteY1" fmla="*/ 4051 h 5588"/>
                <a:gd name="connsiteX2" fmla="*/ 15228 w 16764"/>
                <a:gd name="connsiteY2" fmla="*/ 2096 h 5588"/>
                <a:gd name="connsiteX3" fmla="*/ 2096 w 16764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" h="5588">
                  <a:moveTo>
                    <a:pt x="3213" y="4051"/>
                  </a:moveTo>
                  <a:lnTo>
                    <a:pt x="16346" y="4051"/>
                  </a:lnTo>
                  <a:lnTo>
                    <a:pt x="152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33A5E88F-0F81-FE0A-8754-45E2A62A5A46}"/>
                </a:ext>
              </a:extLst>
            </p:cNvPr>
            <p:cNvSpPr/>
            <p:nvPr/>
          </p:nvSpPr>
          <p:spPr>
            <a:xfrm>
              <a:off x="1901840" y="2543520"/>
              <a:ext cx="11176" cy="5588"/>
            </a:xfrm>
            <a:custGeom>
              <a:avLst/>
              <a:gdLst>
                <a:gd name="connsiteX0" fmla="*/ 3213 w 11176"/>
                <a:gd name="connsiteY0" fmla="*/ 4051 h 5588"/>
                <a:gd name="connsiteX1" fmla="*/ 11316 w 11176"/>
                <a:gd name="connsiteY1" fmla="*/ 4051 h 5588"/>
                <a:gd name="connsiteX2" fmla="*/ 10198 w 11176"/>
                <a:gd name="connsiteY2" fmla="*/ 2096 h 5588"/>
                <a:gd name="connsiteX3" fmla="*/ 2096 w 11176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6" h="5588">
                  <a:moveTo>
                    <a:pt x="3213" y="4051"/>
                  </a:moveTo>
                  <a:lnTo>
                    <a:pt x="11316" y="4051"/>
                  </a:lnTo>
                  <a:lnTo>
                    <a:pt x="1019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4" name="Forma libre 143">
              <a:extLst>
                <a:ext uri="{FF2B5EF4-FFF2-40B4-BE49-F238E27FC236}">
                  <a16:creationId xmlns:a16="http://schemas.microsoft.com/office/drawing/2014/main" id="{533B592C-F313-49B7-624A-7DABBBD1F6B3}"/>
                </a:ext>
              </a:extLst>
            </p:cNvPr>
            <p:cNvSpPr/>
            <p:nvPr/>
          </p:nvSpPr>
          <p:spPr>
            <a:xfrm>
              <a:off x="1908825" y="2547152"/>
              <a:ext cx="22353" cy="5588"/>
            </a:xfrm>
            <a:custGeom>
              <a:avLst/>
              <a:gdLst>
                <a:gd name="connsiteX0" fmla="*/ 3213 w 22352"/>
                <a:gd name="connsiteY0" fmla="*/ 4331 h 5588"/>
                <a:gd name="connsiteX1" fmla="*/ 21096 w 22352"/>
                <a:gd name="connsiteY1" fmla="*/ 4331 h 5588"/>
                <a:gd name="connsiteX2" fmla="*/ 19978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331"/>
                  </a:moveTo>
                  <a:lnTo>
                    <a:pt x="21096" y="4331"/>
                  </a:lnTo>
                  <a:lnTo>
                    <a:pt x="1997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08E1E47F-6D2F-6760-B3B5-BAE3B22D5AC2}"/>
                </a:ext>
              </a:extLst>
            </p:cNvPr>
            <p:cNvSpPr/>
            <p:nvPr/>
          </p:nvSpPr>
          <p:spPr>
            <a:xfrm>
              <a:off x="1821928" y="2444887"/>
              <a:ext cx="89412" cy="53088"/>
            </a:xfrm>
            <a:custGeom>
              <a:avLst/>
              <a:gdLst>
                <a:gd name="connsiteX0" fmla="*/ 28360 w 89411"/>
                <a:gd name="connsiteY0" fmla="*/ 50993 h 53088"/>
                <a:gd name="connsiteX1" fmla="*/ 89272 w 89411"/>
                <a:gd name="connsiteY1" fmla="*/ 50993 h 53088"/>
                <a:gd name="connsiteX2" fmla="*/ 62728 w 89411"/>
                <a:gd name="connsiteY2" fmla="*/ 2096 h 53088"/>
                <a:gd name="connsiteX3" fmla="*/ 2096 w 89411"/>
                <a:gd name="connsiteY3" fmla="*/ 2096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53088">
                  <a:moveTo>
                    <a:pt x="28360" y="50993"/>
                  </a:moveTo>
                  <a:lnTo>
                    <a:pt x="89272" y="50993"/>
                  </a:lnTo>
                  <a:lnTo>
                    <a:pt x="627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610F1B30-EB26-C099-F69B-7D4D4A5EE438}"/>
                </a:ext>
              </a:extLst>
            </p:cNvPr>
            <p:cNvSpPr/>
            <p:nvPr/>
          </p:nvSpPr>
          <p:spPr>
            <a:xfrm>
              <a:off x="1846516" y="2533181"/>
              <a:ext cx="36323" cy="22353"/>
            </a:xfrm>
            <a:custGeom>
              <a:avLst/>
              <a:gdLst>
                <a:gd name="connsiteX0" fmla="*/ 12434 w 36323"/>
                <a:gd name="connsiteY0" fmla="*/ 21096 h 22352"/>
                <a:gd name="connsiteX1" fmla="*/ 36184 w 36323"/>
                <a:gd name="connsiteY1" fmla="*/ 21096 h 22352"/>
                <a:gd name="connsiteX2" fmla="*/ 25846 w 36323"/>
                <a:gd name="connsiteY2" fmla="*/ 2096 h 22352"/>
                <a:gd name="connsiteX3" fmla="*/ 2096 w 36323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22352">
                  <a:moveTo>
                    <a:pt x="12434" y="21096"/>
                  </a:moveTo>
                  <a:lnTo>
                    <a:pt x="36184" y="21096"/>
                  </a:lnTo>
                  <a:lnTo>
                    <a:pt x="25846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7" name="Forma libre 146">
              <a:extLst>
                <a:ext uri="{FF2B5EF4-FFF2-40B4-BE49-F238E27FC236}">
                  <a16:creationId xmlns:a16="http://schemas.microsoft.com/office/drawing/2014/main" id="{05D1F7CA-2E67-CF87-BE9A-1D94F6445D08}"/>
                </a:ext>
              </a:extLst>
            </p:cNvPr>
            <p:cNvSpPr/>
            <p:nvPr/>
          </p:nvSpPr>
          <p:spPr>
            <a:xfrm>
              <a:off x="1858761" y="2537093"/>
              <a:ext cx="11176" cy="8382"/>
            </a:xfrm>
            <a:custGeom>
              <a:avLst/>
              <a:gdLst>
                <a:gd name="connsiteX0" fmla="*/ 7454 w 11176"/>
                <a:gd name="connsiteY0" fmla="*/ 8522 h 8382"/>
                <a:gd name="connsiteX1" fmla="*/ 7454 w 11176"/>
                <a:gd name="connsiteY1" fmla="*/ 8522 h 8382"/>
                <a:gd name="connsiteX2" fmla="*/ 9130 w 11176"/>
                <a:gd name="connsiteY2" fmla="*/ 6007 h 8382"/>
                <a:gd name="connsiteX3" fmla="*/ 8292 w 11176"/>
                <a:gd name="connsiteY3" fmla="*/ 4610 h 8382"/>
                <a:gd name="connsiteX4" fmla="*/ 4101 w 11176"/>
                <a:gd name="connsiteY4" fmla="*/ 2096 h 8382"/>
                <a:gd name="connsiteX5" fmla="*/ 4101 w 11176"/>
                <a:gd name="connsiteY5" fmla="*/ 2096 h 8382"/>
                <a:gd name="connsiteX6" fmla="*/ 2424 w 11176"/>
                <a:gd name="connsiteY6" fmla="*/ 4610 h 8382"/>
                <a:gd name="connsiteX7" fmla="*/ 3263 w 11176"/>
                <a:gd name="connsiteY7" fmla="*/ 6007 h 8382"/>
                <a:gd name="connsiteX8" fmla="*/ 7454 w 11176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76" h="8382">
                  <a:moveTo>
                    <a:pt x="7454" y="8522"/>
                  </a:moveTo>
                  <a:lnTo>
                    <a:pt x="7454" y="8522"/>
                  </a:lnTo>
                  <a:cubicBezTo>
                    <a:pt x="9130" y="8522"/>
                    <a:pt x="9969" y="7404"/>
                    <a:pt x="9130" y="6007"/>
                  </a:cubicBezTo>
                  <a:lnTo>
                    <a:pt x="8292" y="4610"/>
                  </a:lnTo>
                  <a:cubicBezTo>
                    <a:pt x="7454" y="3213"/>
                    <a:pt x="5498" y="2096"/>
                    <a:pt x="4101" y="2096"/>
                  </a:cubicBezTo>
                  <a:lnTo>
                    <a:pt x="4101" y="2096"/>
                  </a:lnTo>
                  <a:cubicBezTo>
                    <a:pt x="2424" y="2096"/>
                    <a:pt x="1586" y="3213"/>
                    <a:pt x="2424" y="4610"/>
                  </a:cubicBezTo>
                  <a:lnTo>
                    <a:pt x="3263" y="6007"/>
                  </a:lnTo>
                  <a:cubicBezTo>
                    <a:pt x="3821" y="7404"/>
                    <a:pt x="5777" y="8522"/>
                    <a:pt x="7454" y="8522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26A2CA24-8943-5FAE-837A-3C2C452F0EF1}"/>
                </a:ext>
              </a:extLst>
            </p:cNvPr>
            <p:cNvSpPr/>
            <p:nvPr/>
          </p:nvSpPr>
          <p:spPr>
            <a:xfrm>
              <a:off x="1858531" y="2542402"/>
              <a:ext cx="16765" cy="8382"/>
            </a:xfrm>
            <a:custGeom>
              <a:avLst/>
              <a:gdLst>
                <a:gd name="connsiteX0" fmla="*/ 6846 w 16764"/>
                <a:gd name="connsiteY0" fmla="*/ 2096 h 8382"/>
                <a:gd name="connsiteX1" fmla="*/ 14949 w 16764"/>
                <a:gd name="connsiteY1" fmla="*/ 5449 h 8382"/>
                <a:gd name="connsiteX2" fmla="*/ 14390 w 16764"/>
                <a:gd name="connsiteY2" fmla="*/ 7963 h 8382"/>
                <a:gd name="connsiteX3" fmla="*/ 5448 w 16764"/>
                <a:gd name="connsiteY3" fmla="*/ 7963 h 8382"/>
                <a:gd name="connsiteX4" fmla="*/ 2096 w 16764"/>
                <a:gd name="connsiteY4" fmla="*/ 5449 h 8382"/>
                <a:gd name="connsiteX5" fmla="*/ 6846 w 16764"/>
                <a:gd name="connsiteY5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64" h="8382">
                  <a:moveTo>
                    <a:pt x="6846" y="2096"/>
                  </a:moveTo>
                  <a:cubicBezTo>
                    <a:pt x="9640" y="2096"/>
                    <a:pt x="12993" y="3493"/>
                    <a:pt x="14949" y="5449"/>
                  </a:cubicBezTo>
                  <a:cubicBezTo>
                    <a:pt x="16346" y="6566"/>
                    <a:pt x="15787" y="7963"/>
                    <a:pt x="14390" y="7963"/>
                  </a:cubicBezTo>
                  <a:lnTo>
                    <a:pt x="5448" y="7963"/>
                  </a:lnTo>
                  <a:cubicBezTo>
                    <a:pt x="3772" y="7963"/>
                    <a:pt x="2096" y="6566"/>
                    <a:pt x="2096" y="5449"/>
                  </a:cubicBezTo>
                  <a:cubicBezTo>
                    <a:pt x="2375" y="3493"/>
                    <a:pt x="4051" y="2096"/>
                    <a:pt x="6846" y="2096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9A0D0DED-3EC8-F78E-3C24-40889A32EA53}"/>
                </a:ext>
              </a:extLst>
            </p:cNvPr>
            <p:cNvSpPr/>
            <p:nvPr/>
          </p:nvSpPr>
          <p:spPr>
            <a:xfrm>
              <a:off x="1808796" y="2452990"/>
              <a:ext cx="44706" cy="61470"/>
            </a:xfrm>
            <a:custGeom>
              <a:avLst/>
              <a:gdLst>
                <a:gd name="connsiteX0" fmla="*/ 12993 w 44705"/>
                <a:gd name="connsiteY0" fmla="*/ 2096 h 61470"/>
                <a:gd name="connsiteX1" fmla="*/ 2096 w 44705"/>
                <a:gd name="connsiteY1" fmla="*/ 2096 h 61470"/>
                <a:gd name="connsiteX2" fmla="*/ 33110 w 44705"/>
                <a:gd name="connsiteY2" fmla="*/ 59654 h 61470"/>
                <a:gd name="connsiteX3" fmla="*/ 44007 w 44705"/>
                <a:gd name="connsiteY3" fmla="*/ 59654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705" h="61470">
                  <a:moveTo>
                    <a:pt x="12993" y="2096"/>
                  </a:moveTo>
                  <a:lnTo>
                    <a:pt x="2096" y="2096"/>
                  </a:lnTo>
                  <a:lnTo>
                    <a:pt x="33110" y="59654"/>
                  </a:lnTo>
                  <a:lnTo>
                    <a:pt x="44007" y="59654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37BFD7F4-F19A-3454-47B6-8F5108EA493A}"/>
                </a:ext>
              </a:extLst>
            </p:cNvPr>
            <p:cNvSpPr/>
            <p:nvPr/>
          </p:nvSpPr>
          <p:spPr>
            <a:xfrm>
              <a:off x="1898766" y="2275844"/>
              <a:ext cx="53088" cy="108970"/>
            </a:xfrm>
            <a:custGeom>
              <a:avLst/>
              <a:gdLst>
                <a:gd name="connsiteX0" fmla="*/ 11316 w 53088"/>
                <a:gd name="connsiteY0" fmla="*/ 26963 h 108970"/>
                <a:gd name="connsiteX1" fmla="*/ 2096 w 53088"/>
                <a:gd name="connsiteY1" fmla="*/ 108551 h 108970"/>
                <a:gd name="connsiteX2" fmla="*/ 48757 w 53088"/>
                <a:gd name="connsiteY2" fmla="*/ 86757 h 108970"/>
                <a:gd name="connsiteX3" fmla="*/ 24728 w 53088"/>
                <a:gd name="connsiteY3" fmla="*/ 2096 h 10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8" h="108970">
                  <a:moveTo>
                    <a:pt x="11316" y="26963"/>
                  </a:moveTo>
                  <a:cubicBezTo>
                    <a:pt x="10198" y="55184"/>
                    <a:pt x="6007" y="100728"/>
                    <a:pt x="2096" y="108551"/>
                  </a:cubicBezTo>
                  <a:cubicBezTo>
                    <a:pt x="2096" y="108551"/>
                    <a:pt x="41213" y="106316"/>
                    <a:pt x="48757" y="86757"/>
                  </a:cubicBezTo>
                  <a:cubicBezTo>
                    <a:pt x="56581" y="67198"/>
                    <a:pt x="46522" y="4331"/>
                    <a:pt x="24728" y="2096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35A23B15-D8AB-578D-3EB9-9C6BFF0FFB5A}"/>
                </a:ext>
              </a:extLst>
            </p:cNvPr>
            <p:cNvSpPr/>
            <p:nvPr/>
          </p:nvSpPr>
          <p:spPr>
            <a:xfrm>
              <a:off x="1788399" y="2463329"/>
              <a:ext cx="139706" cy="97794"/>
            </a:xfrm>
            <a:custGeom>
              <a:avLst/>
              <a:gdLst>
                <a:gd name="connsiteX0" fmla="*/ 52948 w 139705"/>
                <a:gd name="connsiteY0" fmla="*/ 96537 h 97793"/>
                <a:gd name="connsiteX1" fmla="*/ 139007 w 139705"/>
                <a:gd name="connsiteY1" fmla="*/ 96537 h 97793"/>
                <a:gd name="connsiteX2" fmla="*/ 88154 w 139705"/>
                <a:gd name="connsiteY2" fmla="*/ 2096 h 97793"/>
                <a:gd name="connsiteX3" fmla="*/ 2096 w 139705"/>
                <a:gd name="connsiteY3" fmla="*/ 2096 h 97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705" h="97793">
                  <a:moveTo>
                    <a:pt x="52948" y="96537"/>
                  </a:moveTo>
                  <a:lnTo>
                    <a:pt x="139007" y="96537"/>
                  </a:lnTo>
                  <a:lnTo>
                    <a:pt x="88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AD439CB5-B7EE-4338-803A-C0C4B6D9EC87}"/>
                </a:ext>
              </a:extLst>
            </p:cNvPr>
            <p:cNvSpPr/>
            <p:nvPr/>
          </p:nvSpPr>
          <p:spPr>
            <a:xfrm>
              <a:off x="1889585" y="2509959"/>
              <a:ext cx="25147" cy="13971"/>
            </a:xfrm>
            <a:custGeom>
              <a:avLst/>
              <a:gdLst>
                <a:gd name="connsiteX0" fmla="*/ 22174 w 25147"/>
                <a:gd name="connsiteY0" fmla="*/ 11348 h 13970"/>
                <a:gd name="connsiteX1" fmla="*/ 3733 w 25147"/>
                <a:gd name="connsiteY1" fmla="*/ 2127 h 13970"/>
                <a:gd name="connsiteX2" fmla="*/ 11556 w 25147"/>
                <a:gd name="connsiteY2" fmla="*/ 12186 h 13970"/>
                <a:gd name="connsiteX3" fmla="*/ 22174 w 25147"/>
                <a:gd name="connsiteY3" fmla="*/ 11348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7" h="13970">
                  <a:moveTo>
                    <a:pt x="22174" y="11348"/>
                  </a:moveTo>
                  <a:cubicBezTo>
                    <a:pt x="16586" y="6877"/>
                    <a:pt x="9042" y="2686"/>
                    <a:pt x="3733" y="2127"/>
                  </a:cubicBezTo>
                  <a:cubicBezTo>
                    <a:pt x="-1576" y="1568"/>
                    <a:pt x="7365" y="8554"/>
                    <a:pt x="11556" y="12186"/>
                  </a:cubicBezTo>
                  <a:cubicBezTo>
                    <a:pt x="15747" y="15539"/>
                    <a:pt x="27203" y="14980"/>
                    <a:pt x="22174" y="11348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3" name="Forma libre 152">
              <a:extLst>
                <a:ext uri="{FF2B5EF4-FFF2-40B4-BE49-F238E27FC236}">
                  <a16:creationId xmlns:a16="http://schemas.microsoft.com/office/drawing/2014/main" id="{B47E3878-AFA9-DAA4-4628-EC429323B36E}"/>
                </a:ext>
              </a:extLst>
            </p:cNvPr>
            <p:cNvSpPr/>
            <p:nvPr/>
          </p:nvSpPr>
          <p:spPr>
            <a:xfrm>
              <a:off x="1870787" y="2515242"/>
              <a:ext cx="44706" cy="22353"/>
            </a:xfrm>
            <a:custGeom>
              <a:avLst/>
              <a:gdLst>
                <a:gd name="connsiteX0" fmla="*/ 33148 w 44705"/>
                <a:gd name="connsiteY0" fmla="*/ 6064 h 22352"/>
                <a:gd name="connsiteX1" fmla="*/ 4369 w 44705"/>
                <a:gd name="connsiteY1" fmla="*/ 2991 h 22352"/>
                <a:gd name="connsiteX2" fmla="*/ 12472 w 44705"/>
                <a:gd name="connsiteY2" fmla="*/ 16402 h 22352"/>
                <a:gd name="connsiteX3" fmla="*/ 40133 w 44705"/>
                <a:gd name="connsiteY3" fmla="*/ 20873 h 22352"/>
                <a:gd name="connsiteX4" fmla="*/ 33148 w 44705"/>
                <a:gd name="connsiteY4" fmla="*/ 6064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05" h="22352">
                  <a:moveTo>
                    <a:pt x="33148" y="6064"/>
                  </a:moveTo>
                  <a:cubicBezTo>
                    <a:pt x="18619" y="3829"/>
                    <a:pt x="11075" y="476"/>
                    <a:pt x="4369" y="2991"/>
                  </a:cubicBezTo>
                  <a:cubicBezTo>
                    <a:pt x="-2337" y="5505"/>
                    <a:pt x="7442" y="15005"/>
                    <a:pt x="12472" y="16402"/>
                  </a:cubicBezTo>
                  <a:cubicBezTo>
                    <a:pt x="17501" y="17799"/>
                    <a:pt x="35104" y="24505"/>
                    <a:pt x="40133" y="20873"/>
                  </a:cubicBezTo>
                  <a:cubicBezTo>
                    <a:pt x="45442" y="17520"/>
                    <a:pt x="44045" y="7461"/>
                    <a:pt x="33148" y="6064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8551F43C-5C3E-7D6C-3761-748F2FA4C8F6}"/>
                </a:ext>
              </a:extLst>
            </p:cNvPr>
            <p:cNvSpPr/>
            <p:nvPr/>
          </p:nvSpPr>
          <p:spPr>
            <a:xfrm>
              <a:off x="1976545" y="2397296"/>
              <a:ext cx="44706" cy="148088"/>
            </a:xfrm>
            <a:custGeom>
              <a:avLst/>
              <a:gdLst>
                <a:gd name="connsiteX0" fmla="*/ 42229 w 44705"/>
                <a:gd name="connsiteY0" fmla="*/ 139378 h 148087"/>
                <a:gd name="connsiteX1" fmla="*/ 42787 w 44705"/>
                <a:gd name="connsiteY1" fmla="*/ 63657 h 148087"/>
                <a:gd name="connsiteX2" fmla="*/ 35802 w 44705"/>
                <a:gd name="connsiteY2" fmla="*/ 15319 h 148087"/>
                <a:gd name="connsiteX3" fmla="*/ 14287 w 44705"/>
                <a:gd name="connsiteY3" fmla="*/ 5819 h 148087"/>
                <a:gd name="connsiteX4" fmla="*/ 2273 w 44705"/>
                <a:gd name="connsiteY4" fmla="*/ 41304 h 148087"/>
                <a:gd name="connsiteX5" fmla="*/ 15684 w 44705"/>
                <a:gd name="connsiteY5" fmla="*/ 132113 h 148087"/>
                <a:gd name="connsiteX6" fmla="*/ 42229 w 44705"/>
                <a:gd name="connsiteY6" fmla="*/ 139378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705" h="148087">
                  <a:moveTo>
                    <a:pt x="42229" y="139378"/>
                  </a:moveTo>
                  <a:cubicBezTo>
                    <a:pt x="44464" y="130437"/>
                    <a:pt x="46978" y="110319"/>
                    <a:pt x="42787" y="63657"/>
                  </a:cubicBezTo>
                  <a:cubicBezTo>
                    <a:pt x="40273" y="35157"/>
                    <a:pt x="37758" y="23702"/>
                    <a:pt x="35802" y="15319"/>
                  </a:cubicBezTo>
                  <a:cubicBezTo>
                    <a:pt x="32729" y="510"/>
                    <a:pt x="19596" y="-607"/>
                    <a:pt x="14287" y="5819"/>
                  </a:cubicBezTo>
                  <a:cubicBezTo>
                    <a:pt x="5346" y="15878"/>
                    <a:pt x="1155" y="33202"/>
                    <a:pt x="2273" y="41304"/>
                  </a:cubicBezTo>
                  <a:cubicBezTo>
                    <a:pt x="9258" y="86569"/>
                    <a:pt x="15405" y="120378"/>
                    <a:pt x="15684" y="132113"/>
                  </a:cubicBezTo>
                  <a:cubicBezTo>
                    <a:pt x="15964" y="148878"/>
                    <a:pt x="39714" y="149716"/>
                    <a:pt x="42229" y="139378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82AA8911-4A47-CC67-B6E4-237A72B86D44}"/>
                </a:ext>
              </a:extLst>
            </p:cNvPr>
            <p:cNvSpPr/>
            <p:nvPr/>
          </p:nvSpPr>
          <p:spPr>
            <a:xfrm>
              <a:off x="1903140" y="2516871"/>
              <a:ext cx="117353" cy="30735"/>
            </a:xfrm>
            <a:custGeom>
              <a:avLst/>
              <a:gdLst>
                <a:gd name="connsiteX0" fmla="*/ 4149 w 117352"/>
                <a:gd name="connsiteY0" fmla="*/ 17009 h 30735"/>
                <a:gd name="connsiteX1" fmla="*/ 37399 w 117352"/>
                <a:gd name="connsiteY1" fmla="*/ 22318 h 30735"/>
                <a:gd name="connsiteX2" fmla="*/ 101663 w 117352"/>
                <a:gd name="connsiteY2" fmla="*/ 29303 h 30735"/>
                <a:gd name="connsiteX3" fmla="*/ 104457 w 117352"/>
                <a:gd name="connsiteY3" fmla="*/ 3039 h 30735"/>
                <a:gd name="connsiteX4" fmla="*/ 8060 w 117352"/>
                <a:gd name="connsiteY4" fmla="*/ 3039 h 30735"/>
                <a:gd name="connsiteX5" fmla="*/ 4149 w 117352"/>
                <a:gd name="connsiteY5" fmla="*/ 17009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52" h="30735">
                  <a:moveTo>
                    <a:pt x="4149" y="17009"/>
                  </a:moveTo>
                  <a:cubicBezTo>
                    <a:pt x="8899" y="22318"/>
                    <a:pt x="15325" y="17289"/>
                    <a:pt x="37399" y="22318"/>
                  </a:cubicBezTo>
                  <a:cubicBezTo>
                    <a:pt x="68693" y="29583"/>
                    <a:pt x="77634" y="29862"/>
                    <a:pt x="101663" y="29303"/>
                  </a:cubicBezTo>
                  <a:cubicBezTo>
                    <a:pt x="117310" y="29024"/>
                    <a:pt x="123178" y="6392"/>
                    <a:pt x="104457" y="3039"/>
                  </a:cubicBezTo>
                  <a:cubicBezTo>
                    <a:pt x="88531" y="244"/>
                    <a:pt x="17840" y="4715"/>
                    <a:pt x="8060" y="3039"/>
                  </a:cubicBezTo>
                  <a:cubicBezTo>
                    <a:pt x="1634" y="1921"/>
                    <a:pt x="516" y="12818"/>
                    <a:pt x="4149" y="17009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0E1686F7-277C-9B79-3CC2-875A89C49AAF}"/>
                </a:ext>
              </a:extLst>
            </p:cNvPr>
            <p:cNvSpPr/>
            <p:nvPr/>
          </p:nvSpPr>
          <p:spPr>
            <a:xfrm>
              <a:off x="1909378" y="2269697"/>
              <a:ext cx="81029" cy="114559"/>
            </a:xfrm>
            <a:custGeom>
              <a:avLst/>
              <a:gdLst>
                <a:gd name="connsiteX0" fmla="*/ 79778 w 81029"/>
                <a:gd name="connsiteY0" fmla="*/ 61890 h 114558"/>
                <a:gd name="connsiteX1" fmla="*/ 66366 w 81029"/>
                <a:gd name="connsiteY1" fmla="*/ 100448 h 114558"/>
                <a:gd name="connsiteX2" fmla="*/ 30043 w 81029"/>
                <a:gd name="connsiteY2" fmla="*/ 114698 h 114558"/>
                <a:gd name="connsiteX3" fmla="*/ 6293 w 81029"/>
                <a:gd name="connsiteY3" fmla="*/ 91787 h 114558"/>
                <a:gd name="connsiteX4" fmla="*/ 3499 w 81029"/>
                <a:gd name="connsiteY4" fmla="*/ 31154 h 114558"/>
                <a:gd name="connsiteX5" fmla="*/ 38146 w 81029"/>
                <a:gd name="connsiteY5" fmla="*/ 2096 h 114558"/>
                <a:gd name="connsiteX6" fmla="*/ 79778 w 81029"/>
                <a:gd name="connsiteY6" fmla="*/ 61890 h 11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029" h="114558">
                  <a:moveTo>
                    <a:pt x="79778" y="61890"/>
                  </a:moveTo>
                  <a:cubicBezTo>
                    <a:pt x="77543" y="85640"/>
                    <a:pt x="76705" y="90948"/>
                    <a:pt x="66366" y="100448"/>
                  </a:cubicBezTo>
                  <a:cubicBezTo>
                    <a:pt x="56028" y="110228"/>
                    <a:pt x="41219" y="114698"/>
                    <a:pt x="30043" y="114698"/>
                  </a:cubicBezTo>
                  <a:cubicBezTo>
                    <a:pt x="18028" y="114698"/>
                    <a:pt x="8808" y="101845"/>
                    <a:pt x="6293" y="91787"/>
                  </a:cubicBezTo>
                  <a:cubicBezTo>
                    <a:pt x="3499" y="81448"/>
                    <a:pt x="146" y="57140"/>
                    <a:pt x="3499" y="31154"/>
                  </a:cubicBezTo>
                  <a:cubicBezTo>
                    <a:pt x="5175" y="18022"/>
                    <a:pt x="21381" y="2096"/>
                    <a:pt x="38146" y="2096"/>
                  </a:cubicBezTo>
                  <a:cubicBezTo>
                    <a:pt x="54631" y="2096"/>
                    <a:pt x="85366" y="4051"/>
                    <a:pt x="79778" y="6189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1C1DF3F8-00F8-7D8C-1578-9B50C53B8556}"/>
                </a:ext>
              </a:extLst>
            </p:cNvPr>
            <p:cNvSpPr/>
            <p:nvPr/>
          </p:nvSpPr>
          <p:spPr>
            <a:xfrm>
              <a:off x="1795859" y="2479078"/>
              <a:ext cx="22353" cy="27941"/>
            </a:xfrm>
            <a:custGeom>
              <a:avLst/>
              <a:gdLst>
                <a:gd name="connsiteX0" fmla="*/ 18944 w 22352"/>
                <a:gd name="connsiteY0" fmla="*/ 15685 h 27941"/>
                <a:gd name="connsiteX1" fmla="*/ 12239 w 22352"/>
                <a:gd name="connsiteY1" fmla="*/ 3391 h 27941"/>
                <a:gd name="connsiteX2" fmla="*/ 2739 w 22352"/>
                <a:gd name="connsiteY2" fmla="*/ 5626 h 27941"/>
                <a:gd name="connsiteX3" fmla="*/ 5533 w 22352"/>
                <a:gd name="connsiteY3" fmla="*/ 21832 h 27941"/>
                <a:gd name="connsiteX4" fmla="*/ 18106 w 22352"/>
                <a:gd name="connsiteY4" fmla="*/ 26023 h 27941"/>
                <a:gd name="connsiteX5" fmla="*/ 18944 w 22352"/>
                <a:gd name="connsiteY5" fmla="*/ 15685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2" h="27941">
                  <a:moveTo>
                    <a:pt x="18944" y="15685"/>
                  </a:moveTo>
                  <a:cubicBezTo>
                    <a:pt x="16989" y="12052"/>
                    <a:pt x="13636" y="6464"/>
                    <a:pt x="12239" y="3391"/>
                  </a:cubicBezTo>
                  <a:cubicBezTo>
                    <a:pt x="10841" y="317"/>
                    <a:pt x="3577" y="3391"/>
                    <a:pt x="2739" y="5626"/>
                  </a:cubicBezTo>
                  <a:cubicBezTo>
                    <a:pt x="1621" y="8979"/>
                    <a:pt x="1621" y="18479"/>
                    <a:pt x="5533" y="21832"/>
                  </a:cubicBezTo>
                  <a:cubicBezTo>
                    <a:pt x="8886" y="24905"/>
                    <a:pt x="13915" y="26302"/>
                    <a:pt x="18106" y="26023"/>
                  </a:cubicBezTo>
                  <a:cubicBezTo>
                    <a:pt x="22018" y="25744"/>
                    <a:pt x="22018" y="21552"/>
                    <a:pt x="18944" y="15685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9D7D5D33-5EC5-BAB1-A260-D1145BD8BE69}"/>
                </a:ext>
              </a:extLst>
            </p:cNvPr>
            <p:cNvSpPr/>
            <p:nvPr/>
          </p:nvSpPr>
          <p:spPr>
            <a:xfrm>
              <a:off x="1832095" y="3059087"/>
              <a:ext cx="64265" cy="30735"/>
            </a:xfrm>
            <a:custGeom>
              <a:avLst/>
              <a:gdLst>
                <a:gd name="connsiteX0" fmla="*/ 39988 w 64264"/>
                <a:gd name="connsiteY0" fmla="*/ 6792 h 30735"/>
                <a:gd name="connsiteX1" fmla="*/ 22944 w 64264"/>
                <a:gd name="connsiteY1" fmla="*/ 19645 h 30735"/>
                <a:gd name="connsiteX2" fmla="*/ 5341 w 64264"/>
                <a:gd name="connsiteY2" fmla="*/ 29145 h 30735"/>
                <a:gd name="connsiteX3" fmla="*/ 34959 w 64264"/>
                <a:gd name="connsiteY3" fmla="*/ 29424 h 30735"/>
                <a:gd name="connsiteX4" fmla="*/ 54797 w 64264"/>
                <a:gd name="connsiteY4" fmla="*/ 28307 h 30735"/>
                <a:gd name="connsiteX5" fmla="*/ 63459 w 64264"/>
                <a:gd name="connsiteY5" fmla="*/ 16572 h 30735"/>
                <a:gd name="connsiteX6" fmla="*/ 39988 w 64264"/>
                <a:gd name="connsiteY6" fmla="*/ 6792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30735">
                  <a:moveTo>
                    <a:pt x="39988" y="6792"/>
                  </a:moveTo>
                  <a:cubicBezTo>
                    <a:pt x="38591" y="9586"/>
                    <a:pt x="32164" y="15733"/>
                    <a:pt x="22944" y="19645"/>
                  </a:cubicBezTo>
                  <a:cubicBezTo>
                    <a:pt x="13723" y="23836"/>
                    <a:pt x="-5556" y="25513"/>
                    <a:pt x="5341" y="29145"/>
                  </a:cubicBezTo>
                  <a:cubicBezTo>
                    <a:pt x="15959" y="32777"/>
                    <a:pt x="28532" y="30542"/>
                    <a:pt x="34959" y="29424"/>
                  </a:cubicBezTo>
                  <a:cubicBezTo>
                    <a:pt x="41385" y="28307"/>
                    <a:pt x="47532" y="28307"/>
                    <a:pt x="54797" y="28307"/>
                  </a:cubicBezTo>
                  <a:cubicBezTo>
                    <a:pt x="64576" y="28307"/>
                    <a:pt x="64576" y="27748"/>
                    <a:pt x="63459" y="16572"/>
                  </a:cubicBezTo>
                  <a:cubicBezTo>
                    <a:pt x="61503" y="1483"/>
                    <a:pt x="44459" y="-1870"/>
                    <a:pt x="39988" y="6792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9" name="Forma libre 158">
              <a:extLst>
                <a:ext uri="{FF2B5EF4-FFF2-40B4-BE49-F238E27FC236}">
                  <a16:creationId xmlns:a16="http://schemas.microsoft.com/office/drawing/2014/main" id="{6136DC47-36EB-0502-3F5C-7DF091AE485B}"/>
                </a:ext>
              </a:extLst>
            </p:cNvPr>
            <p:cNvSpPr/>
            <p:nvPr/>
          </p:nvSpPr>
          <p:spPr>
            <a:xfrm>
              <a:off x="1977727" y="2317725"/>
              <a:ext cx="22353" cy="33529"/>
            </a:xfrm>
            <a:custGeom>
              <a:avLst/>
              <a:gdLst>
                <a:gd name="connsiteX0" fmla="*/ 4165 w 22352"/>
                <a:gd name="connsiteY0" fmla="*/ 14140 h 33529"/>
                <a:gd name="connsiteX1" fmla="*/ 5841 w 22352"/>
                <a:gd name="connsiteY1" fmla="*/ 32023 h 33529"/>
                <a:gd name="connsiteX2" fmla="*/ 19812 w 22352"/>
                <a:gd name="connsiteY2" fmla="*/ 20287 h 33529"/>
                <a:gd name="connsiteX3" fmla="*/ 18135 w 22352"/>
                <a:gd name="connsiteY3" fmla="*/ 2405 h 33529"/>
                <a:gd name="connsiteX4" fmla="*/ 4165 w 22352"/>
                <a:gd name="connsiteY4" fmla="*/ 141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33529">
                  <a:moveTo>
                    <a:pt x="4165" y="14140"/>
                  </a:moveTo>
                  <a:cubicBezTo>
                    <a:pt x="812" y="22243"/>
                    <a:pt x="1650" y="30346"/>
                    <a:pt x="5841" y="32023"/>
                  </a:cubicBezTo>
                  <a:cubicBezTo>
                    <a:pt x="10032" y="33699"/>
                    <a:pt x="16459" y="28670"/>
                    <a:pt x="19812" y="20287"/>
                  </a:cubicBezTo>
                  <a:cubicBezTo>
                    <a:pt x="23164" y="12184"/>
                    <a:pt x="22326" y="4082"/>
                    <a:pt x="18135" y="2405"/>
                  </a:cubicBezTo>
                  <a:cubicBezTo>
                    <a:pt x="13944" y="729"/>
                    <a:pt x="7517" y="6037"/>
                    <a:pt x="4165" y="1414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8522014C-E17B-BB5A-B211-78506D357A1B}"/>
                </a:ext>
              </a:extLst>
            </p:cNvPr>
            <p:cNvSpPr/>
            <p:nvPr/>
          </p:nvSpPr>
          <p:spPr>
            <a:xfrm>
              <a:off x="1913550" y="2264870"/>
              <a:ext cx="86617" cy="67059"/>
            </a:xfrm>
            <a:custGeom>
              <a:avLst/>
              <a:gdLst>
                <a:gd name="connsiteX0" fmla="*/ 2959 w 86617"/>
                <a:gd name="connsiteY0" fmla="*/ 23687 h 67058"/>
                <a:gd name="connsiteX1" fmla="*/ 76165 w 86617"/>
                <a:gd name="connsiteY1" fmla="*/ 66157 h 67058"/>
                <a:gd name="connsiteX2" fmla="*/ 76165 w 86617"/>
                <a:gd name="connsiteY2" fmla="*/ 20613 h 67058"/>
                <a:gd name="connsiteX3" fmla="*/ 2959 w 86617"/>
                <a:gd name="connsiteY3" fmla="*/ 23687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17" h="67058">
                  <a:moveTo>
                    <a:pt x="2959" y="23687"/>
                  </a:moveTo>
                  <a:cubicBezTo>
                    <a:pt x="-6262" y="39613"/>
                    <a:pt x="61076" y="68672"/>
                    <a:pt x="76165" y="66157"/>
                  </a:cubicBezTo>
                  <a:cubicBezTo>
                    <a:pt x="91253" y="63643"/>
                    <a:pt x="87621" y="35143"/>
                    <a:pt x="76165" y="20613"/>
                  </a:cubicBezTo>
                  <a:cubicBezTo>
                    <a:pt x="64709" y="5805"/>
                    <a:pt x="25032" y="-13754"/>
                    <a:pt x="2959" y="23687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301AF711-4A6D-DC10-5FB7-5262F85F5A83}"/>
                </a:ext>
              </a:extLst>
            </p:cNvPr>
            <p:cNvSpPr/>
            <p:nvPr/>
          </p:nvSpPr>
          <p:spPr>
            <a:xfrm>
              <a:off x="1907594" y="2268943"/>
              <a:ext cx="36323" cy="44706"/>
            </a:xfrm>
            <a:custGeom>
              <a:avLst/>
              <a:gdLst>
                <a:gd name="connsiteX0" fmla="*/ 34061 w 36323"/>
                <a:gd name="connsiteY0" fmla="*/ 15702 h 44705"/>
                <a:gd name="connsiteX1" fmla="*/ 4164 w 36323"/>
                <a:gd name="connsiteY1" fmla="*/ 43364 h 44705"/>
                <a:gd name="connsiteX2" fmla="*/ 6120 w 36323"/>
                <a:gd name="connsiteY2" fmla="*/ 18496 h 44705"/>
                <a:gd name="connsiteX3" fmla="*/ 34061 w 36323"/>
                <a:gd name="connsiteY3" fmla="*/ 15702 h 4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44705">
                  <a:moveTo>
                    <a:pt x="34061" y="15702"/>
                  </a:moveTo>
                  <a:cubicBezTo>
                    <a:pt x="31547" y="29114"/>
                    <a:pt x="8076" y="32187"/>
                    <a:pt x="4164" y="43364"/>
                  </a:cubicBezTo>
                  <a:cubicBezTo>
                    <a:pt x="1650" y="50349"/>
                    <a:pt x="532" y="28555"/>
                    <a:pt x="6120" y="18496"/>
                  </a:cubicBezTo>
                  <a:cubicBezTo>
                    <a:pt x="11429" y="8717"/>
                    <a:pt x="38811" y="-11401"/>
                    <a:pt x="34061" y="15702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2" name="Forma libre 161">
              <a:extLst>
                <a:ext uri="{FF2B5EF4-FFF2-40B4-BE49-F238E27FC236}">
                  <a16:creationId xmlns:a16="http://schemas.microsoft.com/office/drawing/2014/main" id="{4E512BFD-0D96-2A0D-0ACE-60BF723D2FF2}"/>
                </a:ext>
              </a:extLst>
            </p:cNvPr>
            <p:cNvSpPr/>
            <p:nvPr/>
          </p:nvSpPr>
          <p:spPr>
            <a:xfrm>
              <a:off x="1945428" y="2264649"/>
              <a:ext cx="69853" cy="120147"/>
            </a:xfrm>
            <a:custGeom>
              <a:avLst/>
              <a:gdLst>
                <a:gd name="connsiteX0" fmla="*/ 25007 w 69852"/>
                <a:gd name="connsiteY0" fmla="*/ 51011 h 120146"/>
                <a:gd name="connsiteX1" fmla="*/ 18022 w 69852"/>
                <a:gd name="connsiteY1" fmla="*/ 119746 h 120146"/>
                <a:gd name="connsiteX2" fmla="*/ 64684 w 69852"/>
                <a:gd name="connsiteY2" fmla="*/ 97952 h 120146"/>
                <a:gd name="connsiteX3" fmla="*/ 2096 w 69852"/>
                <a:gd name="connsiteY3" fmla="*/ 2114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52" h="120146">
                  <a:moveTo>
                    <a:pt x="25007" y="51011"/>
                  </a:moveTo>
                  <a:cubicBezTo>
                    <a:pt x="25566" y="79232"/>
                    <a:pt x="21934" y="111923"/>
                    <a:pt x="18022" y="119746"/>
                  </a:cubicBezTo>
                  <a:cubicBezTo>
                    <a:pt x="18022" y="119746"/>
                    <a:pt x="57140" y="117511"/>
                    <a:pt x="64684" y="97952"/>
                  </a:cubicBezTo>
                  <a:cubicBezTo>
                    <a:pt x="72507" y="78393"/>
                    <a:pt x="77816" y="717"/>
                    <a:pt x="2096" y="2114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66" name="Título 165">
            <a:extLst>
              <a:ext uri="{FF2B5EF4-FFF2-40B4-BE49-F238E27FC236}">
                <a16:creationId xmlns:a16="http://schemas.microsoft.com/office/drawing/2014/main" id="{B1756683-2B2C-5777-192C-24C671F87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展示方式</a:t>
            </a:r>
            <a:endParaRPr lang="es-ES" dirty="0"/>
          </a:p>
        </p:txBody>
      </p:sp>
      <p:sp>
        <p:nvSpPr>
          <p:cNvPr id="167" name="Marcador de texto 166">
            <a:extLst>
              <a:ext uri="{FF2B5EF4-FFF2-40B4-BE49-F238E27FC236}">
                <a16:creationId xmlns:a16="http://schemas.microsoft.com/office/drawing/2014/main" id="{AFB09244-0BAC-1EAD-0623-287F2A28BE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6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6C0538-EB66-C2CE-9767-0BE42AD80D71}"/>
              </a:ext>
            </a:extLst>
          </p:cNvPr>
          <p:cNvSpPr txBox="1"/>
          <p:nvPr/>
        </p:nvSpPr>
        <p:spPr>
          <a:xfrm>
            <a:off x="5901080" y="1376837"/>
            <a:ext cx="5579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展示页中要包含：</a:t>
            </a:r>
            <a:endParaRPr lang="en-US" altLang="zh-CN" sz="2800" b="1" dirty="0"/>
          </a:p>
          <a:p>
            <a:r>
              <a:rPr lang="zh-CN" altLang="en-US" sz="2800" b="1" dirty="0"/>
              <a:t>项目活跃度趋势线</a:t>
            </a:r>
            <a:endParaRPr lang="en-US" altLang="zh-CN" sz="2800" b="1" dirty="0"/>
          </a:p>
          <a:p>
            <a:r>
              <a:rPr lang="zh-CN" altLang="en-US" sz="2800" b="1" dirty="0"/>
              <a:t>风险分布图</a:t>
            </a:r>
            <a:endParaRPr lang="en-US" altLang="zh-CN" sz="2800" b="1" dirty="0"/>
          </a:p>
          <a:p>
            <a:r>
              <a:rPr lang="zh-CN" altLang="en-US" sz="2800" b="1" dirty="0"/>
              <a:t>贡献者集中度排名</a:t>
            </a:r>
            <a:endParaRPr lang="en-US" altLang="zh-CN" sz="2800" b="1" dirty="0"/>
          </a:p>
          <a:p>
            <a:r>
              <a:rPr lang="zh-CN" altLang="en-US" sz="2800" b="1" dirty="0"/>
              <a:t>未来可能不热门的项目列表</a:t>
            </a:r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031928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E39FA-BA0E-6AE8-1453-CACF83DC4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ángulo 162">
            <a:extLst>
              <a:ext uri="{FF2B5EF4-FFF2-40B4-BE49-F238E27FC236}">
                <a16:creationId xmlns:a16="http://schemas.microsoft.com/office/drawing/2014/main" id="{0E8BAAD2-8F47-D6ED-D90F-9A21B709742E}"/>
              </a:ext>
            </a:extLst>
          </p:cNvPr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0CB57B0-3C7B-EAB9-D9DF-4C1FE856B664}"/>
              </a:ext>
            </a:extLst>
          </p:cNvPr>
          <p:cNvSpPr/>
          <p:nvPr/>
        </p:nvSpPr>
        <p:spPr>
          <a:xfrm>
            <a:off x="79255" y="300027"/>
            <a:ext cx="3984745" cy="2735273"/>
          </a:xfrm>
          <a:custGeom>
            <a:avLst/>
            <a:gdLst>
              <a:gd name="connsiteX0" fmla="*/ 0 w 4470400"/>
              <a:gd name="connsiteY0" fmla="*/ 2235200 h 4470400"/>
              <a:gd name="connsiteX1" fmla="*/ 2235200 w 4470400"/>
              <a:gd name="connsiteY1" fmla="*/ 0 h 4470400"/>
              <a:gd name="connsiteX2" fmla="*/ 4470400 w 4470400"/>
              <a:gd name="connsiteY2" fmla="*/ 2235200 h 4470400"/>
              <a:gd name="connsiteX3" fmla="*/ 2235200 w 4470400"/>
              <a:gd name="connsiteY3" fmla="*/ 4470400 h 4470400"/>
              <a:gd name="connsiteX4" fmla="*/ 0 w 4470400"/>
              <a:gd name="connsiteY4" fmla="*/ 2235200 h 4470400"/>
              <a:gd name="connsiteX0" fmla="*/ 20592 w 4490992"/>
              <a:gd name="connsiteY0" fmla="*/ 1511300 h 3746500"/>
              <a:gd name="connsiteX1" fmla="*/ 1531892 w 4490992"/>
              <a:gd name="connsiteY1" fmla="*/ 0 h 3746500"/>
              <a:gd name="connsiteX2" fmla="*/ 4490992 w 4490992"/>
              <a:gd name="connsiteY2" fmla="*/ 1511300 h 3746500"/>
              <a:gd name="connsiteX3" fmla="*/ 2255792 w 4490992"/>
              <a:gd name="connsiteY3" fmla="*/ 3746500 h 3746500"/>
              <a:gd name="connsiteX4" fmla="*/ 20592 w 4490992"/>
              <a:gd name="connsiteY4" fmla="*/ 1511300 h 3746500"/>
              <a:gd name="connsiteX0" fmla="*/ 12039 w 4965039"/>
              <a:gd name="connsiteY0" fmla="*/ 1797845 h 4044607"/>
              <a:gd name="connsiteX1" fmla="*/ 1523339 w 4965039"/>
              <a:gd name="connsiteY1" fmla="*/ 286545 h 4044607"/>
              <a:gd name="connsiteX2" fmla="*/ 4965039 w 4965039"/>
              <a:gd name="connsiteY2" fmla="*/ 769145 h 4044607"/>
              <a:gd name="connsiteX3" fmla="*/ 2247239 w 4965039"/>
              <a:gd name="connsiteY3" fmla="*/ 4033045 h 4044607"/>
              <a:gd name="connsiteX4" fmla="*/ 12039 w 4965039"/>
              <a:gd name="connsiteY4" fmla="*/ 1797845 h 4044607"/>
              <a:gd name="connsiteX0" fmla="*/ 10236 w 4963236"/>
              <a:gd name="connsiteY0" fmla="*/ 1797845 h 3200509"/>
              <a:gd name="connsiteX1" fmla="*/ 1521536 w 4963236"/>
              <a:gd name="connsiteY1" fmla="*/ 286545 h 3200509"/>
              <a:gd name="connsiteX2" fmla="*/ 4963236 w 4963236"/>
              <a:gd name="connsiteY2" fmla="*/ 769145 h 3200509"/>
              <a:gd name="connsiteX3" fmla="*/ 2181936 w 4963236"/>
              <a:gd name="connsiteY3" fmla="*/ 3182145 h 3200509"/>
              <a:gd name="connsiteX4" fmla="*/ 10236 w 4963236"/>
              <a:gd name="connsiteY4" fmla="*/ 1797845 h 3200509"/>
              <a:gd name="connsiteX0" fmla="*/ 10586 w 4963586"/>
              <a:gd name="connsiteY0" fmla="*/ 1797845 h 4107795"/>
              <a:gd name="connsiteX1" fmla="*/ 1521886 w 4963586"/>
              <a:gd name="connsiteY1" fmla="*/ 286545 h 4107795"/>
              <a:gd name="connsiteX2" fmla="*/ 4963586 w 4963586"/>
              <a:gd name="connsiteY2" fmla="*/ 769145 h 4107795"/>
              <a:gd name="connsiteX3" fmla="*/ 2194986 w 4963586"/>
              <a:gd name="connsiteY3" fmla="*/ 4096545 h 4107795"/>
              <a:gd name="connsiteX4" fmla="*/ 10586 w 4963586"/>
              <a:gd name="connsiteY4" fmla="*/ 1797845 h 4107795"/>
              <a:gd name="connsiteX0" fmla="*/ 10586 w 4963586"/>
              <a:gd name="connsiteY0" fmla="*/ 1797845 h 4139511"/>
              <a:gd name="connsiteX1" fmla="*/ 1521886 w 4963586"/>
              <a:gd name="connsiteY1" fmla="*/ 286545 h 4139511"/>
              <a:gd name="connsiteX2" fmla="*/ 4963586 w 4963586"/>
              <a:gd name="connsiteY2" fmla="*/ 769145 h 4139511"/>
              <a:gd name="connsiteX3" fmla="*/ 2194986 w 4963586"/>
              <a:gd name="connsiteY3" fmla="*/ 4096545 h 4139511"/>
              <a:gd name="connsiteX4" fmla="*/ 10586 w 4963586"/>
              <a:gd name="connsiteY4" fmla="*/ 1797845 h 4139511"/>
              <a:gd name="connsiteX0" fmla="*/ 26370 w 4979370"/>
              <a:gd name="connsiteY0" fmla="*/ 1797845 h 3246403"/>
              <a:gd name="connsiteX1" fmla="*/ 1537670 w 4979370"/>
              <a:gd name="connsiteY1" fmla="*/ 286545 h 3246403"/>
              <a:gd name="connsiteX2" fmla="*/ 4979370 w 4979370"/>
              <a:gd name="connsiteY2" fmla="*/ 769145 h 3246403"/>
              <a:gd name="connsiteX3" fmla="*/ 2680670 w 4979370"/>
              <a:gd name="connsiteY3" fmla="*/ 3182145 h 3246403"/>
              <a:gd name="connsiteX4" fmla="*/ 26370 w 4979370"/>
              <a:gd name="connsiteY4" fmla="*/ 1797845 h 3246403"/>
              <a:gd name="connsiteX0" fmla="*/ 26370 w 4979370"/>
              <a:gd name="connsiteY0" fmla="*/ 1797845 h 3378043"/>
              <a:gd name="connsiteX1" fmla="*/ 1537670 w 4979370"/>
              <a:gd name="connsiteY1" fmla="*/ 286545 h 3378043"/>
              <a:gd name="connsiteX2" fmla="*/ 4979370 w 4979370"/>
              <a:gd name="connsiteY2" fmla="*/ 769145 h 3378043"/>
              <a:gd name="connsiteX3" fmla="*/ 2680670 w 4979370"/>
              <a:gd name="connsiteY3" fmla="*/ 3182145 h 3378043"/>
              <a:gd name="connsiteX4" fmla="*/ 26370 w 4979370"/>
              <a:gd name="connsiteY4" fmla="*/ 1797845 h 3378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9370" h="3378043">
                <a:moveTo>
                  <a:pt x="26370" y="1797845"/>
                </a:moveTo>
                <a:cubicBezTo>
                  <a:pt x="-164130" y="1315245"/>
                  <a:pt x="712170" y="457995"/>
                  <a:pt x="1537670" y="286545"/>
                </a:cubicBezTo>
                <a:cubicBezTo>
                  <a:pt x="2363170" y="115095"/>
                  <a:pt x="4979370" y="-465322"/>
                  <a:pt x="4979370" y="769145"/>
                </a:cubicBezTo>
                <a:cubicBezTo>
                  <a:pt x="4979370" y="2003612"/>
                  <a:pt x="4928570" y="4013995"/>
                  <a:pt x="2680670" y="3182145"/>
                </a:cubicBezTo>
                <a:cubicBezTo>
                  <a:pt x="432770" y="2350295"/>
                  <a:pt x="216870" y="2280445"/>
                  <a:pt x="26370" y="1797845"/>
                </a:cubicBezTo>
                <a:close/>
              </a:path>
            </a:pathLst>
          </a:custGeom>
          <a:solidFill>
            <a:srgbClr val="CB62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áfico 20">
            <a:extLst>
              <a:ext uri="{FF2B5EF4-FFF2-40B4-BE49-F238E27FC236}">
                <a16:creationId xmlns:a16="http://schemas.microsoft.com/office/drawing/2014/main" id="{4398C533-E4D3-D019-EA55-5CDCDA5DECB2}"/>
              </a:ext>
            </a:extLst>
          </p:cNvPr>
          <p:cNvGrpSpPr/>
          <p:nvPr/>
        </p:nvGrpSpPr>
        <p:grpSpPr>
          <a:xfrm>
            <a:off x="666023" y="2531529"/>
            <a:ext cx="4312864" cy="3724670"/>
            <a:chOff x="964136" y="1891933"/>
            <a:chExt cx="1401555" cy="1210409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A0AE1338-9C78-4E48-060D-158CA185E3E1}"/>
                </a:ext>
              </a:extLst>
            </p:cNvPr>
            <p:cNvSpPr/>
            <p:nvPr/>
          </p:nvSpPr>
          <p:spPr>
            <a:xfrm>
              <a:off x="2077898" y="2477458"/>
              <a:ext cx="287793" cy="452646"/>
            </a:xfrm>
            <a:custGeom>
              <a:avLst/>
              <a:gdLst>
                <a:gd name="connsiteX0" fmla="*/ 63537 w 287793"/>
                <a:gd name="connsiteY0" fmla="*/ 289731 h 452646"/>
                <a:gd name="connsiteX1" fmla="*/ 102655 w 287793"/>
                <a:gd name="connsiteY1" fmla="*/ 127672 h 452646"/>
                <a:gd name="connsiteX2" fmla="*/ 74713 w 287793"/>
                <a:gd name="connsiteY2" fmla="*/ 96378 h 452646"/>
                <a:gd name="connsiteX3" fmla="*/ 123052 w 287793"/>
                <a:gd name="connsiteY3" fmla="*/ 39099 h 452646"/>
                <a:gd name="connsiteX4" fmla="*/ 148757 w 287793"/>
                <a:gd name="connsiteY4" fmla="*/ 15069 h 452646"/>
                <a:gd name="connsiteX5" fmla="*/ 159096 w 287793"/>
                <a:gd name="connsiteY5" fmla="*/ 24290 h 452646"/>
                <a:gd name="connsiteX6" fmla="*/ 188154 w 287793"/>
                <a:gd name="connsiteY6" fmla="*/ 6687 h 452646"/>
                <a:gd name="connsiteX7" fmla="*/ 231463 w 287793"/>
                <a:gd name="connsiteY7" fmla="*/ 17025 h 452646"/>
                <a:gd name="connsiteX8" fmla="*/ 260242 w 287793"/>
                <a:gd name="connsiteY8" fmla="*/ 63966 h 452646"/>
                <a:gd name="connsiteX9" fmla="*/ 249904 w 287793"/>
                <a:gd name="connsiteY9" fmla="*/ 107275 h 452646"/>
                <a:gd name="connsiteX10" fmla="*/ 220845 w 287793"/>
                <a:gd name="connsiteY10" fmla="*/ 124878 h 452646"/>
                <a:gd name="connsiteX11" fmla="*/ 230066 w 287793"/>
                <a:gd name="connsiteY11" fmla="*/ 191657 h 452646"/>
                <a:gd name="connsiteX12" fmla="*/ 262757 w 287793"/>
                <a:gd name="connsiteY12" fmla="*/ 200878 h 452646"/>
                <a:gd name="connsiteX13" fmla="*/ 284551 w 287793"/>
                <a:gd name="connsiteY13" fmla="*/ 239716 h 452646"/>
                <a:gd name="connsiteX14" fmla="*/ 269742 w 287793"/>
                <a:gd name="connsiteY14" fmla="*/ 292804 h 452646"/>
                <a:gd name="connsiteX15" fmla="*/ 230904 w 287793"/>
                <a:gd name="connsiteY15" fmla="*/ 314598 h 452646"/>
                <a:gd name="connsiteX16" fmla="*/ 198213 w 287793"/>
                <a:gd name="connsiteY16" fmla="*/ 305378 h 452646"/>
                <a:gd name="connsiteX17" fmla="*/ 167199 w 287793"/>
                <a:gd name="connsiteY17" fmla="*/ 346451 h 452646"/>
                <a:gd name="connsiteX18" fmla="*/ 184801 w 287793"/>
                <a:gd name="connsiteY18" fmla="*/ 375510 h 452646"/>
                <a:gd name="connsiteX19" fmla="*/ 174463 w 287793"/>
                <a:gd name="connsiteY19" fmla="*/ 418819 h 452646"/>
                <a:gd name="connsiteX20" fmla="*/ 127522 w 287793"/>
                <a:gd name="connsiteY20" fmla="*/ 447598 h 452646"/>
                <a:gd name="connsiteX21" fmla="*/ 84213 w 287793"/>
                <a:gd name="connsiteY21" fmla="*/ 437260 h 452646"/>
                <a:gd name="connsiteX22" fmla="*/ 66611 w 287793"/>
                <a:gd name="connsiteY22" fmla="*/ 408201 h 452646"/>
                <a:gd name="connsiteX23" fmla="*/ 15199 w 287793"/>
                <a:gd name="connsiteY23" fmla="*/ 417142 h 452646"/>
                <a:gd name="connsiteX24" fmla="*/ 2346 w 287793"/>
                <a:gd name="connsiteY24" fmla="*/ 307613 h 452646"/>
                <a:gd name="connsiteX25" fmla="*/ 63537 w 287793"/>
                <a:gd name="connsiteY25" fmla="*/ 289731 h 4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7793" h="452646">
                  <a:moveTo>
                    <a:pt x="63537" y="289731"/>
                  </a:moveTo>
                  <a:cubicBezTo>
                    <a:pt x="119140" y="255922"/>
                    <a:pt x="136463" y="183275"/>
                    <a:pt x="102655" y="127672"/>
                  </a:cubicBezTo>
                  <a:cubicBezTo>
                    <a:pt x="95110" y="115378"/>
                    <a:pt x="85610" y="105040"/>
                    <a:pt x="74713" y="96378"/>
                  </a:cubicBezTo>
                  <a:cubicBezTo>
                    <a:pt x="88684" y="76540"/>
                    <a:pt x="104890" y="57260"/>
                    <a:pt x="123052" y="39099"/>
                  </a:cubicBezTo>
                  <a:cubicBezTo>
                    <a:pt x="131434" y="30716"/>
                    <a:pt x="140096" y="22613"/>
                    <a:pt x="148757" y="15069"/>
                  </a:cubicBezTo>
                  <a:cubicBezTo>
                    <a:pt x="152110" y="18143"/>
                    <a:pt x="155743" y="20937"/>
                    <a:pt x="159096" y="24290"/>
                  </a:cubicBezTo>
                  <a:lnTo>
                    <a:pt x="188154" y="6687"/>
                  </a:lnTo>
                  <a:cubicBezTo>
                    <a:pt x="202963" y="-2254"/>
                    <a:pt x="222243" y="2217"/>
                    <a:pt x="231463" y="17025"/>
                  </a:cubicBezTo>
                  <a:lnTo>
                    <a:pt x="260242" y="63966"/>
                  </a:lnTo>
                  <a:cubicBezTo>
                    <a:pt x="269184" y="78775"/>
                    <a:pt x="264713" y="98054"/>
                    <a:pt x="249904" y="107275"/>
                  </a:cubicBezTo>
                  <a:lnTo>
                    <a:pt x="220845" y="124878"/>
                  </a:lnTo>
                  <a:cubicBezTo>
                    <a:pt x="227272" y="146951"/>
                    <a:pt x="230345" y="169304"/>
                    <a:pt x="230066" y="191657"/>
                  </a:cubicBezTo>
                  <a:lnTo>
                    <a:pt x="262757" y="200878"/>
                  </a:lnTo>
                  <a:cubicBezTo>
                    <a:pt x="279522" y="205628"/>
                    <a:pt x="289301" y="222951"/>
                    <a:pt x="284551" y="239716"/>
                  </a:cubicBezTo>
                  <a:lnTo>
                    <a:pt x="269742" y="292804"/>
                  </a:lnTo>
                  <a:cubicBezTo>
                    <a:pt x="264992" y="309569"/>
                    <a:pt x="247669" y="319348"/>
                    <a:pt x="230904" y="314598"/>
                  </a:cubicBezTo>
                  <a:lnTo>
                    <a:pt x="198213" y="305378"/>
                  </a:lnTo>
                  <a:cubicBezTo>
                    <a:pt x="189551" y="320186"/>
                    <a:pt x="179213" y="333877"/>
                    <a:pt x="167199" y="346451"/>
                  </a:cubicBezTo>
                  <a:lnTo>
                    <a:pt x="184801" y="375510"/>
                  </a:lnTo>
                  <a:cubicBezTo>
                    <a:pt x="193743" y="390319"/>
                    <a:pt x="189272" y="409598"/>
                    <a:pt x="174463" y="418819"/>
                  </a:cubicBezTo>
                  <a:lnTo>
                    <a:pt x="127522" y="447598"/>
                  </a:lnTo>
                  <a:cubicBezTo>
                    <a:pt x="112713" y="456539"/>
                    <a:pt x="93434" y="452068"/>
                    <a:pt x="84213" y="437260"/>
                  </a:cubicBezTo>
                  <a:lnTo>
                    <a:pt x="66611" y="408201"/>
                  </a:lnTo>
                  <a:cubicBezTo>
                    <a:pt x="49566" y="413230"/>
                    <a:pt x="32522" y="416024"/>
                    <a:pt x="15199" y="417142"/>
                  </a:cubicBezTo>
                  <a:cubicBezTo>
                    <a:pt x="5419" y="381936"/>
                    <a:pt x="949" y="344775"/>
                    <a:pt x="2346" y="307613"/>
                  </a:cubicBezTo>
                  <a:cubicBezTo>
                    <a:pt x="23022" y="306775"/>
                    <a:pt x="44258" y="301466"/>
                    <a:pt x="63537" y="289731"/>
                  </a:cubicBezTo>
                  <a:close/>
                </a:path>
              </a:pathLst>
            </a:custGeom>
            <a:solidFill>
              <a:srgbClr val="5E91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BFE16618-8ED1-4E1F-C75A-3DC941AE65DD}"/>
                </a:ext>
              </a:extLst>
            </p:cNvPr>
            <p:cNvSpPr/>
            <p:nvPr/>
          </p:nvSpPr>
          <p:spPr>
            <a:xfrm>
              <a:off x="996268" y="2112668"/>
              <a:ext cx="1112056" cy="790734"/>
            </a:xfrm>
            <a:custGeom>
              <a:avLst/>
              <a:gdLst>
                <a:gd name="connsiteX0" fmla="*/ 1093476 w 1112056"/>
                <a:gd name="connsiteY0" fmla="*/ 791153 h 790733"/>
                <a:gd name="connsiteX1" fmla="*/ 21375 w 1112056"/>
                <a:gd name="connsiteY1" fmla="*/ 791153 h 790733"/>
                <a:gd name="connsiteX2" fmla="*/ 2096 w 1112056"/>
                <a:gd name="connsiteY2" fmla="*/ 771873 h 790733"/>
                <a:gd name="connsiteX3" fmla="*/ 2096 w 1112056"/>
                <a:gd name="connsiteY3" fmla="*/ 21375 h 790733"/>
                <a:gd name="connsiteX4" fmla="*/ 21375 w 1112056"/>
                <a:gd name="connsiteY4" fmla="*/ 2096 h 790733"/>
                <a:gd name="connsiteX5" fmla="*/ 1093196 w 1112056"/>
                <a:gd name="connsiteY5" fmla="*/ 2096 h 790733"/>
                <a:gd name="connsiteX6" fmla="*/ 1112475 w 1112056"/>
                <a:gd name="connsiteY6" fmla="*/ 21375 h 790733"/>
                <a:gd name="connsiteX7" fmla="*/ 1112475 w 1112056"/>
                <a:gd name="connsiteY7" fmla="*/ 771873 h 790733"/>
                <a:gd name="connsiteX8" fmla="*/ 1093476 w 1112056"/>
                <a:gd name="connsiteY8" fmla="*/ 791153 h 79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056" h="790733">
                  <a:moveTo>
                    <a:pt x="1093476" y="791153"/>
                  </a:moveTo>
                  <a:lnTo>
                    <a:pt x="21375" y="791153"/>
                  </a:lnTo>
                  <a:cubicBezTo>
                    <a:pt x="10757" y="791153"/>
                    <a:pt x="2096" y="782491"/>
                    <a:pt x="2096" y="771873"/>
                  </a:cubicBezTo>
                  <a:lnTo>
                    <a:pt x="2096" y="21375"/>
                  </a:lnTo>
                  <a:cubicBezTo>
                    <a:pt x="2096" y="10757"/>
                    <a:pt x="10757" y="2096"/>
                    <a:pt x="21375" y="2096"/>
                  </a:cubicBezTo>
                  <a:lnTo>
                    <a:pt x="1093196" y="2096"/>
                  </a:lnTo>
                  <a:cubicBezTo>
                    <a:pt x="1103814" y="2096"/>
                    <a:pt x="1112475" y="10757"/>
                    <a:pt x="1112475" y="21375"/>
                  </a:cubicBezTo>
                  <a:lnTo>
                    <a:pt x="1112475" y="771873"/>
                  </a:lnTo>
                  <a:cubicBezTo>
                    <a:pt x="1112755" y="782491"/>
                    <a:pt x="1104093" y="791153"/>
                    <a:pt x="1093476" y="79115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073527DA-1F79-CA0D-B831-CBF8E526130A}"/>
                </a:ext>
              </a:extLst>
            </p:cNvPr>
            <p:cNvSpPr/>
            <p:nvPr/>
          </p:nvSpPr>
          <p:spPr>
            <a:xfrm>
              <a:off x="1011077" y="2123006"/>
              <a:ext cx="1084115" cy="771175"/>
            </a:xfrm>
            <a:custGeom>
              <a:avLst/>
              <a:gdLst>
                <a:gd name="connsiteX0" fmla="*/ 1068049 w 1084115"/>
                <a:gd name="connsiteY0" fmla="*/ 770476 h 771174"/>
                <a:gd name="connsiteX1" fmla="*/ 17463 w 1084115"/>
                <a:gd name="connsiteY1" fmla="*/ 770476 h 771174"/>
                <a:gd name="connsiteX2" fmla="*/ 2096 w 1084115"/>
                <a:gd name="connsiteY2" fmla="*/ 755109 h 771174"/>
                <a:gd name="connsiteX3" fmla="*/ 2096 w 1084115"/>
                <a:gd name="connsiteY3" fmla="*/ 17463 h 771174"/>
                <a:gd name="connsiteX4" fmla="*/ 17463 w 1084115"/>
                <a:gd name="connsiteY4" fmla="*/ 2096 h 771174"/>
                <a:gd name="connsiteX5" fmla="*/ 1068049 w 1084115"/>
                <a:gd name="connsiteY5" fmla="*/ 2096 h 771174"/>
                <a:gd name="connsiteX6" fmla="*/ 1083417 w 1084115"/>
                <a:gd name="connsiteY6" fmla="*/ 17463 h 771174"/>
                <a:gd name="connsiteX7" fmla="*/ 1083417 w 1084115"/>
                <a:gd name="connsiteY7" fmla="*/ 755109 h 771174"/>
                <a:gd name="connsiteX8" fmla="*/ 1068049 w 1084115"/>
                <a:gd name="connsiteY8" fmla="*/ 770476 h 77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4115" h="771174">
                  <a:moveTo>
                    <a:pt x="1068049" y="770476"/>
                  </a:moveTo>
                  <a:lnTo>
                    <a:pt x="17463" y="770476"/>
                  </a:lnTo>
                  <a:cubicBezTo>
                    <a:pt x="9081" y="770476"/>
                    <a:pt x="2096" y="763491"/>
                    <a:pt x="2096" y="755109"/>
                  </a:cubicBezTo>
                  <a:lnTo>
                    <a:pt x="2096" y="17463"/>
                  </a:lnTo>
                  <a:cubicBezTo>
                    <a:pt x="2096" y="9081"/>
                    <a:pt x="9081" y="2096"/>
                    <a:pt x="17463" y="2096"/>
                  </a:cubicBezTo>
                  <a:lnTo>
                    <a:pt x="1068049" y="2096"/>
                  </a:lnTo>
                  <a:cubicBezTo>
                    <a:pt x="1076431" y="2096"/>
                    <a:pt x="1083417" y="9081"/>
                    <a:pt x="1083417" y="17463"/>
                  </a:cubicBezTo>
                  <a:lnTo>
                    <a:pt x="1083417" y="755109"/>
                  </a:lnTo>
                  <a:cubicBezTo>
                    <a:pt x="1083417" y="763491"/>
                    <a:pt x="1076431" y="770476"/>
                    <a:pt x="1068049" y="77047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E3415CB1-3742-532E-9691-FE9DCA2A2539}"/>
                </a:ext>
              </a:extLst>
            </p:cNvPr>
            <p:cNvSpPr/>
            <p:nvPr/>
          </p:nvSpPr>
          <p:spPr>
            <a:xfrm>
              <a:off x="1057739" y="2159050"/>
              <a:ext cx="991910" cy="667793"/>
            </a:xfrm>
            <a:custGeom>
              <a:avLst/>
              <a:gdLst>
                <a:gd name="connsiteX0" fmla="*/ 980314 w 991909"/>
                <a:gd name="connsiteY0" fmla="*/ 666535 h 667792"/>
                <a:gd name="connsiteX1" fmla="*/ 11596 w 991909"/>
                <a:gd name="connsiteY1" fmla="*/ 666535 h 667792"/>
                <a:gd name="connsiteX2" fmla="*/ 2096 w 991909"/>
                <a:gd name="connsiteY2" fmla="*/ 657035 h 667792"/>
                <a:gd name="connsiteX3" fmla="*/ 2096 w 991909"/>
                <a:gd name="connsiteY3" fmla="*/ 11596 h 667792"/>
                <a:gd name="connsiteX4" fmla="*/ 11596 w 991909"/>
                <a:gd name="connsiteY4" fmla="*/ 2096 h 667792"/>
                <a:gd name="connsiteX5" fmla="*/ 980593 w 991909"/>
                <a:gd name="connsiteY5" fmla="*/ 2096 h 667792"/>
                <a:gd name="connsiteX6" fmla="*/ 990093 w 991909"/>
                <a:gd name="connsiteY6" fmla="*/ 11596 h 667792"/>
                <a:gd name="connsiteX7" fmla="*/ 990093 w 991909"/>
                <a:gd name="connsiteY7" fmla="*/ 657035 h 667792"/>
                <a:gd name="connsiteX8" fmla="*/ 980314 w 991909"/>
                <a:gd name="connsiteY8" fmla="*/ 666535 h 6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1909" h="667792">
                  <a:moveTo>
                    <a:pt x="980314" y="666535"/>
                  </a:moveTo>
                  <a:lnTo>
                    <a:pt x="11596" y="666535"/>
                  </a:lnTo>
                  <a:cubicBezTo>
                    <a:pt x="6287" y="666535"/>
                    <a:pt x="2096" y="662344"/>
                    <a:pt x="2096" y="657035"/>
                  </a:cubicBezTo>
                  <a:lnTo>
                    <a:pt x="2096" y="11596"/>
                  </a:lnTo>
                  <a:cubicBezTo>
                    <a:pt x="2096" y="6287"/>
                    <a:pt x="6287" y="2096"/>
                    <a:pt x="11596" y="2096"/>
                  </a:cubicBezTo>
                  <a:lnTo>
                    <a:pt x="980593" y="2096"/>
                  </a:lnTo>
                  <a:cubicBezTo>
                    <a:pt x="985902" y="2096"/>
                    <a:pt x="990093" y="6287"/>
                    <a:pt x="990093" y="11596"/>
                  </a:cubicBezTo>
                  <a:lnTo>
                    <a:pt x="990093" y="657035"/>
                  </a:lnTo>
                  <a:cubicBezTo>
                    <a:pt x="989814" y="662344"/>
                    <a:pt x="985623" y="666535"/>
                    <a:pt x="980314" y="666535"/>
                  </a:cubicBezTo>
                  <a:close/>
                </a:path>
              </a:pathLst>
            </a:custGeom>
            <a:solidFill>
              <a:srgbClr val="3F65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A690C6D-B6B8-C316-2FA6-BF49087B0C63}"/>
                </a:ext>
              </a:extLst>
            </p:cNvPr>
            <p:cNvSpPr/>
            <p:nvPr/>
          </p:nvSpPr>
          <p:spPr>
            <a:xfrm>
              <a:off x="964136" y="2860931"/>
              <a:ext cx="1179115" cy="64265"/>
            </a:xfrm>
            <a:custGeom>
              <a:avLst/>
              <a:gdLst>
                <a:gd name="connsiteX0" fmla="*/ 7404 w 1179114"/>
                <a:gd name="connsiteY0" fmla="*/ 2096 h 64264"/>
                <a:gd name="connsiteX1" fmla="*/ 2096 w 1179114"/>
                <a:gd name="connsiteY1" fmla="*/ 21934 h 64264"/>
                <a:gd name="connsiteX2" fmla="*/ 43728 w 1179114"/>
                <a:gd name="connsiteY2" fmla="*/ 63566 h 64264"/>
                <a:gd name="connsiteX3" fmla="*/ 1135387 w 1179114"/>
                <a:gd name="connsiteY3" fmla="*/ 63566 h 64264"/>
                <a:gd name="connsiteX4" fmla="*/ 1177019 w 1179114"/>
                <a:gd name="connsiteY4" fmla="*/ 21934 h 64264"/>
                <a:gd name="connsiteX5" fmla="*/ 1171711 w 1179114"/>
                <a:gd name="connsiteY5" fmla="*/ 2096 h 64264"/>
                <a:gd name="connsiteX6" fmla="*/ 7404 w 1179114"/>
                <a:gd name="connsiteY6" fmla="*/ 2096 h 6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9114" h="64264">
                  <a:moveTo>
                    <a:pt x="7404" y="2096"/>
                  </a:moveTo>
                  <a:cubicBezTo>
                    <a:pt x="4331" y="7963"/>
                    <a:pt x="2096" y="14669"/>
                    <a:pt x="2096" y="21934"/>
                  </a:cubicBezTo>
                  <a:cubicBezTo>
                    <a:pt x="2096" y="44846"/>
                    <a:pt x="20816" y="63566"/>
                    <a:pt x="43728" y="63566"/>
                  </a:cubicBezTo>
                  <a:lnTo>
                    <a:pt x="1135387" y="63566"/>
                  </a:lnTo>
                  <a:cubicBezTo>
                    <a:pt x="1158299" y="63566"/>
                    <a:pt x="1177019" y="44846"/>
                    <a:pt x="1177019" y="21934"/>
                  </a:cubicBezTo>
                  <a:cubicBezTo>
                    <a:pt x="1177019" y="14669"/>
                    <a:pt x="1175064" y="7963"/>
                    <a:pt x="1171711" y="2096"/>
                  </a:cubicBezTo>
                  <a:lnTo>
                    <a:pt x="7404" y="2096"/>
                  </a:ln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804AA952-F3C8-4D4A-4F39-524742212C77}"/>
                </a:ext>
              </a:extLst>
            </p:cNvPr>
            <p:cNvSpPr/>
            <p:nvPr/>
          </p:nvSpPr>
          <p:spPr>
            <a:xfrm>
              <a:off x="969445" y="2900328"/>
              <a:ext cx="1167939" cy="25147"/>
            </a:xfrm>
            <a:custGeom>
              <a:avLst/>
              <a:gdLst>
                <a:gd name="connsiteX0" fmla="*/ 2096 w 1167938"/>
                <a:gd name="connsiteY0" fmla="*/ 2096 h 25147"/>
                <a:gd name="connsiteX1" fmla="*/ 38698 w 1167938"/>
                <a:gd name="connsiteY1" fmla="*/ 23890 h 25147"/>
                <a:gd name="connsiteX2" fmla="*/ 1130358 w 1167938"/>
                <a:gd name="connsiteY2" fmla="*/ 23890 h 25147"/>
                <a:gd name="connsiteX3" fmla="*/ 1166961 w 1167938"/>
                <a:gd name="connsiteY3" fmla="*/ 2096 h 25147"/>
                <a:gd name="connsiteX4" fmla="*/ 2096 w 1167938"/>
                <a:gd name="connsiteY4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938" h="25147">
                  <a:moveTo>
                    <a:pt x="2096" y="2096"/>
                  </a:moveTo>
                  <a:cubicBezTo>
                    <a:pt x="9081" y="15228"/>
                    <a:pt x="22772" y="23890"/>
                    <a:pt x="38698" y="23890"/>
                  </a:cubicBezTo>
                  <a:lnTo>
                    <a:pt x="1130358" y="23890"/>
                  </a:lnTo>
                  <a:cubicBezTo>
                    <a:pt x="1146284" y="23890"/>
                    <a:pt x="1159696" y="14949"/>
                    <a:pt x="1166961" y="2096"/>
                  </a:cubicBezTo>
                  <a:lnTo>
                    <a:pt x="2096" y="2096"/>
                  </a:lnTo>
                  <a:close/>
                </a:path>
              </a:pathLst>
            </a:custGeom>
            <a:solidFill>
              <a:srgbClr val="C9D6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DC3731A-FBFC-E30B-DB0F-FB9AA0F815F3}"/>
                </a:ext>
              </a:extLst>
            </p:cNvPr>
            <p:cNvSpPr/>
            <p:nvPr/>
          </p:nvSpPr>
          <p:spPr>
            <a:xfrm>
              <a:off x="1316194" y="2112668"/>
              <a:ext cx="793528" cy="516911"/>
            </a:xfrm>
            <a:custGeom>
              <a:avLst/>
              <a:gdLst>
                <a:gd name="connsiteX0" fmla="*/ 743094 w 793527"/>
                <a:gd name="connsiteY0" fmla="*/ 2096 h 516910"/>
                <a:gd name="connsiteX1" fmla="*/ 2096 w 793527"/>
                <a:gd name="connsiteY1" fmla="*/ 2096 h 516910"/>
                <a:gd name="connsiteX2" fmla="*/ 2096 w 793527"/>
                <a:gd name="connsiteY2" fmla="*/ 497492 h 516910"/>
                <a:gd name="connsiteX3" fmla="*/ 21934 w 793527"/>
                <a:gd name="connsiteY3" fmla="*/ 517330 h 516910"/>
                <a:gd name="connsiteX4" fmla="*/ 792829 w 793527"/>
                <a:gd name="connsiteY4" fmla="*/ 517330 h 516910"/>
                <a:gd name="connsiteX5" fmla="*/ 792829 w 793527"/>
                <a:gd name="connsiteY5" fmla="*/ 51831 h 516910"/>
                <a:gd name="connsiteX6" fmla="*/ 743094 w 793527"/>
                <a:gd name="connsiteY6" fmla="*/ 2096 h 51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3527" h="516910">
                  <a:moveTo>
                    <a:pt x="743094" y="2096"/>
                  </a:moveTo>
                  <a:lnTo>
                    <a:pt x="2096" y="2096"/>
                  </a:lnTo>
                  <a:lnTo>
                    <a:pt x="2096" y="497492"/>
                  </a:lnTo>
                  <a:cubicBezTo>
                    <a:pt x="2096" y="508389"/>
                    <a:pt x="11037" y="517330"/>
                    <a:pt x="21934" y="517330"/>
                  </a:cubicBezTo>
                  <a:lnTo>
                    <a:pt x="792829" y="517330"/>
                  </a:lnTo>
                  <a:lnTo>
                    <a:pt x="792829" y="51831"/>
                  </a:lnTo>
                  <a:cubicBezTo>
                    <a:pt x="792829" y="24448"/>
                    <a:pt x="770476" y="2096"/>
                    <a:pt x="743094" y="2096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BDD2F6E2-3235-24E3-7637-A41234A78664}"/>
                </a:ext>
              </a:extLst>
            </p:cNvPr>
            <p:cNvSpPr/>
            <p:nvPr/>
          </p:nvSpPr>
          <p:spPr>
            <a:xfrm>
              <a:off x="1343297" y="2055109"/>
              <a:ext cx="871763" cy="553234"/>
            </a:xfrm>
            <a:custGeom>
              <a:avLst/>
              <a:gdLst>
                <a:gd name="connsiteX0" fmla="*/ 862123 w 871762"/>
                <a:gd name="connsiteY0" fmla="*/ 552536 h 553234"/>
                <a:gd name="connsiteX1" fmla="*/ 9919 w 871762"/>
                <a:gd name="connsiteY1" fmla="*/ 552536 h 553234"/>
                <a:gd name="connsiteX2" fmla="*/ 2096 w 871762"/>
                <a:gd name="connsiteY2" fmla="*/ 544712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53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536"/>
                  </a:moveTo>
                  <a:lnTo>
                    <a:pt x="9919" y="552536"/>
                  </a:lnTo>
                  <a:cubicBezTo>
                    <a:pt x="5728" y="552536"/>
                    <a:pt x="2096" y="549183"/>
                    <a:pt x="2096" y="544712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536"/>
                    <a:pt x="862123" y="552536"/>
                  </a:cubicBezTo>
                  <a:close/>
                </a:path>
              </a:pathLst>
            </a:custGeom>
            <a:solidFill>
              <a:srgbClr val="E4E9F7">
                <a:alpha val="21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43162395-56E5-8553-28DB-9BF3D3A3D3AB}"/>
                </a:ext>
              </a:extLst>
            </p:cNvPr>
            <p:cNvSpPr/>
            <p:nvPr/>
          </p:nvSpPr>
          <p:spPr>
            <a:xfrm>
              <a:off x="1377944" y="2017947"/>
              <a:ext cx="871763" cy="553234"/>
            </a:xfrm>
            <a:custGeom>
              <a:avLst/>
              <a:gdLst>
                <a:gd name="connsiteX0" fmla="*/ 862123 w 871762"/>
                <a:gd name="connsiteY0" fmla="*/ 552256 h 553234"/>
                <a:gd name="connsiteX1" fmla="*/ 9919 w 871762"/>
                <a:gd name="connsiteY1" fmla="*/ 552256 h 553234"/>
                <a:gd name="connsiteX2" fmla="*/ 2096 w 871762"/>
                <a:gd name="connsiteY2" fmla="*/ 544433 h 553234"/>
                <a:gd name="connsiteX3" fmla="*/ 2096 w 871762"/>
                <a:gd name="connsiteY3" fmla="*/ 9919 h 553234"/>
                <a:gd name="connsiteX4" fmla="*/ 9919 w 871762"/>
                <a:gd name="connsiteY4" fmla="*/ 2096 h 553234"/>
                <a:gd name="connsiteX5" fmla="*/ 862123 w 871762"/>
                <a:gd name="connsiteY5" fmla="*/ 2096 h 553234"/>
                <a:gd name="connsiteX6" fmla="*/ 869947 w 871762"/>
                <a:gd name="connsiteY6" fmla="*/ 9919 h 553234"/>
                <a:gd name="connsiteX7" fmla="*/ 869947 w 871762"/>
                <a:gd name="connsiteY7" fmla="*/ 544712 h 553234"/>
                <a:gd name="connsiteX8" fmla="*/ 862123 w 871762"/>
                <a:gd name="connsiteY8" fmla="*/ 552256 h 55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71762" h="553234">
                  <a:moveTo>
                    <a:pt x="862123" y="552256"/>
                  </a:moveTo>
                  <a:lnTo>
                    <a:pt x="9919" y="552256"/>
                  </a:lnTo>
                  <a:cubicBezTo>
                    <a:pt x="5728" y="552256"/>
                    <a:pt x="2096" y="548903"/>
                    <a:pt x="2096" y="544433"/>
                  </a:cubicBezTo>
                  <a:lnTo>
                    <a:pt x="2096" y="9919"/>
                  </a:lnTo>
                  <a:cubicBezTo>
                    <a:pt x="2096" y="5728"/>
                    <a:pt x="5449" y="2096"/>
                    <a:pt x="9919" y="2096"/>
                  </a:cubicBezTo>
                  <a:lnTo>
                    <a:pt x="862123" y="2096"/>
                  </a:lnTo>
                  <a:cubicBezTo>
                    <a:pt x="866314" y="2096"/>
                    <a:pt x="869947" y="5449"/>
                    <a:pt x="869947" y="9919"/>
                  </a:cubicBezTo>
                  <a:lnTo>
                    <a:pt x="869947" y="544712"/>
                  </a:lnTo>
                  <a:cubicBezTo>
                    <a:pt x="869667" y="548903"/>
                    <a:pt x="866314" y="552256"/>
                    <a:pt x="862123" y="552256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F9EEDA6F-B6A0-1C9E-B54E-A83ECAD208A8}"/>
                </a:ext>
              </a:extLst>
            </p:cNvPr>
            <p:cNvSpPr/>
            <p:nvPr/>
          </p:nvSpPr>
          <p:spPr>
            <a:xfrm>
              <a:off x="1117533" y="2275844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97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424261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DC485AC4-C65B-E9B8-1BEA-9AF9D8A9465D}"/>
                </a:ext>
              </a:extLst>
            </p:cNvPr>
            <p:cNvSpPr/>
            <p:nvPr/>
          </p:nvSpPr>
          <p:spPr>
            <a:xfrm>
              <a:off x="1111106" y="2446843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030D2773-E38F-329A-D53E-DE9305F006D1}"/>
                </a:ext>
              </a:extLst>
            </p:cNvPr>
            <p:cNvSpPr/>
            <p:nvPr/>
          </p:nvSpPr>
          <p:spPr>
            <a:xfrm>
              <a:off x="1111106" y="2614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31A706EB-FB68-E17E-0688-EE0FCB54F7F6}"/>
                </a:ext>
              </a:extLst>
            </p:cNvPr>
            <p:cNvSpPr/>
            <p:nvPr/>
          </p:nvSpPr>
          <p:spPr>
            <a:xfrm>
              <a:off x="1138328" y="2633211"/>
              <a:ext cx="55882" cy="81029"/>
            </a:xfrm>
            <a:custGeom>
              <a:avLst/>
              <a:gdLst>
                <a:gd name="connsiteX0" fmla="*/ 55904 w 55882"/>
                <a:gd name="connsiteY0" fmla="*/ 28919 h 81029"/>
                <a:gd name="connsiteX1" fmla="*/ 29080 w 55882"/>
                <a:gd name="connsiteY1" fmla="*/ 2096 h 81029"/>
                <a:gd name="connsiteX2" fmla="*/ 2257 w 55882"/>
                <a:gd name="connsiteY2" fmla="*/ 28919 h 81029"/>
                <a:gd name="connsiteX3" fmla="*/ 29080 w 55882"/>
                <a:gd name="connsiteY3" fmla="*/ 79772 h 81029"/>
                <a:gd name="connsiteX4" fmla="*/ 55904 w 55882"/>
                <a:gd name="connsiteY4" fmla="*/ 28919 h 8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82" h="81029">
                  <a:moveTo>
                    <a:pt x="55904" y="28919"/>
                  </a:moveTo>
                  <a:cubicBezTo>
                    <a:pt x="55904" y="14110"/>
                    <a:pt x="43889" y="2096"/>
                    <a:pt x="29080" y="2096"/>
                  </a:cubicBezTo>
                  <a:cubicBezTo>
                    <a:pt x="14271" y="2096"/>
                    <a:pt x="2257" y="14110"/>
                    <a:pt x="2257" y="28919"/>
                  </a:cubicBezTo>
                  <a:cubicBezTo>
                    <a:pt x="2257" y="28919"/>
                    <a:pt x="-1655" y="57419"/>
                    <a:pt x="29080" y="79772"/>
                  </a:cubicBezTo>
                  <a:cubicBezTo>
                    <a:pt x="59536" y="57419"/>
                    <a:pt x="55904" y="28919"/>
                    <a:pt x="55904" y="2891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6FC235D-D78B-7E87-AAE9-E56573DBB6F3}"/>
                </a:ext>
              </a:extLst>
            </p:cNvPr>
            <p:cNvSpPr/>
            <p:nvPr/>
          </p:nvSpPr>
          <p:spPr>
            <a:xfrm>
              <a:off x="1145703" y="2640425"/>
              <a:ext cx="41912" cy="41912"/>
            </a:xfrm>
            <a:custGeom>
              <a:avLst/>
              <a:gdLst>
                <a:gd name="connsiteX0" fmla="*/ 23102 w 41911"/>
                <a:gd name="connsiteY0" fmla="*/ 40984 h 41911"/>
                <a:gd name="connsiteX1" fmla="*/ 2146 w 41911"/>
                <a:gd name="connsiteY1" fmla="*/ 20028 h 41911"/>
                <a:gd name="connsiteX2" fmla="*/ 20028 w 41911"/>
                <a:gd name="connsiteY2" fmla="*/ 2146 h 41911"/>
                <a:gd name="connsiteX3" fmla="*/ 40984 w 41911"/>
                <a:gd name="connsiteY3" fmla="*/ 23102 h 41911"/>
                <a:gd name="connsiteX4" fmla="*/ 23102 w 41911"/>
                <a:gd name="connsiteY4" fmla="*/ 40984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911" h="41911">
                  <a:moveTo>
                    <a:pt x="23102" y="40984"/>
                  </a:moveTo>
                  <a:cubicBezTo>
                    <a:pt x="11087" y="41822"/>
                    <a:pt x="1308" y="32043"/>
                    <a:pt x="2146" y="20028"/>
                  </a:cubicBezTo>
                  <a:cubicBezTo>
                    <a:pt x="2984" y="10528"/>
                    <a:pt x="10528" y="2984"/>
                    <a:pt x="20028" y="2146"/>
                  </a:cubicBezTo>
                  <a:cubicBezTo>
                    <a:pt x="32043" y="1308"/>
                    <a:pt x="41822" y="11087"/>
                    <a:pt x="40984" y="23102"/>
                  </a:cubicBezTo>
                  <a:cubicBezTo>
                    <a:pt x="40146" y="32602"/>
                    <a:pt x="32602" y="40425"/>
                    <a:pt x="23102" y="40984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6CD9A467-7A14-19D5-17CD-A38B287008B9}"/>
                </a:ext>
              </a:extLst>
            </p:cNvPr>
            <p:cNvSpPr/>
            <p:nvPr/>
          </p:nvSpPr>
          <p:spPr>
            <a:xfrm>
              <a:off x="1127592" y="2466961"/>
              <a:ext cx="78235" cy="78235"/>
            </a:xfrm>
            <a:custGeom>
              <a:avLst/>
              <a:gdLst>
                <a:gd name="connsiteX0" fmla="*/ 76419 w 78235"/>
                <a:gd name="connsiteY0" fmla="*/ 39257 h 78235"/>
                <a:gd name="connsiteX1" fmla="*/ 39257 w 78235"/>
                <a:gd name="connsiteY1" fmla="*/ 76419 h 78235"/>
                <a:gd name="connsiteX2" fmla="*/ 2096 w 78235"/>
                <a:gd name="connsiteY2" fmla="*/ 39257 h 78235"/>
                <a:gd name="connsiteX3" fmla="*/ 39257 w 78235"/>
                <a:gd name="connsiteY3" fmla="*/ 2096 h 78235"/>
                <a:gd name="connsiteX4" fmla="*/ 76419 w 78235"/>
                <a:gd name="connsiteY4" fmla="*/ 39257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5" h="78235">
                  <a:moveTo>
                    <a:pt x="76419" y="39257"/>
                  </a:moveTo>
                  <a:cubicBezTo>
                    <a:pt x="76419" y="59654"/>
                    <a:pt x="59934" y="76419"/>
                    <a:pt x="39257" y="76419"/>
                  </a:cubicBezTo>
                  <a:cubicBezTo>
                    <a:pt x="18581" y="76419"/>
                    <a:pt x="2096" y="59934"/>
                    <a:pt x="2096" y="39257"/>
                  </a:cubicBezTo>
                  <a:cubicBezTo>
                    <a:pt x="2096" y="18860"/>
                    <a:pt x="18581" y="2096"/>
                    <a:pt x="39257" y="2096"/>
                  </a:cubicBezTo>
                  <a:cubicBezTo>
                    <a:pt x="59934" y="2096"/>
                    <a:pt x="76419" y="18860"/>
                    <a:pt x="76419" y="39257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2EFF85FC-2DFA-8767-777E-DA152DA0852C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B81C34DF-E500-CB45-2187-37BB22A53C14}"/>
                </a:ext>
              </a:extLst>
            </p:cNvPr>
            <p:cNvSpPr/>
            <p:nvPr/>
          </p:nvSpPr>
          <p:spPr>
            <a:xfrm>
              <a:off x="1133666" y="2471990"/>
              <a:ext cx="64265" cy="27941"/>
            </a:xfrm>
            <a:custGeom>
              <a:avLst/>
              <a:gdLst>
                <a:gd name="connsiteX0" fmla="*/ 33183 w 64264"/>
                <a:gd name="connsiteY0" fmla="*/ 4331 h 27941"/>
                <a:gd name="connsiteX1" fmla="*/ 61962 w 64264"/>
                <a:gd name="connsiteY1" fmla="*/ 25846 h 27941"/>
                <a:gd name="connsiteX2" fmla="*/ 63080 w 64264"/>
                <a:gd name="connsiteY2" fmla="*/ 26684 h 27941"/>
                <a:gd name="connsiteX3" fmla="*/ 63080 w 64264"/>
                <a:gd name="connsiteY3" fmla="*/ 26684 h 27941"/>
                <a:gd name="connsiteX4" fmla="*/ 64198 w 64264"/>
                <a:gd name="connsiteY4" fmla="*/ 25287 h 27941"/>
                <a:gd name="connsiteX5" fmla="*/ 33183 w 64264"/>
                <a:gd name="connsiteY5" fmla="*/ 2096 h 27941"/>
                <a:gd name="connsiteX6" fmla="*/ 2168 w 64264"/>
                <a:gd name="connsiteY6" fmla="*/ 25287 h 27941"/>
                <a:gd name="connsiteX7" fmla="*/ 3286 w 64264"/>
                <a:gd name="connsiteY7" fmla="*/ 26684 h 27941"/>
                <a:gd name="connsiteX8" fmla="*/ 3286 w 64264"/>
                <a:gd name="connsiteY8" fmla="*/ 26684 h 27941"/>
                <a:gd name="connsiteX9" fmla="*/ 4404 w 64264"/>
                <a:gd name="connsiteY9" fmla="*/ 25846 h 27941"/>
                <a:gd name="connsiteX10" fmla="*/ 33183 w 64264"/>
                <a:gd name="connsiteY10" fmla="*/ 4331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7941">
                  <a:moveTo>
                    <a:pt x="33183" y="4331"/>
                  </a:moveTo>
                  <a:cubicBezTo>
                    <a:pt x="46874" y="4331"/>
                    <a:pt x="58050" y="13272"/>
                    <a:pt x="61962" y="25846"/>
                  </a:cubicBezTo>
                  <a:cubicBezTo>
                    <a:pt x="62242" y="26404"/>
                    <a:pt x="62521" y="26684"/>
                    <a:pt x="63080" y="26684"/>
                  </a:cubicBezTo>
                  <a:lnTo>
                    <a:pt x="63080" y="26684"/>
                  </a:lnTo>
                  <a:cubicBezTo>
                    <a:pt x="63918" y="26684"/>
                    <a:pt x="64477" y="25846"/>
                    <a:pt x="64198" y="25287"/>
                  </a:cubicBezTo>
                  <a:cubicBezTo>
                    <a:pt x="60286" y="11875"/>
                    <a:pt x="47992" y="2096"/>
                    <a:pt x="33183" y="2096"/>
                  </a:cubicBezTo>
                  <a:cubicBezTo>
                    <a:pt x="18654" y="2096"/>
                    <a:pt x="6080" y="11875"/>
                    <a:pt x="2168" y="25287"/>
                  </a:cubicBezTo>
                  <a:cubicBezTo>
                    <a:pt x="1889" y="26125"/>
                    <a:pt x="2448" y="26684"/>
                    <a:pt x="3286" y="26684"/>
                  </a:cubicBezTo>
                  <a:lnTo>
                    <a:pt x="3286" y="26684"/>
                  </a:lnTo>
                  <a:cubicBezTo>
                    <a:pt x="3845" y="26684"/>
                    <a:pt x="4404" y="26404"/>
                    <a:pt x="4404" y="25846"/>
                  </a:cubicBezTo>
                  <a:cubicBezTo>
                    <a:pt x="8036" y="13272"/>
                    <a:pt x="19492" y="4331"/>
                    <a:pt x="33183" y="4331"/>
                  </a:cubicBezTo>
                  <a:close/>
                </a:path>
              </a:pathLst>
            </a:custGeom>
            <a:solidFill>
              <a:srgbClr val="A488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35983B04-C958-3FB0-9ED8-667C4F984A07}"/>
                </a:ext>
              </a:extLst>
            </p:cNvPr>
            <p:cNvSpPr/>
            <p:nvPr/>
          </p:nvSpPr>
          <p:spPr>
            <a:xfrm>
              <a:off x="1127841" y="2504961"/>
              <a:ext cx="75441" cy="39118"/>
            </a:xfrm>
            <a:custGeom>
              <a:avLst/>
              <a:gdLst>
                <a:gd name="connsiteX0" fmla="*/ 72258 w 75441"/>
                <a:gd name="connsiteY0" fmla="*/ 2096 h 39117"/>
                <a:gd name="connsiteX1" fmla="*/ 68626 w 75441"/>
                <a:gd name="connsiteY1" fmla="*/ 5169 h 39117"/>
                <a:gd name="connsiteX2" fmla="*/ 39008 w 75441"/>
                <a:gd name="connsiteY2" fmla="*/ 31154 h 39117"/>
                <a:gd name="connsiteX3" fmla="*/ 9391 w 75441"/>
                <a:gd name="connsiteY3" fmla="*/ 5169 h 39117"/>
                <a:gd name="connsiteX4" fmla="*/ 5758 w 75441"/>
                <a:gd name="connsiteY4" fmla="*/ 2096 h 39117"/>
                <a:gd name="connsiteX5" fmla="*/ 5758 w 75441"/>
                <a:gd name="connsiteY5" fmla="*/ 2096 h 39117"/>
                <a:gd name="connsiteX6" fmla="*/ 2126 w 75441"/>
                <a:gd name="connsiteY6" fmla="*/ 6007 h 39117"/>
                <a:gd name="connsiteX7" fmla="*/ 39008 w 75441"/>
                <a:gd name="connsiteY7" fmla="*/ 38140 h 39117"/>
                <a:gd name="connsiteX8" fmla="*/ 75891 w 75441"/>
                <a:gd name="connsiteY8" fmla="*/ 6007 h 39117"/>
                <a:gd name="connsiteX9" fmla="*/ 72258 w 75441"/>
                <a:gd name="connsiteY9" fmla="*/ 2096 h 39117"/>
                <a:gd name="connsiteX10" fmla="*/ 72258 w 75441"/>
                <a:gd name="connsiteY10" fmla="*/ 2096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441" h="39117">
                  <a:moveTo>
                    <a:pt x="72258" y="2096"/>
                  </a:moveTo>
                  <a:cubicBezTo>
                    <a:pt x="70582" y="2096"/>
                    <a:pt x="68905" y="3493"/>
                    <a:pt x="68626" y="5169"/>
                  </a:cubicBezTo>
                  <a:cubicBezTo>
                    <a:pt x="66670" y="19699"/>
                    <a:pt x="54097" y="31154"/>
                    <a:pt x="39008" y="31154"/>
                  </a:cubicBezTo>
                  <a:cubicBezTo>
                    <a:pt x="23920" y="31154"/>
                    <a:pt x="11347" y="19978"/>
                    <a:pt x="9391" y="5169"/>
                  </a:cubicBezTo>
                  <a:cubicBezTo>
                    <a:pt x="9111" y="3493"/>
                    <a:pt x="7714" y="2096"/>
                    <a:pt x="5758" y="2096"/>
                  </a:cubicBezTo>
                  <a:lnTo>
                    <a:pt x="5758" y="2096"/>
                  </a:lnTo>
                  <a:cubicBezTo>
                    <a:pt x="3523" y="2096"/>
                    <a:pt x="1847" y="4051"/>
                    <a:pt x="2126" y="6007"/>
                  </a:cubicBezTo>
                  <a:cubicBezTo>
                    <a:pt x="4641" y="24169"/>
                    <a:pt x="20008" y="38140"/>
                    <a:pt x="39008" y="38140"/>
                  </a:cubicBezTo>
                  <a:cubicBezTo>
                    <a:pt x="57729" y="38140"/>
                    <a:pt x="73376" y="24169"/>
                    <a:pt x="75891" y="6007"/>
                  </a:cubicBezTo>
                  <a:cubicBezTo>
                    <a:pt x="75891" y="4051"/>
                    <a:pt x="74214" y="2096"/>
                    <a:pt x="72258" y="2096"/>
                  </a:cubicBezTo>
                  <a:lnTo>
                    <a:pt x="72258" y="2096"/>
                  </a:lnTo>
                  <a:close/>
                </a:path>
              </a:pathLst>
            </a:custGeom>
            <a:solidFill>
              <a:srgbClr val="6056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00294D58-3D48-95AF-3279-F147951AE4F5}"/>
                </a:ext>
              </a:extLst>
            </p:cNvPr>
            <p:cNvSpPr/>
            <p:nvPr/>
          </p:nvSpPr>
          <p:spPr>
            <a:xfrm>
              <a:off x="1134856" y="2474226"/>
              <a:ext cx="61470" cy="61470"/>
            </a:xfrm>
            <a:custGeom>
              <a:avLst/>
              <a:gdLst>
                <a:gd name="connsiteX0" fmla="*/ 61890 w 61470"/>
                <a:gd name="connsiteY0" fmla="*/ 31993 h 61470"/>
                <a:gd name="connsiteX1" fmla="*/ 31993 w 61470"/>
                <a:gd name="connsiteY1" fmla="*/ 61890 h 61470"/>
                <a:gd name="connsiteX2" fmla="*/ 2096 w 61470"/>
                <a:gd name="connsiteY2" fmla="*/ 31993 h 61470"/>
                <a:gd name="connsiteX3" fmla="*/ 31993 w 61470"/>
                <a:gd name="connsiteY3" fmla="*/ 2096 h 61470"/>
                <a:gd name="connsiteX4" fmla="*/ 61890 w 61470"/>
                <a:gd name="connsiteY4" fmla="*/ 31993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470" h="61470">
                  <a:moveTo>
                    <a:pt x="61890" y="31993"/>
                  </a:moveTo>
                  <a:cubicBezTo>
                    <a:pt x="61890" y="48478"/>
                    <a:pt x="48478" y="61890"/>
                    <a:pt x="31993" y="61890"/>
                  </a:cubicBezTo>
                  <a:cubicBezTo>
                    <a:pt x="15507" y="61890"/>
                    <a:pt x="2096" y="48478"/>
                    <a:pt x="2096" y="31993"/>
                  </a:cubicBezTo>
                  <a:cubicBezTo>
                    <a:pt x="2096" y="15507"/>
                    <a:pt x="15507" y="2096"/>
                    <a:pt x="31993" y="2096"/>
                  </a:cubicBezTo>
                  <a:cubicBezTo>
                    <a:pt x="48478" y="2096"/>
                    <a:pt x="61890" y="15507"/>
                    <a:pt x="61890" y="31993"/>
                  </a:cubicBez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57993740-16B6-4052-CC73-82B1A0ECFF8E}"/>
                </a:ext>
              </a:extLst>
            </p:cNvPr>
            <p:cNvSpPr/>
            <p:nvPr/>
          </p:nvSpPr>
          <p:spPr>
            <a:xfrm>
              <a:off x="1134504" y="2513623"/>
              <a:ext cx="64265" cy="25147"/>
            </a:xfrm>
            <a:custGeom>
              <a:avLst/>
              <a:gdLst>
                <a:gd name="connsiteX0" fmla="*/ 61403 w 64264"/>
                <a:gd name="connsiteY0" fmla="*/ 2096 h 25147"/>
                <a:gd name="connsiteX1" fmla="*/ 60286 w 64264"/>
                <a:gd name="connsiteY1" fmla="*/ 2934 h 25147"/>
                <a:gd name="connsiteX2" fmla="*/ 32345 w 64264"/>
                <a:gd name="connsiteY2" fmla="*/ 22493 h 25147"/>
                <a:gd name="connsiteX3" fmla="*/ 4404 w 64264"/>
                <a:gd name="connsiteY3" fmla="*/ 2934 h 25147"/>
                <a:gd name="connsiteX4" fmla="*/ 3286 w 64264"/>
                <a:gd name="connsiteY4" fmla="*/ 2096 h 25147"/>
                <a:gd name="connsiteX5" fmla="*/ 3286 w 64264"/>
                <a:gd name="connsiteY5" fmla="*/ 2096 h 25147"/>
                <a:gd name="connsiteX6" fmla="*/ 2168 w 64264"/>
                <a:gd name="connsiteY6" fmla="*/ 3772 h 25147"/>
                <a:gd name="connsiteX7" fmla="*/ 32345 w 64264"/>
                <a:gd name="connsiteY7" fmla="*/ 24728 h 25147"/>
                <a:gd name="connsiteX8" fmla="*/ 62521 w 64264"/>
                <a:gd name="connsiteY8" fmla="*/ 3772 h 25147"/>
                <a:gd name="connsiteX9" fmla="*/ 61403 w 64264"/>
                <a:gd name="connsiteY9" fmla="*/ 2096 h 25147"/>
                <a:gd name="connsiteX10" fmla="*/ 61403 w 64264"/>
                <a:gd name="connsiteY10" fmla="*/ 2096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264" h="25147">
                  <a:moveTo>
                    <a:pt x="61403" y="2096"/>
                  </a:moveTo>
                  <a:cubicBezTo>
                    <a:pt x="60845" y="2096"/>
                    <a:pt x="60565" y="2375"/>
                    <a:pt x="60286" y="2934"/>
                  </a:cubicBezTo>
                  <a:cubicBezTo>
                    <a:pt x="56095" y="14390"/>
                    <a:pt x="45198" y="22493"/>
                    <a:pt x="32345" y="22493"/>
                  </a:cubicBezTo>
                  <a:cubicBezTo>
                    <a:pt x="19492" y="22493"/>
                    <a:pt x="8595" y="14390"/>
                    <a:pt x="4404" y="2934"/>
                  </a:cubicBezTo>
                  <a:cubicBezTo>
                    <a:pt x="4124" y="2375"/>
                    <a:pt x="3845" y="2096"/>
                    <a:pt x="3286" y="2096"/>
                  </a:cubicBezTo>
                  <a:lnTo>
                    <a:pt x="3286" y="2096"/>
                  </a:lnTo>
                  <a:cubicBezTo>
                    <a:pt x="2448" y="2096"/>
                    <a:pt x="1889" y="2934"/>
                    <a:pt x="2168" y="3772"/>
                  </a:cubicBezTo>
                  <a:cubicBezTo>
                    <a:pt x="6639" y="16066"/>
                    <a:pt x="18654" y="24728"/>
                    <a:pt x="32345" y="24728"/>
                  </a:cubicBezTo>
                  <a:cubicBezTo>
                    <a:pt x="46315" y="24728"/>
                    <a:pt x="58050" y="16066"/>
                    <a:pt x="62521" y="3772"/>
                  </a:cubicBezTo>
                  <a:cubicBezTo>
                    <a:pt x="62800" y="2934"/>
                    <a:pt x="62242" y="2096"/>
                    <a:pt x="61403" y="2096"/>
                  </a:cubicBezTo>
                  <a:lnTo>
                    <a:pt x="61403" y="2096"/>
                  </a:ln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0CDB70BC-0C71-4F7C-D39A-D1F277644522}"/>
                </a:ext>
              </a:extLst>
            </p:cNvPr>
            <p:cNvSpPr/>
            <p:nvPr/>
          </p:nvSpPr>
          <p:spPr>
            <a:xfrm>
              <a:off x="1163356" y="2482887"/>
              <a:ext cx="5588" cy="27941"/>
            </a:xfrm>
            <a:custGeom>
              <a:avLst/>
              <a:gdLst>
                <a:gd name="connsiteX0" fmla="*/ 3493 w 5588"/>
                <a:gd name="connsiteY0" fmla="*/ 25846 h 27941"/>
                <a:gd name="connsiteX1" fmla="*/ 3493 w 5588"/>
                <a:gd name="connsiteY1" fmla="*/ 25846 h 27941"/>
                <a:gd name="connsiteX2" fmla="*/ 2096 w 5588"/>
                <a:gd name="connsiteY2" fmla="*/ 24448 h 27941"/>
                <a:gd name="connsiteX3" fmla="*/ 2096 w 5588"/>
                <a:gd name="connsiteY3" fmla="*/ 3493 h 27941"/>
                <a:gd name="connsiteX4" fmla="*/ 3493 w 5588"/>
                <a:gd name="connsiteY4" fmla="*/ 2096 h 27941"/>
                <a:gd name="connsiteX5" fmla="*/ 3493 w 5588"/>
                <a:gd name="connsiteY5" fmla="*/ 2096 h 27941"/>
                <a:gd name="connsiteX6" fmla="*/ 4890 w 5588"/>
                <a:gd name="connsiteY6" fmla="*/ 3493 h 27941"/>
                <a:gd name="connsiteX7" fmla="*/ 4890 w 5588"/>
                <a:gd name="connsiteY7" fmla="*/ 24448 h 27941"/>
                <a:gd name="connsiteX8" fmla="*/ 3493 w 5588"/>
                <a:gd name="connsiteY8" fmla="*/ 25846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" h="27941">
                  <a:moveTo>
                    <a:pt x="3493" y="25846"/>
                  </a:moveTo>
                  <a:lnTo>
                    <a:pt x="3493" y="25846"/>
                  </a:lnTo>
                  <a:cubicBezTo>
                    <a:pt x="2654" y="25846"/>
                    <a:pt x="2096" y="25287"/>
                    <a:pt x="2096" y="24448"/>
                  </a:cubicBezTo>
                  <a:lnTo>
                    <a:pt x="2096" y="3493"/>
                  </a:lnTo>
                  <a:cubicBezTo>
                    <a:pt x="2096" y="2654"/>
                    <a:pt x="2654" y="2096"/>
                    <a:pt x="3493" y="2096"/>
                  </a:cubicBezTo>
                  <a:lnTo>
                    <a:pt x="3493" y="2096"/>
                  </a:lnTo>
                  <a:cubicBezTo>
                    <a:pt x="4331" y="2096"/>
                    <a:pt x="4890" y="2654"/>
                    <a:pt x="4890" y="3493"/>
                  </a:cubicBezTo>
                  <a:lnTo>
                    <a:pt x="4890" y="24448"/>
                  </a:lnTo>
                  <a:cubicBezTo>
                    <a:pt x="4890" y="25287"/>
                    <a:pt x="4051" y="25846"/>
                    <a:pt x="3493" y="2584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DF240194-ECC0-382C-779A-5B72090303D6}"/>
                </a:ext>
              </a:extLst>
            </p:cNvPr>
            <p:cNvSpPr/>
            <p:nvPr/>
          </p:nvSpPr>
          <p:spPr>
            <a:xfrm>
              <a:off x="1163246" y="2503939"/>
              <a:ext cx="19559" cy="16765"/>
            </a:xfrm>
            <a:custGeom>
              <a:avLst/>
              <a:gdLst>
                <a:gd name="connsiteX0" fmla="*/ 2485 w 19558"/>
                <a:gd name="connsiteY0" fmla="*/ 2559 h 16764"/>
                <a:gd name="connsiteX1" fmla="*/ 2485 w 19558"/>
                <a:gd name="connsiteY1" fmla="*/ 2559 h 16764"/>
                <a:gd name="connsiteX2" fmla="*/ 4441 w 19558"/>
                <a:gd name="connsiteY2" fmla="*/ 2279 h 16764"/>
                <a:gd name="connsiteX3" fmla="*/ 17294 w 19558"/>
                <a:gd name="connsiteY3" fmla="*/ 13176 h 16764"/>
                <a:gd name="connsiteX4" fmla="*/ 17573 w 19558"/>
                <a:gd name="connsiteY4" fmla="*/ 15132 h 16764"/>
                <a:gd name="connsiteX5" fmla="*/ 17573 w 19558"/>
                <a:gd name="connsiteY5" fmla="*/ 15132 h 16764"/>
                <a:gd name="connsiteX6" fmla="*/ 15617 w 19558"/>
                <a:gd name="connsiteY6" fmla="*/ 15411 h 16764"/>
                <a:gd name="connsiteX7" fmla="*/ 2764 w 19558"/>
                <a:gd name="connsiteY7" fmla="*/ 4514 h 16764"/>
                <a:gd name="connsiteX8" fmla="*/ 2485 w 19558"/>
                <a:gd name="connsiteY8" fmla="*/ 2559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58" h="16764">
                  <a:moveTo>
                    <a:pt x="2485" y="2559"/>
                  </a:moveTo>
                  <a:lnTo>
                    <a:pt x="2485" y="2559"/>
                  </a:lnTo>
                  <a:cubicBezTo>
                    <a:pt x="3044" y="2000"/>
                    <a:pt x="3882" y="2000"/>
                    <a:pt x="4441" y="2279"/>
                  </a:cubicBezTo>
                  <a:lnTo>
                    <a:pt x="17294" y="13176"/>
                  </a:lnTo>
                  <a:cubicBezTo>
                    <a:pt x="17853" y="13735"/>
                    <a:pt x="17853" y="14573"/>
                    <a:pt x="17573" y="15132"/>
                  </a:cubicBezTo>
                  <a:lnTo>
                    <a:pt x="17573" y="15132"/>
                  </a:lnTo>
                  <a:cubicBezTo>
                    <a:pt x="17014" y="15691"/>
                    <a:pt x="16176" y="15691"/>
                    <a:pt x="15617" y="15411"/>
                  </a:cubicBezTo>
                  <a:lnTo>
                    <a:pt x="2764" y="4514"/>
                  </a:lnTo>
                  <a:cubicBezTo>
                    <a:pt x="1926" y="4235"/>
                    <a:pt x="1926" y="3397"/>
                    <a:pt x="2485" y="2559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6F56DD47-5575-0FFF-00FA-D3570341D316}"/>
                </a:ext>
              </a:extLst>
            </p:cNvPr>
            <p:cNvSpPr/>
            <p:nvPr/>
          </p:nvSpPr>
          <p:spPr>
            <a:xfrm>
              <a:off x="1163915" y="2476182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DDDFEDF-D50C-F8DA-8E57-0397FE70FF7C}"/>
                </a:ext>
              </a:extLst>
            </p:cNvPr>
            <p:cNvSpPr/>
            <p:nvPr/>
          </p:nvSpPr>
          <p:spPr>
            <a:xfrm>
              <a:off x="1163915" y="2528711"/>
              <a:ext cx="2794" cy="5588"/>
            </a:xfrm>
            <a:custGeom>
              <a:avLst/>
              <a:gdLst>
                <a:gd name="connsiteX0" fmla="*/ 2096 w 2794"/>
                <a:gd name="connsiteY0" fmla="*/ 2096 h 5588"/>
                <a:gd name="connsiteX1" fmla="*/ 3213 w 2794"/>
                <a:gd name="connsiteY1" fmla="*/ 2096 h 5588"/>
                <a:gd name="connsiteX2" fmla="*/ 3213 w 2794"/>
                <a:gd name="connsiteY2" fmla="*/ 4890 h 5588"/>
                <a:gd name="connsiteX3" fmla="*/ 2096 w 2794"/>
                <a:gd name="connsiteY3" fmla="*/ 4890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4" h="5588">
                  <a:moveTo>
                    <a:pt x="2096" y="2096"/>
                  </a:moveTo>
                  <a:lnTo>
                    <a:pt x="3213" y="2096"/>
                  </a:lnTo>
                  <a:lnTo>
                    <a:pt x="3213" y="4890"/>
                  </a:lnTo>
                  <a:lnTo>
                    <a:pt x="2096" y="489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D3332B98-1910-21A7-AC68-99FBFF14C1B8}"/>
                </a:ext>
              </a:extLst>
            </p:cNvPr>
            <p:cNvSpPr/>
            <p:nvPr/>
          </p:nvSpPr>
          <p:spPr>
            <a:xfrm>
              <a:off x="1136779" y="2503289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AF461116-7C19-7220-7EB3-B042F08241D1}"/>
                </a:ext>
              </a:extLst>
            </p:cNvPr>
            <p:cNvSpPr/>
            <p:nvPr/>
          </p:nvSpPr>
          <p:spPr>
            <a:xfrm>
              <a:off x="1189182" y="2503163"/>
              <a:ext cx="5588" cy="2794"/>
            </a:xfrm>
            <a:custGeom>
              <a:avLst/>
              <a:gdLst>
                <a:gd name="connsiteX0" fmla="*/ 2096 w 5588"/>
                <a:gd name="connsiteY0" fmla="*/ 3213 h 2794"/>
                <a:gd name="connsiteX1" fmla="*/ 2096 w 5588"/>
                <a:gd name="connsiteY1" fmla="*/ 2096 h 2794"/>
                <a:gd name="connsiteX2" fmla="*/ 4890 w 5588"/>
                <a:gd name="connsiteY2" fmla="*/ 2096 h 2794"/>
                <a:gd name="connsiteX3" fmla="*/ 4890 w 5588"/>
                <a:gd name="connsiteY3" fmla="*/ 3213 h 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88" h="2794">
                  <a:moveTo>
                    <a:pt x="2096" y="3213"/>
                  </a:moveTo>
                  <a:lnTo>
                    <a:pt x="2096" y="2096"/>
                  </a:lnTo>
                  <a:lnTo>
                    <a:pt x="4890" y="2096"/>
                  </a:lnTo>
                  <a:lnTo>
                    <a:pt x="4890" y="3213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CB2BA925-8E12-F054-BF9B-850BF1A0B858}"/>
                </a:ext>
              </a:extLst>
            </p:cNvPr>
            <p:cNvSpPr/>
            <p:nvPr/>
          </p:nvSpPr>
          <p:spPr>
            <a:xfrm>
              <a:off x="1143577" y="2483212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29 w 8382"/>
                <a:gd name="connsiteY2" fmla="*/ 4940 h 8382"/>
                <a:gd name="connsiteX3" fmla="*/ 4938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29" y="4940"/>
                  </a:lnTo>
                  <a:lnTo>
                    <a:pt x="4938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CE281436-B692-A1F2-E917-4A0299FAE3DE}"/>
                </a:ext>
              </a:extLst>
            </p:cNvPr>
            <p:cNvSpPr/>
            <p:nvPr/>
          </p:nvSpPr>
          <p:spPr>
            <a:xfrm>
              <a:off x="1180585" y="2520067"/>
              <a:ext cx="8382" cy="8382"/>
            </a:xfrm>
            <a:custGeom>
              <a:avLst/>
              <a:gdLst>
                <a:gd name="connsiteX0" fmla="*/ 2964 w 8382"/>
                <a:gd name="connsiteY0" fmla="*/ 3754 h 8382"/>
                <a:gd name="connsiteX1" fmla="*/ 3754 w 8382"/>
                <a:gd name="connsiteY1" fmla="*/ 2964 h 8382"/>
                <a:gd name="connsiteX2" fmla="*/ 5730 w 8382"/>
                <a:gd name="connsiteY2" fmla="*/ 4939 h 8382"/>
                <a:gd name="connsiteX3" fmla="*/ 4939 w 8382"/>
                <a:gd name="connsiteY3" fmla="*/ 5730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2964" y="3754"/>
                  </a:moveTo>
                  <a:lnTo>
                    <a:pt x="3754" y="2964"/>
                  </a:lnTo>
                  <a:lnTo>
                    <a:pt x="5730" y="4939"/>
                  </a:lnTo>
                  <a:lnTo>
                    <a:pt x="4939" y="5730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007664C3-1BBD-D691-B463-C1EE9A19C6FC}"/>
                </a:ext>
              </a:extLst>
            </p:cNvPr>
            <p:cNvSpPr/>
            <p:nvPr/>
          </p:nvSpPr>
          <p:spPr>
            <a:xfrm>
              <a:off x="1143589" y="2520283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39 h 8382"/>
                <a:gd name="connsiteX2" fmla="*/ 4939 w 8382"/>
                <a:gd name="connsiteY2" fmla="*/ 2964 h 8382"/>
                <a:gd name="connsiteX3" fmla="*/ 5730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39"/>
                  </a:lnTo>
                  <a:lnTo>
                    <a:pt x="4939" y="2964"/>
                  </a:lnTo>
                  <a:lnTo>
                    <a:pt x="5730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EE89D496-2193-306B-E5C0-E105E5C3F6EA}"/>
                </a:ext>
              </a:extLst>
            </p:cNvPr>
            <p:cNvSpPr/>
            <p:nvPr/>
          </p:nvSpPr>
          <p:spPr>
            <a:xfrm>
              <a:off x="1180755" y="2483065"/>
              <a:ext cx="8382" cy="8382"/>
            </a:xfrm>
            <a:custGeom>
              <a:avLst/>
              <a:gdLst>
                <a:gd name="connsiteX0" fmla="*/ 3754 w 8382"/>
                <a:gd name="connsiteY0" fmla="*/ 5730 h 8382"/>
                <a:gd name="connsiteX1" fmla="*/ 2964 w 8382"/>
                <a:gd name="connsiteY1" fmla="*/ 4940 h 8382"/>
                <a:gd name="connsiteX2" fmla="*/ 4938 w 8382"/>
                <a:gd name="connsiteY2" fmla="*/ 2964 h 8382"/>
                <a:gd name="connsiteX3" fmla="*/ 5729 w 8382"/>
                <a:gd name="connsiteY3" fmla="*/ 3754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82" h="8382">
                  <a:moveTo>
                    <a:pt x="3754" y="5730"/>
                  </a:moveTo>
                  <a:lnTo>
                    <a:pt x="2964" y="4940"/>
                  </a:lnTo>
                  <a:lnTo>
                    <a:pt x="4938" y="2964"/>
                  </a:lnTo>
                  <a:lnTo>
                    <a:pt x="5729" y="3754"/>
                  </a:lnTo>
                  <a:close/>
                </a:path>
              </a:pathLst>
            </a:custGeom>
            <a:solidFill>
              <a:srgbClr val="CFD4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F90F827D-66DB-27B5-F8F8-D0687200EB51}"/>
                </a:ext>
              </a:extLst>
            </p:cNvPr>
            <p:cNvSpPr/>
            <p:nvPr/>
          </p:nvSpPr>
          <p:spPr>
            <a:xfrm>
              <a:off x="1111106" y="2272211"/>
              <a:ext cx="114559" cy="120147"/>
            </a:xfrm>
            <a:custGeom>
              <a:avLst/>
              <a:gdLst>
                <a:gd name="connsiteX0" fmla="*/ 109948 w 114558"/>
                <a:gd name="connsiteY0" fmla="*/ 119728 h 120146"/>
                <a:gd name="connsiteX1" fmla="*/ 6846 w 114558"/>
                <a:gd name="connsiteY1" fmla="*/ 119728 h 120146"/>
                <a:gd name="connsiteX2" fmla="*/ 2096 w 114558"/>
                <a:gd name="connsiteY2" fmla="*/ 114978 h 120146"/>
                <a:gd name="connsiteX3" fmla="*/ 2096 w 114558"/>
                <a:gd name="connsiteY3" fmla="*/ 6846 h 120146"/>
                <a:gd name="connsiteX4" fmla="*/ 6846 w 114558"/>
                <a:gd name="connsiteY4" fmla="*/ 2096 h 120146"/>
                <a:gd name="connsiteX5" fmla="*/ 109948 w 114558"/>
                <a:gd name="connsiteY5" fmla="*/ 2096 h 120146"/>
                <a:gd name="connsiteX6" fmla="*/ 114698 w 114558"/>
                <a:gd name="connsiteY6" fmla="*/ 6846 h 120146"/>
                <a:gd name="connsiteX7" fmla="*/ 114698 w 114558"/>
                <a:gd name="connsiteY7" fmla="*/ 114978 h 120146"/>
                <a:gd name="connsiteX8" fmla="*/ 109948 w 114558"/>
                <a:gd name="connsiteY8" fmla="*/ 119728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120146">
                  <a:moveTo>
                    <a:pt x="109948" y="119728"/>
                  </a:moveTo>
                  <a:lnTo>
                    <a:pt x="6846" y="119728"/>
                  </a:lnTo>
                  <a:cubicBezTo>
                    <a:pt x="4051" y="119728"/>
                    <a:pt x="2096" y="117492"/>
                    <a:pt x="2096" y="114978"/>
                  </a:cubicBezTo>
                  <a:lnTo>
                    <a:pt x="2096" y="6846"/>
                  </a:lnTo>
                  <a:cubicBezTo>
                    <a:pt x="2096" y="4051"/>
                    <a:pt x="4331" y="2096"/>
                    <a:pt x="6846" y="2096"/>
                  </a:cubicBezTo>
                  <a:lnTo>
                    <a:pt x="109948" y="2096"/>
                  </a:lnTo>
                  <a:cubicBezTo>
                    <a:pt x="112742" y="2096"/>
                    <a:pt x="114698" y="4331"/>
                    <a:pt x="114698" y="6846"/>
                  </a:cubicBezTo>
                  <a:lnTo>
                    <a:pt x="114698" y="114978"/>
                  </a:lnTo>
                  <a:cubicBezTo>
                    <a:pt x="114698" y="117492"/>
                    <a:pt x="112742" y="119728"/>
                    <a:pt x="109948" y="11972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43C4298D-9225-3993-0FA6-E31EC79F3C40}"/>
                </a:ext>
              </a:extLst>
            </p:cNvPr>
            <p:cNvSpPr/>
            <p:nvPr/>
          </p:nvSpPr>
          <p:spPr>
            <a:xfrm>
              <a:off x="1431311" y="2075506"/>
              <a:ext cx="262646" cy="441470"/>
            </a:xfrm>
            <a:custGeom>
              <a:avLst/>
              <a:gdLst>
                <a:gd name="connsiteX0" fmla="*/ 258874 w 262646"/>
                <a:gd name="connsiteY0" fmla="*/ 441050 h 441469"/>
                <a:gd name="connsiteX1" fmla="*/ 5728 w 262646"/>
                <a:gd name="connsiteY1" fmla="*/ 441050 h 441469"/>
                <a:gd name="connsiteX2" fmla="*/ 2096 w 262646"/>
                <a:gd name="connsiteY2" fmla="*/ 437418 h 441469"/>
                <a:gd name="connsiteX3" fmla="*/ 2096 w 262646"/>
                <a:gd name="connsiteY3" fmla="*/ 5728 h 441469"/>
                <a:gd name="connsiteX4" fmla="*/ 5728 w 262646"/>
                <a:gd name="connsiteY4" fmla="*/ 2096 h 441469"/>
                <a:gd name="connsiteX5" fmla="*/ 258874 w 262646"/>
                <a:gd name="connsiteY5" fmla="*/ 2096 h 441469"/>
                <a:gd name="connsiteX6" fmla="*/ 262507 w 262646"/>
                <a:gd name="connsiteY6" fmla="*/ 5728 h 441469"/>
                <a:gd name="connsiteX7" fmla="*/ 262507 w 262646"/>
                <a:gd name="connsiteY7" fmla="*/ 437139 h 441469"/>
                <a:gd name="connsiteX8" fmla="*/ 258874 w 262646"/>
                <a:gd name="connsiteY8" fmla="*/ 441050 h 44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646" h="441469">
                  <a:moveTo>
                    <a:pt x="258874" y="441050"/>
                  </a:moveTo>
                  <a:lnTo>
                    <a:pt x="5728" y="441050"/>
                  </a:lnTo>
                  <a:cubicBezTo>
                    <a:pt x="3772" y="441050"/>
                    <a:pt x="2096" y="439374"/>
                    <a:pt x="2096" y="437418"/>
                  </a:cubicBezTo>
                  <a:lnTo>
                    <a:pt x="2096" y="5728"/>
                  </a:lnTo>
                  <a:cubicBezTo>
                    <a:pt x="2096" y="3772"/>
                    <a:pt x="3772" y="2096"/>
                    <a:pt x="5728" y="2096"/>
                  </a:cubicBezTo>
                  <a:lnTo>
                    <a:pt x="258874" y="2096"/>
                  </a:lnTo>
                  <a:cubicBezTo>
                    <a:pt x="260830" y="2096"/>
                    <a:pt x="262507" y="3772"/>
                    <a:pt x="262507" y="5728"/>
                  </a:cubicBezTo>
                  <a:lnTo>
                    <a:pt x="262507" y="437139"/>
                  </a:lnTo>
                  <a:cubicBezTo>
                    <a:pt x="262507" y="439374"/>
                    <a:pt x="260830" y="441050"/>
                    <a:pt x="258874" y="44105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2D99117C-94CC-A313-C28A-58B0D08D23BF}"/>
                </a:ext>
              </a:extLst>
            </p:cNvPr>
            <p:cNvSpPr/>
            <p:nvPr/>
          </p:nvSpPr>
          <p:spPr>
            <a:xfrm>
              <a:off x="1476017" y="2111271"/>
              <a:ext cx="170441" cy="39118"/>
            </a:xfrm>
            <a:custGeom>
              <a:avLst/>
              <a:gdLst>
                <a:gd name="connsiteX0" fmla="*/ 167786 w 170440"/>
                <a:gd name="connsiteY0" fmla="*/ 38978 h 39117"/>
                <a:gd name="connsiteX1" fmla="*/ 4890 w 170440"/>
                <a:gd name="connsiteY1" fmla="*/ 38978 h 39117"/>
                <a:gd name="connsiteX2" fmla="*/ 2096 w 170440"/>
                <a:gd name="connsiteY2" fmla="*/ 36184 h 39117"/>
                <a:gd name="connsiteX3" fmla="*/ 2096 w 170440"/>
                <a:gd name="connsiteY3" fmla="*/ 4890 h 39117"/>
                <a:gd name="connsiteX4" fmla="*/ 4890 w 170440"/>
                <a:gd name="connsiteY4" fmla="*/ 2096 h 39117"/>
                <a:gd name="connsiteX5" fmla="*/ 167786 w 170440"/>
                <a:gd name="connsiteY5" fmla="*/ 2096 h 39117"/>
                <a:gd name="connsiteX6" fmla="*/ 170581 w 170440"/>
                <a:gd name="connsiteY6" fmla="*/ 4890 h 39117"/>
                <a:gd name="connsiteX7" fmla="*/ 170581 w 170440"/>
                <a:gd name="connsiteY7" fmla="*/ 36184 h 39117"/>
                <a:gd name="connsiteX8" fmla="*/ 167786 w 170440"/>
                <a:gd name="connsiteY8" fmla="*/ 38978 h 3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0440" h="39117">
                  <a:moveTo>
                    <a:pt x="167786" y="38978"/>
                  </a:moveTo>
                  <a:lnTo>
                    <a:pt x="4890" y="38978"/>
                  </a:lnTo>
                  <a:cubicBezTo>
                    <a:pt x="3213" y="38978"/>
                    <a:pt x="2096" y="37581"/>
                    <a:pt x="2096" y="36184"/>
                  </a:cubicBezTo>
                  <a:lnTo>
                    <a:pt x="2096" y="4890"/>
                  </a:lnTo>
                  <a:cubicBezTo>
                    <a:pt x="2096" y="3213"/>
                    <a:pt x="3493" y="2096"/>
                    <a:pt x="4890" y="2096"/>
                  </a:cubicBezTo>
                  <a:lnTo>
                    <a:pt x="167786" y="2096"/>
                  </a:lnTo>
                  <a:cubicBezTo>
                    <a:pt x="169463" y="2096"/>
                    <a:pt x="170581" y="3493"/>
                    <a:pt x="170581" y="4890"/>
                  </a:cubicBezTo>
                  <a:lnTo>
                    <a:pt x="170581" y="36184"/>
                  </a:lnTo>
                  <a:cubicBezTo>
                    <a:pt x="170581" y="37581"/>
                    <a:pt x="169463" y="38978"/>
                    <a:pt x="167786" y="38978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5ADDEFEA-7143-9982-C4DC-E068441933D9}"/>
                </a:ext>
              </a:extLst>
            </p:cNvPr>
            <p:cNvSpPr/>
            <p:nvPr/>
          </p:nvSpPr>
          <p:spPr>
            <a:xfrm>
              <a:off x="1484679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2879DE89-B3F7-0164-C067-CE4B78ECD38B}"/>
                </a:ext>
              </a:extLst>
            </p:cNvPr>
            <p:cNvSpPr/>
            <p:nvPr/>
          </p:nvSpPr>
          <p:spPr>
            <a:xfrm>
              <a:off x="1581355" y="2326138"/>
              <a:ext cx="64265" cy="30735"/>
            </a:xfrm>
            <a:custGeom>
              <a:avLst/>
              <a:gdLst>
                <a:gd name="connsiteX0" fmla="*/ 49875 w 64264"/>
                <a:gd name="connsiteY0" fmla="*/ 30596 h 30735"/>
                <a:gd name="connsiteX1" fmla="*/ 16346 w 64264"/>
                <a:gd name="connsiteY1" fmla="*/ 30596 h 30735"/>
                <a:gd name="connsiteX2" fmla="*/ 2096 w 64264"/>
                <a:gd name="connsiteY2" fmla="*/ 16346 h 30735"/>
                <a:gd name="connsiteX3" fmla="*/ 2096 w 64264"/>
                <a:gd name="connsiteY3" fmla="*/ 16346 h 30735"/>
                <a:gd name="connsiteX4" fmla="*/ 16346 w 64264"/>
                <a:gd name="connsiteY4" fmla="*/ 2096 h 30735"/>
                <a:gd name="connsiteX5" fmla="*/ 49875 w 64264"/>
                <a:gd name="connsiteY5" fmla="*/ 2096 h 30735"/>
                <a:gd name="connsiteX6" fmla="*/ 64125 w 64264"/>
                <a:gd name="connsiteY6" fmla="*/ 16346 h 30735"/>
                <a:gd name="connsiteX7" fmla="*/ 64125 w 64264"/>
                <a:gd name="connsiteY7" fmla="*/ 16346 h 30735"/>
                <a:gd name="connsiteX8" fmla="*/ 49875 w 64264"/>
                <a:gd name="connsiteY8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264" h="30735">
                  <a:moveTo>
                    <a:pt x="49875" y="30596"/>
                  </a:moveTo>
                  <a:lnTo>
                    <a:pt x="16346" y="30596"/>
                  </a:lnTo>
                  <a:cubicBezTo>
                    <a:pt x="8522" y="30596"/>
                    <a:pt x="2096" y="24169"/>
                    <a:pt x="2096" y="16346"/>
                  </a:cubicBezTo>
                  <a:lnTo>
                    <a:pt x="2096" y="16346"/>
                  </a:lnTo>
                  <a:cubicBezTo>
                    <a:pt x="2096" y="8522"/>
                    <a:pt x="8522" y="2096"/>
                    <a:pt x="16346" y="2096"/>
                  </a:cubicBezTo>
                  <a:lnTo>
                    <a:pt x="49875" y="2096"/>
                  </a:lnTo>
                  <a:cubicBezTo>
                    <a:pt x="57698" y="2096"/>
                    <a:pt x="64125" y="8522"/>
                    <a:pt x="64125" y="16346"/>
                  </a:cubicBezTo>
                  <a:lnTo>
                    <a:pt x="64125" y="16346"/>
                  </a:lnTo>
                  <a:cubicBezTo>
                    <a:pt x="64125" y="24448"/>
                    <a:pt x="57698" y="30596"/>
                    <a:pt x="49875" y="305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1DAC0612-3130-2C83-82AA-2CA28EAC01AA}"/>
                </a:ext>
              </a:extLst>
            </p:cNvPr>
            <p:cNvSpPr/>
            <p:nvPr/>
          </p:nvSpPr>
          <p:spPr>
            <a:xfrm>
              <a:off x="1472385" y="2185315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80FE6592-6D0B-0929-20EE-B3D34E72D3E3}"/>
                </a:ext>
              </a:extLst>
            </p:cNvPr>
            <p:cNvSpPr/>
            <p:nvPr/>
          </p:nvSpPr>
          <p:spPr>
            <a:xfrm>
              <a:off x="1472385" y="2233653"/>
              <a:ext cx="184411" cy="30735"/>
            </a:xfrm>
            <a:custGeom>
              <a:avLst/>
              <a:gdLst>
                <a:gd name="connsiteX0" fmla="*/ 2096 w 184411"/>
                <a:gd name="connsiteY0" fmla="*/ 2096 h 30735"/>
                <a:gd name="connsiteX1" fmla="*/ 183154 w 184411"/>
                <a:gd name="connsiteY1" fmla="*/ 2096 h 30735"/>
                <a:gd name="connsiteX2" fmla="*/ 183154 w 184411"/>
                <a:gd name="connsiteY2" fmla="*/ 30596 h 30735"/>
                <a:gd name="connsiteX3" fmla="*/ 2096 w 184411"/>
                <a:gd name="connsiteY3" fmla="*/ 30596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4411" h="30735">
                  <a:moveTo>
                    <a:pt x="2096" y="2096"/>
                  </a:moveTo>
                  <a:lnTo>
                    <a:pt x="183154" y="2096"/>
                  </a:lnTo>
                  <a:lnTo>
                    <a:pt x="183154" y="30596"/>
                  </a:lnTo>
                  <a:lnTo>
                    <a:pt x="2096" y="305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406763CA-1D55-466B-55A8-D8632A573692}"/>
                </a:ext>
              </a:extLst>
            </p:cNvPr>
            <p:cNvSpPr/>
            <p:nvPr/>
          </p:nvSpPr>
          <p:spPr>
            <a:xfrm>
              <a:off x="1511223" y="2280035"/>
              <a:ext cx="106176" cy="8382"/>
            </a:xfrm>
            <a:custGeom>
              <a:avLst/>
              <a:gdLst>
                <a:gd name="connsiteX0" fmla="*/ 2096 w 106176"/>
                <a:gd name="connsiteY0" fmla="*/ 2096 h 8382"/>
                <a:gd name="connsiteX1" fmla="*/ 106316 w 106176"/>
                <a:gd name="connsiteY1" fmla="*/ 2096 h 8382"/>
                <a:gd name="connsiteX2" fmla="*/ 106316 w 106176"/>
                <a:gd name="connsiteY2" fmla="*/ 8522 h 8382"/>
                <a:gd name="connsiteX3" fmla="*/ 2096 w 106176"/>
                <a:gd name="connsiteY3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176" h="8382">
                  <a:moveTo>
                    <a:pt x="2096" y="2096"/>
                  </a:moveTo>
                  <a:lnTo>
                    <a:pt x="106316" y="2096"/>
                  </a:lnTo>
                  <a:lnTo>
                    <a:pt x="106316" y="8522"/>
                  </a:lnTo>
                  <a:lnTo>
                    <a:pt x="2096" y="8522"/>
                  </a:lnTo>
                  <a:close/>
                </a:path>
              </a:pathLst>
            </a:custGeom>
            <a:solidFill>
              <a:srgbClr val="CED2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ED67AA5F-8947-9FFE-73EB-EB59C1705D02}"/>
                </a:ext>
              </a:extLst>
            </p:cNvPr>
            <p:cNvSpPr/>
            <p:nvPr/>
          </p:nvSpPr>
          <p:spPr>
            <a:xfrm>
              <a:off x="1866355" y="2360505"/>
              <a:ext cx="399558" cy="75441"/>
            </a:xfrm>
            <a:custGeom>
              <a:avLst/>
              <a:gdLst>
                <a:gd name="connsiteX0" fmla="*/ 363654 w 399557"/>
                <a:gd name="connsiteY0" fmla="*/ 74742 h 75441"/>
                <a:gd name="connsiteX1" fmla="*/ 38419 w 399557"/>
                <a:gd name="connsiteY1" fmla="*/ 74742 h 75441"/>
                <a:gd name="connsiteX2" fmla="*/ 2096 w 399557"/>
                <a:gd name="connsiteY2" fmla="*/ 38419 h 75441"/>
                <a:gd name="connsiteX3" fmla="*/ 2096 w 399557"/>
                <a:gd name="connsiteY3" fmla="*/ 38419 h 75441"/>
                <a:gd name="connsiteX4" fmla="*/ 38419 w 399557"/>
                <a:gd name="connsiteY4" fmla="*/ 2096 h 75441"/>
                <a:gd name="connsiteX5" fmla="*/ 363654 w 399557"/>
                <a:gd name="connsiteY5" fmla="*/ 2096 h 75441"/>
                <a:gd name="connsiteX6" fmla="*/ 399977 w 399557"/>
                <a:gd name="connsiteY6" fmla="*/ 38419 h 75441"/>
                <a:gd name="connsiteX7" fmla="*/ 399977 w 399557"/>
                <a:gd name="connsiteY7" fmla="*/ 38419 h 75441"/>
                <a:gd name="connsiteX8" fmla="*/ 363654 w 399557"/>
                <a:gd name="connsiteY8" fmla="*/ 74742 h 7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557" h="75441">
                  <a:moveTo>
                    <a:pt x="363654" y="74742"/>
                  </a:moveTo>
                  <a:lnTo>
                    <a:pt x="38419" y="74742"/>
                  </a:lnTo>
                  <a:cubicBezTo>
                    <a:pt x="18301" y="74742"/>
                    <a:pt x="2096" y="58537"/>
                    <a:pt x="2096" y="38419"/>
                  </a:cubicBezTo>
                  <a:lnTo>
                    <a:pt x="2096" y="38419"/>
                  </a:lnTo>
                  <a:cubicBezTo>
                    <a:pt x="2096" y="18301"/>
                    <a:pt x="18301" y="2096"/>
                    <a:pt x="38419" y="2096"/>
                  </a:cubicBezTo>
                  <a:lnTo>
                    <a:pt x="363654" y="2096"/>
                  </a:lnTo>
                  <a:cubicBezTo>
                    <a:pt x="383771" y="2096"/>
                    <a:pt x="399977" y="18301"/>
                    <a:pt x="399977" y="38419"/>
                  </a:cubicBezTo>
                  <a:lnTo>
                    <a:pt x="399977" y="38419"/>
                  </a:lnTo>
                  <a:cubicBezTo>
                    <a:pt x="399977" y="58537"/>
                    <a:pt x="383771" y="74742"/>
                    <a:pt x="363654" y="74742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FAEBD686-3D82-7C48-45AF-09BA12610924}"/>
                </a:ext>
              </a:extLst>
            </p:cNvPr>
            <p:cNvSpPr/>
            <p:nvPr/>
          </p:nvSpPr>
          <p:spPr>
            <a:xfrm>
              <a:off x="1714076" y="2066565"/>
              <a:ext cx="265441" cy="61470"/>
            </a:xfrm>
            <a:custGeom>
              <a:avLst/>
              <a:gdLst>
                <a:gd name="connsiteX0" fmla="*/ 234286 w 265440"/>
                <a:gd name="connsiteY0" fmla="*/ 61331 h 61470"/>
                <a:gd name="connsiteX1" fmla="*/ 31713 w 265440"/>
                <a:gd name="connsiteY1" fmla="*/ 61331 h 61470"/>
                <a:gd name="connsiteX2" fmla="*/ 2096 w 265440"/>
                <a:gd name="connsiteY2" fmla="*/ 31713 h 61470"/>
                <a:gd name="connsiteX3" fmla="*/ 2096 w 265440"/>
                <a:gd name="connsiteY3" fmla="*/ 31713 h 61470"/>
                <a:gd name="connsiteX4" fmla="*/ 31713 w 265440"/>
                <a:gd name="connsiteY4" fmla="*/ 2096 h 61470"/>
                <a:gd name="connsiteX5" fmla="*/ 234286 w 265440"/>
                <a:gd name="connsiteY5" fmla="*/ 2096 h 61470"/>
                <a:gd name="connsiteX6" fmla="*/ 263904 w 265440"/>
                <a:gd name="connsiteY6" fmla="*/ 31713 h 61470"/>
                <a:gd name="connsiteX7" fmla="*/ 263904 w 265440"/>
                <a:gd name="connsiteY7" fmla="*/ 31713 h 61470"/>
                <a:gd name="connsiteX8" fmla="*/ 234286 w 265440"/>
                <a:gd name="connsiteY8" fmla="*/ 61331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5440" h="61470">
                  <a:moveTo>
                    <a:pt x="234286" y="61331"/>
                  </a:moveTo>
                  <a:lnTo>
                    <a:pt x="31713" y="61331"/>
                  </a:lnTo>
                  <a:cubicBezTo>
                    <a:pt x="15228" y="61331"/>
                    <a:pt x="2096" y="47919"/>
                    <a:pt x="2096" y="31713"/>
                  </a:cubicBezTo>
                  <a:lnTo>
                    <a:pt x="2096" y="31713"/>
                  </a:lnTo>
                  <a:cubicBezTo>
                    <a:pt x="2096" y="15228"/>
                    <a:pt x="15507" y="2096"/>
                    <a:pt x="31713" y="2096"/>
                  </a:cubicBezTo>
                  <a:lnTo>
                    <a:pt x="234286" y="2096"/>
                  </a:lnTo>
                  <a:cubicBezTo>
                    <a:pt x="250771" y="2096"/>
                    <a:pt x="263904" y="15507"/>
                    <a:pt x="263904" y="31713"/>
                  </a:cubicBezTo>
                  <a:lnTo>
                    <a:pt x="263904" y="31713"/>
                  </a:lnTo>
                  <a:cubicBezTo>
                    <a:pt x="264183" y="47919"/>
                    <a:pt x="250771" y="61331"/>
                    <a:pt x="234286" y="61331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6A66836F-9E72-710F-4314-B3E12D12BC6C}"/>
                </a:ext>
              </a:extLst>
            </p:cNvPr>
            <p:cNvSpPr/>
            <p:nvPr/>
          </p:nvSpPr>
          <p:spPr>
            <a:xfrm>
              <a:off x="1773590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5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5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712481DC-B6BB-E198-ACC8-E1A8C3430E86}"/>
                </a:ext>
              </a:extLst>
            </p:cNvPr>
            <p:cNvSpPr/>
            <p:nvPr/>
          </p:nvSpPr>
          <p:spPr>
            <a:xfrm>
              <a:off x="1837296" y="2086962"/>
              <a:ext cx="22353" cy="22353"/>
            </a:xfrm>
            <a:custGeom>
              <a:avLst/>
              <a:gdLst>
                <a:gd name="connsiteX0" fmla="*/ 20537 w 22352"/>
                <a:gd name="connsiteY0" fmla="*/ 11316 h 22352"/>
                <a:gd name="connsiteX1" fmla="*/ 11316 w 22352"/>
                <a:gd name="connsiteY1" fmla="*/ 20537 h 22352"/>
                <a:gd name="connsiteX2" fmla="*/ 2096 w 22352"/>
                <a:gd name="connsiteY2" fmla="*/ 11316 h 22352"/>
                <a:gd name="connsiteX3" fmla="*/ 11316 w 22352"/>
                <a:gd name="connsiteY3" fmla="*/ 2096 h 22352"/>
                <a:gd name="connsiteX4" fmla="*/ 20537 w 22352"/>
                <a:gd name="connsiteY4" fmla="*/ 1131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16"/>
                  </a:moveTo>
                  <a:cubicBezTo>
                    <a:pt x="20537" y="16346"/>
                    <a:pt x="16346" y="20537"/>
                    <a:pt x="11316" y="20537"/>
                  </a:cubicBezTo>
                  <a:cubicBezTo>
                    <a:pt x="6287" y="20537"/>
                    <a:pt x="2096" y="16346"/>
                    <a:pt x="2096" y="11316"/>
                  </a:cubicBezTo>
                  <a:cubicBezTo>
                    <a:pt x="2096" y="6287"/>
                    <a:pt x="6287" y="2096"/>
                    <a:pt x="11316" y="2096"/>
                  </a:cubicBezTo>
                  <a:cubicBezTo>
                    <a:pt x="16346" y="2096"/>
                    <a:pt x="20537" y="6007"/>
                    <a:pt x="20537" y="11316"/>
                  </a:cubicBezTo>
                  <a:close/>
                </a:path>
              </a:pathLst>
            </a:custGeom>
            <a:solidFill>
              <a:srgbClr val="91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74764BBE-E278-F40C-3D95-0378D00143EB}"/>
                </a:ext>
              </a:extLst>
            </p:cNvPr>
            <p:cNvSpPr/>
            <p:nvPr/>
          </p:nvSpPr>
          <p:spPr>
            <a:xfrm>
              <a:off x="1896252" y="2086949"/>
              <a:ext cx="22353" cy="22353"/>
            </a:xfrm>
            <a:custGeom>
              <a:avLst/>
              <a:gdLst>
                <a:gd name="connsiteX0" fmla="*/ 20537 w 22352"/>
                <a:gd name="connsiteY0" fmla="*/ 11329 h 22352"/>
                <a:gd name="connsiteX1" fmla="*/ 11316 w 22352"/>
                <a:gd name="connsiteY1" fmla="*/ 20550 h 22352"/>
                <a:gd name="connsiteX2" fmla="*/ 2096 w 22352"/>
                <a:gd name="connsiteY2" fmla="*/ 11329 h 22352"/>
                <a:gd name="connsiteX3" fmla="*/ 11316 w 22352"/>
                <a:gd name="connsiteY3" fmla="*/ 2109 h 22352"/>
                <a:gd name="connsiteX4" fmla="*/ 20537 w 22352"/>
                <a:gd name="connsiteY4" fmla="*/ 11329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22352">
                  <a:moveTo>
                    <a:pt x="20537" y="11329"/>
                  </a:moveTo>
                  <a:cubicBezTo>
                    <a:pt x="20537" y="16359"/>
                    <a:pt x="16346" y="20550"/>
                    <a:pt x="11316" y="20550"/>
                  </a:cubicBezTo>
                  <a:cubicBezTo>
                    <a:pt x="6287" y="20550"/>
                    <a:pt x="2096" y="16359"/>
                    <a:pt x="2096" y="11329"/>
                  </a:cubicBezTo>
                  <a:cubicBezTo>
                    <a:pt x="2096" y="6300"/>
                    <a:pt x="6287" y="2109"/>
                    <a:pt x="11316" y="2109"/>
                  </a:cubicBezTo>
                  <a:cubicBezTo>
                    <a:pt x="16346" y="1829"/>
                    <a:pt x="20537" y="6021"/>
                    <a:pt x="20537" y="11329"/>
                  </a:cubicBezTo>
                  <a:close/>
                </a:path>
              </a:pathLst>
            </a:custGeom>
            <a:solidFill>
              <a:srgbClr val="E94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A7A1066B-F63E-89AF-B28F-4F88672080EA}"/>
                </a:ext>
              </a:extLst>
            </p:cNvPr>
            <p:cNvSpPr/>
            <p:nvPr/>
          </p:nvSpPr>
          <p:spPr>
            <a:xfrm>
              <a:off x="1143518" y="2315520"/>
              <a:ext cx="47500" cy="47500"/>
            </a:xfrm>
            <a:custGeom>
              <a:avLst/>
              <a:gdLst>
                <a:gd name="connsiteX0" fmla="*/ 47360 w 47499"/>
                <a:gd name="connsiteY0" fmla="*/ 24728 h 47499"/>
                <a:gd name="connsiteX1" fmla="*/ 24728 w 47499"/>
                <a:gd name="connsiteY1" fmla="*/ 47360 h 47499"/>
                <a:gd name="connsiteX2" fmla="*/ 2096 w 47499"/>
                <a:gd name="connsiteY2" fmla="*/ 24728 h 47499"/>
                <a:gd name="connsiteX3" fmla="*/ 24728 w 47499"/>
                <a:gd name="connsiteY3" fmla="*/ 2096 h 47499"/>
                <a:gd name="connsiteX4" fmla="*/ 47360 w 47499"/>
                <a:gd name="connsiteY4" fmla="*/ 24728 h 4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99" h="47499">
                  <a:moveTo>
                    <a:pt x="47360" y="24728"/>
                  </a:moveTo>
                  <a:cubicBezTo>
                    <a:pt x="47360" y="37227"/>
                    <a:pt x="37227" y="47360"/>
                    <a:pt x="24728" y="47360"/>
                  </a:cubicBezTo>
                  <a:cubicBezTo>
                    <a:pt x="12228" y="47360"/>
                    <a:pt x="2096" y="37227"/>
                    <a:pt x="2096" y="24728"/>
                  </a:cubicBezTo>
                  <a:cubicBezTo>
                    <a:pt x="2096" y="12228"/>
                    <a:pt x="12228" y="2096"/>
                    <a:pt x="24728" y="2096"/>
                  </a:cubicBezTo>
                  <a:cubicBezTo>
                    <a:pt x="37227" y="2096"/>
                    <a:pt x="47360" y="12228"/>
                    <a:pt x="47360" y="247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A18BEFE2-2CE8-74A4-7AB6-26909325199A}"/>
                </a:ext>
              </a:extLst>
            </p:cNvPr>
            <p:cNvSpPr/>
            <p:nvPr/>
          </p:nvSpPr>
          <p:spPr>
            <a:xfrm>
              <a:off x="1132062" y="2301550"/>
              <a:ext cx="72647" cy="67059"/>
            </a:xfrm>
            <a:custGeom>
              <a:avLst/>
              <a:gdLst>
                <a:gd name="connsiteX0" fmla="*/ 59654 w 72646"/>
                <a:gd name="connsiteY0" fmla="*/ 11316 h 67058"/>
                <a:gd name="connsiteX1" fmla="*/ 55743 w 72646"/>
                <a:gd name="connsiteY1" fmla="*/ 11316 h 67058"/>
                <a:gd name="connsiteX2" fmla="*/ 49875 w 72646"/>
                <a:gd name="connsiteY2" fmla="*/ 3213 h 67058"/>
                <a:gd name="connsiteX3" fmla="*/ 47919 w 72646"/>
                <a:gd name="connsiteY3" fmla="*/ 2096 h 67058"/>
                <a:gd name="connsiteX4" fmla="*/ 25007 w 72646"/>
                <a:gd name="connsiteY4" fmla="*/ 2096 h 67058"/>
                <a:gd name="connsiteX5" fmla="*/ 23051 w 72646"/>
                <a:gd name="connsiteY5" fmla="*/ 3213 h 67058"/>
                <a:gd name="connsiteX6" fmla="*/ 17184 w 72646"/>
                <a:gd name="connsiteY6" fmla="*/ 11316 h 67058"/>
                <a:gd name="connsiteX7" fmla="*/ 13272 w 72646"/>
                <a:gd name="connsiteY7" fmla="*/ 11316 h 67058"/>
                <a:gd name="connsiteX8" fmla="*/ 2096 w 72646"/>
                <a:gd name="connsiteY8" fmla="*/ 22493 h 67058"/>
                <a:gd name="connsiteX9" fmla="*/ 2096 w 72646"/>
                <a:gd name="connsiteY9" fmla="*/ 55184 h 67058"/>
                <a:gd name="connsiteX10" fmla="*/ 13272 w 72646"/>
                <a:gd name="connsiteY10" fmla="*/ 66360 h 67058"/>
                <a:gd name="connsiteX11" fmla="*/ 59654 w 72646"/>
                <a:gd name="connsiteY11" fmla="*/ 66360 h 67058"/>
                <a:gd name="connsiteX12" fmla="*/ 70831 w 72646"/>
                <a:gd name="connsiteY12" fmla="*/ 55184 h 67058"/>
                <a:gd name="connsiteX13" fmla="*/ 70831 w 72646"/>
                <a:gd name="connsiteY13" fmla="*/ 22772 h 67058"/>
                <a:gd name="connsiteX14" fmla="*/ 59654 w 72646"/>
                <a:gd name="connsiteY14" fmla="*/ 11316 h 67058"/>
                <a:gd name="connsiteX15" fmla="*/ 36463 w 72646"/>
                <a:gd name="connsiteY15" fmla="*/ 55463 h 67058"/>
                <a:gd name="connsiteX16" fmla="*/ 19698 w 72646"/>
                <a:gd name="connsiteY16" fmla="*/ 38698 h 67058"/>
                <a:gd name="connsiteX17" fmla="*/ 36463 w 72646"/>
                <a:gd name="connsiteY17" fmla="*/ 21934 h 67058"/>
                <a:gd name="connsiteX18" fmla="*/ 53228 w 72646"/>
                <a:gd name="connsiteY18" fmla="*/ 38698 h 67058"/>
                <a:gd name="connsiteX19" fmla="*/ 36463 w 72646"/>
                <a:gd name="connsiteY19" fmla="*/ 55463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2646" h="67058">
                  <a:moveTo>
                    <a:pt x="59654" y="11316"/>
                  </a:moveTo>
                  <a:lnTo>
                    <a:pt x="55743" y="11316"/>
                  </a:lnTo>
                  <a:lnTo>
                    <a:pt x="49875" y="3213"/>
                  </a:lnTo>
                  <a:cubicBezTo>
                    <a:pt x="49316" y="2654"/>
                    <a:pt x="48757" y="2096"/>
                    <a:pt x="47919" y="2096"/>
                  </a:cubicBezTo>
                  <a:lnTo>
                    <a:pt x="25007" y="2096"/>
                  </a:lnTo>
                  <a:cubicBezTo>
                    <a:pt x="24169" y="2096"/>
                    <a:pt x="23610" y="2375"/>
                    <a:pt x="23051" y="3213"/>
                  </a:cubicBezTo>
                  <a:lnTo>
                    <a:pt x="17184" y="11316"/>
                  </a:lnTo>
                  <a:lnTo>
                    <a:pt x="13272" y="11316"/>
                  </a:lnTo>
                  <a:cubicBezTo>
                    <a:pt x="7125" y="11316"/>
                    <a:pt x="2096" y="16346"/>
                    <a:pt x="2096" y="22493"/>
                  </a:cubicBezTo>
                  <a:lnTo>
                    <a:pt x="2096" y="55184"/>
                  </a:lnTo>
                  <a:cubicBezTo>
                    <a:pt x="2096" y="61331"/>
                    <a:pt x="7125" y="66360"/>
                    <a:pt x="13272" y="66360"/>
                  </a:cubicBezTo>
                  <a:lnTo>
                    <a:pt x="59654" y="66360"/>
                  </a:lnTo>
                  <a:cubicBezTo>
                    <a:pt x="65801" y="66360"/>
                    <a:pt x="70831" y="61331"/>
                    <a:pt x="70831" y="55184"/>
                  </a:cubicBezTo>
                  <a:lnTo>
                    <a:pt x="70831" y="22772"/>
                  </a:lnTo>
                  <a:cubicBezTo>
                    <a:pt x="70831" y="16346"/>
                    <a:pt x="65801" y="11316"/>
                    <a:pt x="59654" y="11316"/>
                  </a:cubicBezTo>
                  <a:close/>
                  <a:moveTo>
                    <a:pt x="36463" y="55463"/>
                  </a:moveTo>
                  <a:cubicBezTo>
                    <a:pt x="27243" y="55463"/>
                    <a:pt x="19698" y="47919"/>
                    <a:pt x="19698" y="38698"/>
                  </a:cubicBezTo>
                  <a:cubicBezTo>
                    <a:pt x="19698" y="29478"/>
                    <a:pt x="27243" y="21934"/>
                    <a:pt x="36463" y="21934"/>
                  </a:cubicBezTo>
                  <a:cubicBezTo>
                    <a:pt x="45684" y="21934"/>
                    <a:pt x="53228" y="29478"/>
                    <a:pt x="53228" y="38698"/>
                  </a:cubicBezTo>
                  <a:cubicBezTo>
                    <a:pt x="53228" y="47919"/>
                    <a:pt x="45684" y="55463"/>
                    <a:pt x="36463" y="55463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4" name="Forma libre 53">
              <a:extLst>
                <a:ext uri="{FF2B5EF4-FFF2-40B4-BE49-F238E27FC236}">
                  <a16:creationId xmlns:a16="http://schemas.microsoft.com/office/drawing/2014/main" id="{53F9BD97-7D2C-BD86-044A-E1611008817E}"/>
                </a:ext>
              </a:extLst>
            </p:cNvPr>
            <p:cNvSpPr/>
            <p:nvPr/>
          </p:nvSpPr>
          <p:spPr>
            <a:xfrm>
              <a:off x="1155533" y="2327255"/>
              <a:ext cx="25147" cy="25147"/>
            </a:xfrm>
            <a:custGeom>
              <a:avLst/>
              <a:gdLst>
                <a:gd name="connsiteX0" fmla="*/ 23890 w 25147"/>
                <a:gd name="connsiteY0" fmla="*/ 12993 h 25147"/>
                <a:gd name="connsiteX1" fmla="*/ 12993 w 25147"/>
                <a:gd name="connsiteY1" fmla="*/ 23890 h 25147"/>
                <a:gd name="connsiteX2" fmla="*/ 2096 w 25147"/>
                <a:gd name="connsiteY2" fmla="*/ 12993 h 25147"/>
                <a:gd name="connsiteX3" fmla="*/ 12993 w 25147"/>
                <a:gd name="connsiteY3" fmla="*/ 2096 h 25147"/>
                <a:gd name="connsiteX4" fmla="*/ 23890 w 25147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3890" y="12993"/>
                  </a:moveTo>
                  <a:cubicBezTo>
                    <a:pt x="23890" y="19011"/>
                    <a:pt x="19011" y="23890"/>
                    <a:pt x="12993" y="23890"/>
                  </a:cubicBezTo>
                  <a:cubicBezTo>
                    <a:pt x="6974" y="23890"/>
                    <a:pt x="2096" y="19011"/>
                    <a:pt x="2096" y="12993"/>
                  </a:cubicBezTo>
                  <a:cubicBezTo>
                    <a:pt x="2096" y="6974"/>
                    <a:pt x="6974" y="2096"/>
                    <a:pt x="12993" y="2096"/>
                  </a:cubicBezTo>
                  <a:cubicBezTo>
                    <a:pt x="19011" y="2096"/>
                    <a:pt x="23890" y="6974"/>
                    <a:pt x="23890" y="12993"/>
                  </a:cubicBezTo>
                  <a:close/>
                </a:path>
              </a:pathLst>
            </a:custGeom>
            <a:solidFill>
              <a:srgbClr val="7AB3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D5FF6606-8CE8-CB72-87AD-04AB7F95AED7}"/>
                </a:ext>
              </a:extLst>
            </p:cNvPr>
            <p:cNvSpPr/>
            <p:nvPr/>
          </p:nvSpPr>
          <p:spPr>
            <a:xfrm>
              <a:off x="1791193" y="2186991"/>
              <a:ext cx="201176" cy="134117"/>
            </a:xfrm>
            <a:custGeom>
              <a:avLst/>
              <a:gdLst>
                <a:gd name="connsiteX0" fmla="*/ 195727 w 201176"/>
                <a:gd name="connsiteY0" fmla="*/ 132860 h 134117"/>
                <a:gd name="connsiteX1" fmla="*/ 7684 w 201176"/>
                <a:gd name="connsiteY1" fmla="*/ 132860 h 134117"/>
                <a:gd name="connsiteX2" fmla="*/ 2096 w 201176"/>
                <a:gd name="connsiteY2" fmla="*/ 127272 h 134117"/>
                <a:gd name="connsiteX3" fmla="*/ 2096 w 201176"/>
                <a:gd name="connsiteY3" fmla="*/ 7684 h 134117"/>
                <a:gd name="connsiteX4" fmla="*/ 7684 w 201176"/>
                <a:gd name="connsiteY4" fmla="*/ 2096 h 134117"/>
                <a:gd name="connsiteX5" fmla="*/ 195727 w 201176"/>
                <a:gd name="connsiteY5" fmla="*/ 2096 h 134117"/>
                <a:gd name="connsiteX6" fmla="*/ 201316 w 201176"/>
                <a:gd name="connsiteY6" fmla="*/ 7684 h 134117"/>
                <a:gd name="connsiteX7" fmla="*/ 201316 w 201176"/>
                <a:gd name="connsiteY7" fmla="*/ 127272 h 134117"/>
                <a:gd name="connsiteX8" fmla="*/ 195727 w 201176"/>
                <a:gd name="connsiteY8" fmla="*/ 132860 h 13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176" h="134117">
                  <a:moveTo>
                    <a:pt x="195727" y="132860"/>
                  </a:moveTo>
                  <a:lnTo>
                    <a:pt x="7684" y="132860"/>
                  </a:lnTo>
                  <a:cubicBezTo>
                    <a:pt x="4610" y="132860"/>
                    <a:pt x="2096" y="130345"/>
                    <a:pt x="2096" y="127272"/>
                  </a:cubicBezTo>
                  <a:lnTo>
                    <a:pt x="2096" y="7684"/>
                  </a:lnTo>
                  <a:cubicBezTo>
                    <a:pt x="2096" y="4610"/>
                    <a:pt x="4610" y="2096"/>
                    <a:pt x="7684" y="2096"/>
                  </a:cubicBezTo>
                  <a:lnTo>
                    <a:pt x="195727" y="2096"/>
                  </a:lnTo>
                  <a:cubicBezTo>
                    <a:pt x="198801" y="2096"/>
                    <a:pt x="201316" y="4610"/>
                    <a:pt x="201316" y="7684"/>
                  </a:cubicBezTo>
                  <a:lnTo>
                    <a:pt x="201316" y="127272"/>
                  </a:lnTo>
                  <a:cubicBezTo>
                    <a:pt x="201316" y="130345"/>
                    <a:pt x="198801" y="132860"/>
                    <a:pt x="195727" y="132860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2532BB8C-3BA8-C6D6-B146-0F7F3BE09724}"/>
                </a:ext>
              </a:extLst>
            </p:cNvPr>
            <p:cNvSpPr/>
            <p:nvPr/>
          </p:nvSpPr>
          <p:spPr>
            <a:xfrm>
              <a:off x="1808682" y="2198053"/>
              <a:ext cx="167647" cy="55882"/>
            </a:xfrm>
            <a:custGeom>
              <a:avLst/>
              <a:gdLst>
                <a:gd name="connsiteX0" fmla="*/ 84357 w 167646"/>
                <a:gd name="connsiteY0" fmla="*/ 55298 h 55882"/>
                <a:gd name="connsiteX1" fmla="*/ 84077 w 167646"/>
                <a:gd name="connsiteY1" fmla="*/ 55298 h 55882"/>
                <a:gd name="connsiteX2" fmla="*/ 81563 w 167646"/>
                <a:gd name="connsiteY2" fmla="*/ 54739 h 55882"/>
                <a:gd name="connsiteX3" fmla="*/ 4725 w 167646"/>
                <a:gd name="connsiteY3" fmla="*/ 11989 h 55882"/>
                <a:gd name="connsiteX4" fmla="*/ 2769 w 167646"/>
                <a:gd name="connsiteY4" fmla="*/ 4724 h 55882"/>
                <a:gd name="connsiteX5" fmla="*/ 10033 w 167646"/>
                <a:gd name="connsiteY5" fmla="*/ 2769 h 55882"/>
                <a:gd name="connsiteX6" fmla="*/ 84636 w 167646"/>
                <a:gd name="connsiteY6" fmla="*/ 44121 h 55882"/>
                <a:gd name="connsiteX7" fmla="*/ 159239 w 167646"/>
                <a:gd name="connsiteY7" fmla="*/ 2769 h 55882"/>
                <a:gd name="connsiteX8" fmla="*/ 166504 w 167646"/>
                <a:gd name="connsiteY8" fmla="*/ 4724 h 55882"/>
                <a:gd name="connsiteX9" fmla="*/ 164548 w 167646"/>
                <a:gd name="connsiteY9" fmla="*/ 11989 h 55882"/>
                <a:gd name="connsiteX10" fmla="*/ 87710 w 167646"/>
                <a:gd name="connsiteY10" fmla="*/ 54739 h 55882"/>
                <a:gd name="connsiteX11" fmla="*/ 84357 w 167646"/>
                <a:gd name="connsiteY11" fmla="*/ 55298 h 5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7646" h="55882">
                  <a:moveTo>
                    <a:pt x="84357" y="55298"/>
                  </a:moveTo>
                  <a:lnTo>
                    <a:pt x="84077" y="55298"/>
                  </a:lnTo>
                  <a:cubicBezTo>
                    <a:pt x="83239" y="55298"/>
                    <a:pt x="82401" y="55018"/>
                    <a:pt x="81563" y="54739"/>
                  </a:cubicBezTo>
                  <a:lnTo>
                    <a:pt x="4725" y="11989"/>
                  </a:lnTo>
                  <a:cubicBezTo>
                    <a:pt x="2210" y="10592"/>
                    <a:pt x="1372" y="7519"/>
                    <a:pt x="2769" y="4724"/>
                  </a:cubicBezTo>
                  <a:cubicBezTo>
                    <a:pt x="4166" y="2210"/>
                    <a:pt x="7239" y="1372"/>
                    <a:pt x="10033" y="2769"/>
                  </a:cubicBezTo>
                  <a:lnTo>
                    <a:pt x="84636" y="44121"/>
                  </a:lnTo>
                  <a:lnTo>
                    <a:pt x="159239" y="2769"/>
                  </a:lnTo>
                  <a:cubicBezTo>
                    <a:pt x="161754" y="1372"/>
                    <a:pt x="164827" y="2210"/>
                    <a:pt x="166504" y="4724"/>
                  </a:cubicBezTo>
                  <a:cubicBezTo>
                    <a:pt x="167901" y="7239"/>
                    <a:pt x="167062" y="10313"/>
                    <a:pt x="164548" y="11989"/>
                  </a:cubicBezTo>
                  <a:lnTo>
                    <a:pt x="87710" y="54739"/>
                  </a:lnTo>
                  <a:cubicBezTo>
                    <a:pt x="86033" y="55018"/>
                    <a:pt x="85195" y="55298"/>
                    <a:pt x="84357" y="55298"/>
                  </a:cubicBezTo>
                  <a:close/>
                </a:path>
              </a:pathLst>
            </a:custGeom>
            <a:solidFill>
              <a:srgbClr val="E94B4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864F279F-D329-C95C-74C8-43481555808A}"/>
                </a:ext>
              </a:extLst>
            </p:cNvPr>
            <p:cNvSpPr/>
            <p:nvPr/>
          </p:nvSpPr>
          <p:spPr>
            <a:xfrm>
              <a:off x="2035398" y="1984418"/>
              <a:ext cx="251470" cy="324117"/>
            </a:xfrm>
            <a:custGeom>
              <a:avLst/>
              <a:gdLst>
                <a:gd name="connsiteX0" fmla="*/ 244345 w 251470"/>
                <a:gd name="connsiteY0" fmla="*/ 322021 h 324116"/>
                <a:gd name="connsiteX1" fmla="*/ 7125 w 251470"/>
                <a:gd name="connsiteY1" fmla="*/ 322021 h 324116"/>
                <a:gd name="connsiteX2" fmla="*/ 2096 w 251470"/>
                <a:gd name="connsiteY2" fmla="*/ 316992 h 324116"/>
                <a:gd name="connsiteX3" fmla="*/ 2096 w 251470"/>
                <a:gd name="connsiteY3" fmla="*/ 7125 h 324116"/>
                <a:gd name="connsiteX4" fmla="*/ 7125 w 251470"/>
                <a:gd name="connsiteY4" fmla="*/ 2096 h 324116"/>
                <a:gd name="connsiteX5" fmla="*/ 244345 w 251470"/>
                <a:gd name="connsiteY5" fmla="*/ 2096 h 324116"/>
                <a:gd name="connsiteX6" fmla="*/ 249374 w 251470"/>
                <a:gd name="connsiteY6" fmla="*/ 7125 h 324116"/>
                <a:gd name="connsiteX7" fmla="*/ 249374 w 251470"/>
                <a:gd name="connsiteY7" fmla="*/ 316713 h 324116"/>
                <a:gd name="connsiteX8" fmla="*/ 244345 w 251470"/>
                <a:gd name="connsiteY8" fmla="*/ 322021 h 32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1470" h="324116">
                  <a:moveTo>
                    <a:pt x="244345" y="322021"/>
                  </a:moveTo>
                  <a:lnTo>
                    <a:pt x="7125" y="322021"/>
                  </a:lnTo>
                  <a:cubicBezTo>
                    <a:pt x="4331" y="322021"/>
                    <a:pt x="2096" y="319786"/>
                    <a:pt x="2096" y="316992"/>
                  </a:cubicBezTo>
                  <a:lnTo>
                    <a:pt x="2096" y="7125"/>
                  </a:lnTo>
                  <a:cubicBezTo>
                    <a:pt x="2096" y="4331"/>
                    <a:pt x="4331" y="2096"/>
                    <a:pt x="7125" y="2096"/>
                  </a:cubicBezTo>
                  <a:lnTo>
                    <a:pt x="244345" y="2096"/>
                  </a:lnTo>
                  <a:cubicBezTo>
                    <a:pt x="247139" y="2096"/>
                    <a:pt x="249374" y="4331"/>
                    <a:pt x="249374" y="7125"/>
                  </a:cubicBezTo>
                  <a:lnTo>
                    <a:pt x="249374" y="316713"/>
                  </a:lnTo>
                  <a:cubicBezTo>
                    <a:pt x="249654" y="319786"/>
                    <a:pt x="247139" y="322021"/>
                    <a:pt x="244345" y="322021"/>
                  </a:cubicBezTo>
                  <a:close/>
                </a:path>
              </a:pathLst>
            </a:custGeom>
            <a:solidFill>
              <a:srgbClr val="4F4F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9E9F0F19-B2DF-6358-7699-AEE21A930C4D}"/>
                </a:ext>
              </a:extLst>
            </p:cNvPr>
            <p:cNvSpPr/>
            <p:nvPr/>
          </p:nvSpPr>
          <p:spPr>
            <a:xfrm>
              <a:off x="2072560" y="202130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681394D7-03F8-BEBF-00B8-7B610CE368EE}"/>
                </a:ext>
              </a:extLst>
            </p:cNvPr>
            <p:cNvSpPr/>
            <p:nvPr/>
          </p:nvSpPr>
          <p:spPr>
            <a:xfrm>
              <a:off x="2096869" y="2021300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181E8BDF-5DF4-7162-3FE0-697C160028DB}"/>
                </a:ext>
              </a:extLst>
            </p:cNvPr>
            <p:cNvSpPr/>
            <p:nvPr/>
          </p:nvSpPr>
          <p:spPr>
            <a:xfrm>
              <a:off x="2096869" y="2034433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A699FC83-DA34-B3FB-C283-EBC58743991B}"/>
                </a:ext>
              </a:extLst>
            </p:cNvPr>
            <p:cNvSpPr/>
            <p:nvPr/>
          </p:nvSpPr>
          <p:spPr>
            <a:xfrm>
              <a:off x="2133192" y="2034433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C1FAA0F2-3296-33F5-BD53-5971A0EFB21F}"/>
                </a:ext>
              </a:extLst>
            </p:cNvPr>
            <p:cNvSpPr/>
            <p:nvPr/>
          </p:nvSpPr>
          <p:spPr>
            <a:xfrm>
              <a:off x="2096869" y="2098418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2E47286D-573C-C108-833C-8B46CB1EB784}"/>
                </a:ext>
              </a:extLst>
            </p:cNvPr>
            <p:cNvSpPr/>
            <p:nvPr/>
          </p:nvSpPr>
          <p:spPr>
            <a:xfrm>
              <a:off x="2072560" y="2111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4" name="Forma libre 63">
              <a:extLst>
                <a:ext uri="{FF2B5EF4-FFF2-40B4-BE49-F238E27FC236}">
                  <a16:creationId xmlns:a16="http://schemas.microsoft.com/office/drawing/2014/main" id="{1909FF0E-299A-B4A9-B95C-517B5EF2015F}"/>
                </a:ext>
              </a:extLst>
            </p:cNvPr>
            <p:cNvSpPr/>
            <p:nvPr/>
          </p:nvSpPr>
          <p:spPr>
            <a:xfrm>
              <a:off x="2096869" y="2111550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B9AB3728-86A9-BAF1-2890-D3695686E9E9}"/>
                </a:ext>
              </a:extLst>
            </p:cNvPr>
            <p:cNvSpPr/>
            <p:nvPr/>
          </p:nvSpPr>
          <p:spPr>
            <a:xfrm>
              <a:off x="2133192" y="2111550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57F942F5-0D31-39BB-6F17-0F6B7566689A}"/>
                </a:ext>
              </a:extLst>
            </p:cNvPr>
            <p:cNvSpPr/>
            <p:nvPr/>
          </p:nvSpPr>
          <p:spPr>
            <a:xfrm>
              <a:off x="2096869" y="2047565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017F50AF-CD35-53C4-C492-58A9296A1ACE}"/>
                </a:ext>
              </a:extLst>
            </p:cNvPr>
            <p:cNvSpPr/>
            <p:nvPr/>
          </p:nvSpPr>
          <p:spPr>
            <a:xfrm>
              <a:off x="2162530" y="2060697"/>
              <a:ext cx="33529" cy="8382"/>
            </a:xfrm>
            <a:custGeom>
              <a:avLst/>
              <a:gdLst>
                <a:gd name="connsiteX0" fmla="*/ 31993 w 33529"/>
                <a:gd name="connsiteY0" fmla="*/ 8243 h 8382"/>
                <a:gd name="connsiteX1" fmla="*/ 2654 w 33529"/>
                <a:gd name="connsiteY1" fmla="*/ 8243 h 8382"/>
                <a:gd name="connsiteX2" fmla="*/ 2096 w 33529"/>
                <a:gd name="connsiteY2" fmla="*/ 7684 h 8382"/>
                <a:gd name="connsiteX3" fmla="*/ 2096 w 33529"/>
                <a:gd name="connsiteY3" fmla="*/ 2654 h 8382"/>
                <a:gd name="connsiteX4" fmla="*/ 2654 w 33529"/>
                <a:gd name="connsiteY4" fmla="*/ 2096 h 8382"/>
                <a:gd name="connsiteX5" fmla="*/ 31993 w 33529"/>
                <a:gd name="connsiteY5" fmla="*/ 2096 h 8382"/>
                <a:gd name="connsiteX6" fmla="*/ 32551 w 33529"/>
                <a:gd name="connsiteY6" fmla="*/ 2654 h 8382"/>
                <a:gd name="connsiteX7" fmla="*/ 32551 w 33529"/>
                <a:gd name="connsiteY7" fmla="*/ 7684 h 8382"/>
                <a:gd name="connsiteX8" fmla="*/ 31993 w 33529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529" h="8382">
                  <a:moveTo>
                    <a:pt x="31993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31993" y="2096"/>
                  </a:lnTo>
                  <a:cubicBezTo>
                    <a:pt x="32272" y="2096"/>
                    <a:pt x="32551" y="2375"/>
                    <a:pt x="32551" y="2654"/>
                  </a:cubicBezTo>
                  <a:lnTo>
                    <a:pt x="32551" y="7684"/>
                  </a:lnTo>
                  <a:cubicBezTo>
                    <a:pt x="32831" y="7963"/>
                    <a:pt x="32551" y="8243"/>
                    <a:pt x="31993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8" name="Forma libre 67">
              <a:extLst>
                <a:ext uri="{FF2B5EF4-FFF2-40B4-BE49-F238E27FC236}">
                  <a16:creationId xmlns:a16="http://schemas.microsoft.com/office/drawing/2014/main" id="{11702BE7-F038-957A-1C23-84454E1A467F}"/>
                </a:ext>
              </a:extLst>
            </p:cNvPr>
            <p:cNvSpPr/>
            <p:nvPr/>
          </p:nvSpPr>
          <p:spPr>
            <a:xfrm>
              <a:off x="2096869" y="2060697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66A748B8-4C61-2520-9AF6-B0AA09A4A75B}"/>
                </a:ext>
              </a:extLst>
            </p:cNvPr>
            <p:cNvSpPr/>
            <p:nvPr/>
          </p:nvSpPr>
          <p:spPr>
            <a:xfrm>
              <a:off x="2141295" y="2060697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FA194202-4444-7BDA-4488-2F7C5F5A675E}"/>
                </a:ext>
              </a:extLst>
            </p:cNvPr>
            <p:cNvSpPr/>
            <p:nvPr/>
          </p:nvSpPr>
          <p:spPr>
            <a:xfrm>
              <a:off x="2072560" y="2073550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12F3C44D-25C1-84F3-9D2F-9819239DCBED}"/>
                </a:ext>
              </a:extLst>
            </p:cNvPr>
            <p:cNvSpPr/>
            <p:nvPr/>
          </p:nvSpPr>
          <p:spPr>
            <a:xfrm>
              <a:off x="2096869" y="2073550"/>
              <a:ext cx="122941" cy="8382"/>
            </a:xfrm>
            <a:custGeom>
              <a:avLst/>
              <a:gdLst>
                <a:gd name="connsiteX0" fmla="*/ 121404 w 122940"/>
                <a:gd name="connsiteY0" fmla="*/ 8243 h 8382"/>
                <a:gd name="connsiteX1" fmla="*/ 3772 w 122940"/>
                <a:gd name="connsiteY1" fmla="*/ 8243 h 8382"/>
                <a:gd name="connsiteX2" fmla="*/ 2096 w 122940"/>
                <a:gd name="connsiteY2" fmla="*/ 5169 h 8382"/>
                <a:gd name="connsiteX3" fmla="*/ 2096 w 122940"/>
                <a:gd name="connsiteY3" fmla="*/ 5169 h 8382"/>
                <a:gd name="connsiteX4" fmla="*/ 3772 w 122940"/>
                <a:gd name="connsiteY4" fmla="*/ 2096 h 8382"/>
                <a:gd name="connsiteX5" fmla="*/ 121404 w 122940"/>
                <a:gd name="connsiteY5" fmla="*/ 2096 h 8382"/>
                <a:gd name="connsiteX6" fmla="*/ 123081 w 122940"/>
                <a:gd name="connsiteY6" fmla="*/ 5169 h 8382"/>
                <a:gd name="connsiteX7" fmla="*/ 123081 w 122940"/>
                <a:gd name="connsiteY7" fmla="*/ 5169 h 8382"/>
                <a:gd name="connsiteX8" fmla="*/ 121404 w 122940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940" h="8382">
                  <a:moveTo>
                    <a:pt x="12140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21404" y="2096"/>
                  </a:lnTo>
                  <a:cubicBezTo>
                    <a:pt x="122242" y="2096"/>
                    <a:pt x="123081" y="3493"/>
                    <a:pt x="123081" y="5169"/>
                  </a:cubicBezTo>
                  <a:lnTo>
                    <a:pt x="123081" y="5169"/>
                  </a:lnTo>
                  <a:cubicBezTo>
                    <a:pt x="123081" y="6846"/>
                    <a:pt x="122242" y="8243"/>
                    <a:pt x="12140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D959EBA6-3FB2-C678-51A7-9DA94E80970D}"/>
                </a:ext>
              </a:extLst>
            </p:cNvPr>
            <p:cNvSpPr/>
            <p:nvPr/>
          </p:nvSpPr>
          <p:spPr>
            <a:xfrm>
              <a:off x="2072560" y="2123844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B855DB05-8918-A435-D051-E95BDF1E76C5}"/>
                </a:ext>
              </a:extLst>
            </p:cNvPr>
            <p:cNvSpPr/>
            <p:nvPr/>
          </p:nvSpPr>
          <p:spPr>
            <a:xfrm>
              <a:off x="2162251" y="2123565"/>
              <a:ext cx="44706" cy="8382"/>
            </a:xfrm>
            <a:custGeom>
              <a:avLst/>
              <a:gdLst>
                <a:gd name="connsiteX0" fmla="*/ 44007 w 44705"/>
                <a:gd name="connsiteY0" fmla="*/ 8522 h 8382"/>
                <a:gd name="connsiteX1" fmla="*/ 2934 w 44705"/>
                <a:gd name="connsiteY1" fmla="*/ 8522 h 8382"/>
                <a:gd name="connsiteX2" fmla="*/ 2096 w 44705"/>
                <a:gd name="connsiteY2" fmla="*/ 7684 h 8382"/>
                <a:gd name="connsiteX3" fmla="*/ 2096 w 44705"/>
                <a:gd name="connsiteY3" fmla="*/ 2934 h 8382"/>
                <a:gd name="connsiteX4" fmla="*/ 2934 w 44705"/>
                <a:gd name="connsiteY4" fmla="*/ 2096 h 8382"/>
                <a:gd name="connsiteX5" fmla="*/ 44007 w 44705"/>
                <a:gd name="connsiteY5" fmla="*/ 2096 h 8382"/>
                <a:gd name="connsiteX6" fmla="*/ 44846 w 44705"/>
                <a:gd name="connsiteY6" fmla="*/ 2934 h 8382"/>
                <a:gd name="connsiteX7" fmla="*/ 44846 w 44705"/>
                <a:gd name="connsiteY7" fmla="*/ 7684 h 8382"/>
                <a:gd name="connsiteX8" fmla="*/ 44007 w 44705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4007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4007" y="2096"/>
                  </a:lnTo>
                  <a:cubicBezTo>
                    <a:pt x="44566" y="2096"/>
                    <a:pt x="44846" y="2375"/>
                    <a:pt x="44846" y="2934"/>
                  </a:cubicBezTo>
                  <a:lnTo>
                    <a:pt x="44846" y="7684"/>
                  </a:lnTo>
                  <a:cubicBezTo>
                    <a:pt x="44846" y="8243"/>
                    <a:pt x="44566" y="8522"/>
                    <a:pt x="44007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4" name="Forma libre 73">
              <a:extLst>
                <a:ext uri="{FF2B5EF4-FFF2-40B4-BE49-F238E27FC236}">
                  <a16:creationId xmlns:a16="http://schemas.microsoft.com/office/drawing/2014/main" id="{DD982BB6-5ABF-1619-8F35-49FC951716B6}"/>
                </a:ext>
              </a:extLst>
            </p:cNvPr>
            <p:cNvSpPr/>
            <p:nvPr/>
          </p:nvSpPr>
          <p:spPr>
            <a:xfrm>
              <a:off x="2096869" y="2123844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54BB4086-49EA-4B70-BCBE-FB46B4863B66}"/>
                </a:ext>
              </a:extLst>
            </p:cNvPr>
            <p:cNvSpPr/>
            <p:nvPr/>
          </p:nvSpPr>
          <p:spPr>
            <a:xfrm>
              <a:off x="2141295" y="2123844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C922BF4F-7C67-3D70-02F8-3E86F3F49584}"/>
                </a:ext>
              </a:extLst>
            </p:cNvPr>
            <p:cNvSpPr/>
            <p:nvPr/>
          </p:nvSpPr>
          <p:spPr>
            <a:xfrm>
              <a:off x="2072560" y="2136697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56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4D512B6A-A961-F2CC-33BF-FB7175D15ADD}"/>
                </a:ext>
              </a:extLst>
            </p:cNvPr>
            <p:cNvSpPr/>
            <p:nvPr/>
          </p:nvSpPr>
          <p:spPr>
            <a:xfrm>
              <a:off x="2096869" y="2136697"/>
              <a:ext cx="27941" cy="8382"/>
            </a:xfrm>
            <a:custGeom>
              <a:avLst/>
              <a:gdLst>
                <a:gd name="connsiteX0" fmla="*/ 24169 w 27941"/>
                <a:gd name="connsiteY0" fmla="*/ 8243 h 8382"/>
                <a:gd name="connsiteX1" fmla="*/ 3772 w 27941"/>
                <a:gd name="connsiteY1" fmla="*/ 8243 h 8382"/>
                <a:gd name="connsiteX2" fmla="*/ 2096 w 27941"/>
                <a:gd name="connsiteY2" fmla="*/ 5169 h 8382"/>
                <a:gd name="connsiteX3" fmla="*/ 2096 w 27941"/>
                <a:gd name="connsiteY3" fmla="*/ 5169 h 8382"/>
                <a:gd name="connsiteX4" fmla="*/ 3772 w 27941"/>
                <a:gd name="connsiteY4" fmla="*/ 2096 h 8382"/>
                <a:gd name="connsiteX5" fmla="*/ 24169 w 27941"/>
                <a:gd name="connsiteY5" fmla="*/ 2096 h 8382"/>
                <a:gd name="connsiteX6" fmla="*/ 25846 w 27941"/>
                <a:gd name="connsiteY6" fmla="*/ 5169 h 8382"/>
                <a:gd name="connsiteX7" fmla="*/ 25846 w 27941"/>
                <a:gd name="connsiteY7" fmla="*/ 5169 h 8382"/>
                <a:gd name="connsiteX8" fmla="*/ 24169 w 279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941" h="8382">
                  <a:moveTo>
                    <a:pt x="24169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4169" y="2096"/>
                  </a:lnTo>
                  <a:cubicBezTo>
                    <a:pt x="25007" y="2096"/>
                    <a:pt x="25846" y="3493"/>
                    <a:pt x="25846" y="5169"/>
                  </a:cubicBezTo>
                  <a:lnTo>
                    <a:pt x="25846" y="5169"/>
                  </a:lnTo>
                  <a:cubicBezTo>
                    <a:pt x="25846" y="6566"/>
                    <a:pt x="25007" y="8243"/>
                    <a:pt x="24169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2E22822C-0FE3-C626-9A63-EC1FC769D5EB}"/>
                </a:ext>
              </a:extLst>
            </p:cNvPr>
            <p:cNvSpPr/>
            <p:nvPr/>
          </p:nvSpPr>
          <p:spPr>
            <a:xfrm>
              <a:off x="2072560" y="2086682"/>
              <a:ext cx="22353" cy="8382"/>
            </a:xfrm>
            <a:custGeom>
              <a:avLst/>
              <a:gdLst>
                <a:gd name="connsiteX0" fmla="*/ 3772 w 22352"/>
                <a:gd name="connsiteY0" fmla="*/ 8243 h 8382"/>
                <a:gd name="connsiteX1" fmla="*/ 2096 w 22352"/>
                <a:gd name="connsiteY1" fmla="*/ 5169 h 8382"/>
                <a:gd name="connsiteX2" fmla="*/ 2096 w 22352"/>
                <a:gd name="connsiteY2" fmla="*/ 5169 h 8382"/>
                <a:gd name="connsiteX3" fmla="*/ 3772 w 22352"/>
                <a:gd name="connsiteY3" fmla="*/ 2096 h 8382"/>
                <a:gd name="connsiteX4" fmla="*/ 20257 w 22352"/>
                <a:gd name="connsiteY4" fmla="*/ 2096 h 8382"/>
                <a:gd name="connsiteX5" fmla="*/ 21934 w 22352"/>
                <a:gd name="connsiteY5" fmla="*/ 5169 h 8382"/>
                <a:gd name="connsiteX6" fmla="*/ 21934 w 22352"/>
                <a:gd name="connsiteY6" fmla="*/ 5169 h 8382"/>
                <a:gd name="connsiteX7" fmla="*/ 20257 w 22352"/>
                <a:gd name="connsiteY7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52" h="8382">
                  <a:moveTo>
                    <a:pt x="3772" y="8243"/>
                  </a:move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E2EF5AA5-CBBA-D322-084B-524FB9FC04BA}"/>
                </a:ext>
              </a:extLst>
            </p:cNvPr>
            <p:cNvSpPr/>
            <p:nvPr/>
          </p:nvSpPr>
          <p:spPr>
            <a:xfrm>
              <a:off x="2162530" y="2086403"/>
              <a:ext cx="50294" cy="8382"/>
            </a:xfrm>
            <a:custGeom>
              <a:avLst/>
              <a:gdLst>
                <a:gd name="connsiteX0" fmla="*/ 49316 w 50294"/>
                <a:gd name="connsiteY0" fmla="*/ 8522 h 8382"/>
                <a:gd name="connsiteX1" fmla="*/ 2934 w 50294"/>
                <a:gd name="connsiteY1" fmla="*/ 8522 h 8382"/>
                <a:gd name="connsiteX2" fmla="*/ 2096 w 50294"/>
                <a:gd name="connsiteY2" fmla="*/ 7684 h 8382"/>
                <a:gd name="connsiteX3" fmla="*/ 2096 w 50294"/>
                <a:gd name="connsiteY3" fmla="*/ 2934 h 8382"/>
                <a:gd name="connsiteX4" fmla="*/ 2934 w 50294"/>
                <a:gd name="connsiteY4" fmla="*/ 2096 h 8382"/>
                <a:gd name="connsiteX5" fmla="*/ 49316 w 50294"/>
                <a:gd name="connsiteY5" fmla="*/ 2096 h 8382"/>
                <a:gd name="connsiteX6" fmla="*/ 50154 w 50294"/>
                <a:gd name="connsiteY6" fmla="*/ 2934 h 8382"/>
                <a:gd name="connsiteX7" fmla="*/ 50154 w 50294"/>
                <a:gd name="connsiteY7" fmla="*/ 7684 h 8382"/>
                <a:gd name="connsiteX8" fmla="*/ 49316 w 50294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9316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49316" y="2096"/>
                  </a:lnTo>
                  <a:cubicBezTo>
                    <a:pt x="49875" y="2096"/>
                    <a:pt x="50154" y="2375"/>
                    <a:pt x="50154" y="2934"/>
                  </a:cubicBezTo>
                  <a:lnTo>
                    <a:pt x="50154" y="7684"/>
                  </a:lnTo>
                  <a:cubicBezTo>
                    <a:pt x="50154" y="7963"/>
                    <a:pt x="49595" y="8522"/>
                    <a:pt x="49316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70A9A9E4-C73B-A965-04EF-991A48A6C104}"/>
                </a:ext>
              </a:extLst>
            </p:cNvPr>
            <p:cNvSpPr/>
            <p:nvPr/>
          </p:nvSpPr>
          <p:spPr>
            <a:xfrm>
              <a:off x="2096869" y="2086682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1" name="Forma libre 80">
              <a:extLst>
                <a:ext uri="{FF2B5EF4-FFF2-40B4-BE49-F238E27FC236}">
                  <a16:creationId xmlns:a16="http://schemas.microsoft.com/office/drawing/2014/main" id="{C90529FF-F5AF-F713-7566-76541EA01C06}"/>
                </a:ext>
              </a:extLst>
            </p:cNvPr>
            <p:cNvSpPr/>
            <p:nvPr/>
          </p:nvSpPr>
          <p:spPr>
            <a:xfrm>
              <a:off x="2141295" y="2086682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015BDB71-F0A7-DDA4-7665-39F802C58DDF}"/>
                </a:ext>
              </a:extLst>
            </p:cNvPr>
            <p:cNvSpPr/>
            <p:nvPr/>
          </p:nvSpPr>
          <p:spPr>
            <a:xfrm>
              <a:off x="2096869" y="2150109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84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F9927CB0-7DA2-A4CD-A124-BCF30394BA73}"/>
                </a:ext>
              </a:extLst>
            </p:cNvPr>
            <p:cNvSpPr/>
            <p:nvPr/>
          </p:nvSpPr>
          <p:spPr>
            <a:xfrm>
              <a:off x="2096869" y="2163241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2BE841DF-05CB-10A5-3522-D9B4D338C02B}"/>
                </a:ext>
              </a:extLst>
            </p:cNvPr>
            <p:cNvSpPr/>
            <p:nvPr/>
          </p:nvSpPr>
          <p:spPr>
            <a:xfrm>
              <a:off x="2133192" y="2163241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B53753FF-E4AE-D281-998A-457129D79B7F}"/>
                </a:ext>
              </a:extLst>
            </p:cNvPr>
            <p:cNvSpPr/>
            <p:nvPr/>
          </p:nvSpPr>
          <p:spPr>
            <a:xfrm>
              <a:off x="2096869" y="2227506"/>
              <a:ext cx="100588" cy="8382"/>
            </a:xfrm>
            <a:custGeom>
              <a:avLst/>
              <a:gdLst>
                <a:gd name="connsiteX0" fmla="*/ 97934 w 100588"/>
                <a:gd name="connsiteY0" fmla="*/ 8243 h 8382"/>
                <a:gd name="connsiteX1" fmla="*/ 3772 w 100588"/>
                <a:gd name="connsiteY1" fmla="*/ 8243 h 8382"/>
                <a:gd name="connsiteX2" fmla="*/ 2096 w 100588"/>
                <a:gd name="connsiteY2" fmla="*/ 5169 h 8382"/>
                <a:gd name="connsiteX3" fmla="*/ 2096 w 100588"/>
                <a:gd name="connsiteY3" fmla="*/ 5169 h 8382"/>
                <a:gd name="connsiteX4" fmla="*/ 3772 w 100588"/>
                <a:gd name="connsiteY4" fmla="*/ 2096 h 8382"/>
                <a:gd name="connsiteX5" fmla="*/ 97934 w 100588"/>
                <a:gd name="connsiteY5" fmla="*/ 2096 h 8382"/>
                <a:gd name="connsiteX6" fmla="*/ 99610 w 100588"/>
                <a:gd name="connsiteY6" fmla="*/ 5169 h 8382"/>
                <a:gd name="connsiteX7" fmla="*/ 99610 w 100588"/>
                <a:gd name="connsiteY7" fmla="*/ 5169 h 8382"/>
                <a:gd name="connsiteX8" fmla="*/ 97934 w 100588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588" h="8382">
                  <a:moveTo>
                    <a:pt x="97934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97934" y="2096"/>
                  </a:lnTo>
                  <a:cubicBezTo>
                    <a:pt x="98772" y="2096"/>
                    <a:pt x="99610" y="3493"/>
                    <a:pt x="99610" y="5169"/>
                  </a:cubicBezTo>
                  <a:lnTo>
                    <a:pt x="99610" y="5169"/>
                  </a:lnTo>
                  <a:cubicBezTo>
                    <a:pt x="99610" y="6566"/>
                    <a:pt x="98772" y="8243"/>
                    <a:pt x="97934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FD1B323A-0204-081D-17C6-7E38CC0EF79C}"/>
                </a:ext>
              </a:extLst>
            </p:cNvPr>
            <p:cNvSpPr/>
            <p:nvPr/>
          </p:nvSpPr>
          <p:spPr>
            <a:xfrm>
              <a:off x="2072560" y="2240638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656650C9-E2B7-01A5-A42A-5BA22FE52023}"/>
                </a:ext>
              </a:extLst>
            </p:cNvPr>
            <p:cNvSpPr/>
            <p:nvPr/>
          </p:nvSpPr>
          <p:spPr>
            <a:xfrm>
              <a:off x="2096869" y="2240638"/>
              <a:ext cx="36323" cy="8382"/>
            </a:xfrm>
            <a:custGeom>
              <a:avLst/>
              <a:gdLst>
                <a:gd name="connsiteX0" fmla="*/ 33948 w 36323"/>
                <a:gd name="connsiteY0" fmla="*/ 8243 h 8382"/>
                <a:gd name="connsiteX1" fmla="*/ 3772 w 36323"/>
                <a:gd name="connsiteY1" fmla="*/ 8243 h 8382"/>
                <a:gd name="connsiteX2" fmla="*/ 2096 w 36323"/>
                <a:gd name="connsiteY2" fmla="*/ 5169 h 8382"/>
                <a:gd name="connsiteX3" fmla="*/ 2096 w 36323"/>
                <a:gd name="connsiteY3" fmla="*/ 5169 h 8382"/>
                <a:gd name="connsiteX4" fmla="*/ 3772 w 36323"/>
                <a:gd name="connsiteY4" fmla="*/ 2096 h 8382"/>
                <a:gd name="connsiteX5" fmla="*/ 33948 w 36323"/>
                <a:gd name="connsiteY5" fmla="*/ 2096 h 8382"/>
                <a:gd name="connsiteX6" fmla="*/ 35625 w 36323"/>
                <a:gd name="connsiteY6" fmla="*/ 5169 h 8382"/>
                <a:gd name="connsiteX7" fmla="*/ 35625 w 36323"/>
                <a:gd name="connsiteY7" fmla="*/ 5169 h 8382"/>
                <a:gd name="connsiteX8" fmla="*/ 33948 w 36323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323" h="8382">
                  <a:moveTo>
                    <a:pt x="33948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33948" y="2096"/>
                  </a:lnTo>
                  <a:cubicBezTo>
                    <a:pt x="34787" y="2096"/>
                    <a:pt x="35625" y="3493"/>
                    <a:pt x="35625" y="5169"/>
                  </a:cubicBezTo>
                  <a:lnTo>
                    <a:pt x="35625" y="5169"/>
                  </a:lnTo>
                  <a:cubicBezTo>
                    <a:pt x="35345" y="6846"/>
                    <a:pt x="34787" y="8243"/>
                    <a:pt x="33948" y="8243"/>
                  </a:cubicBezTo>
                  <a:close/>
                </a:path>
              </a:pathLst>
            </a:custGeom>
            <a:solidFill>
              <a:srgbClr val="3EC0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B4327E63-9545-E67A-4F97-17F2B64AC95D}"/>
                </a:ext>
              </a:extLst>
            </p:cNvPr>
            <p:cNvSpPr/>
            <p:nvPr/>
          </p:nvSpPr>
          <p:spPr>
            <a:xfrm>
              <a:off x="2133192" y="2240638"/>
              <a:ext cx="50294" cy="8382"/>
            </a:xfrm>
            <a:custGeom>
              <a:avLst/>
              <a:gdLst>
                <a:gd name="connsiteX0" fmla="*/ 47081 w 50294"/>
                <a:gd name="connsiteY0" fmla="*/ 8243 h 8382"/>
                <a:gd name="connsiteX1" fmla="*/ 3772 w 50294"/>
                <a:gd name="connsiteY1" fmla="*/ 8243 h 8382"/>
                <a:gd name="connsiteX2" fmla="*/ 2096 w 50294"/>
                <a:gd name="connsiteY2" fmla="*/ 5169 h 8382"/>
                <a:gd name="connsiteX3" fmla="*/ 2096 w 50294"/>
                <a:gd name="connsiteY3" fmla="*/ 5169 h 8382"/>
                <a:gd name="connsiteX4" fmla="*/ 3772 w 50294"/>
                <a:gd name="connsiteY4" fmla="*/ 2096 h 8382"/>
                <a:gd name="connsiteX5" fmla="*/ 47081 w 50294"/>
                <a:gd name="connsiteY5" fmla="*/ 2096 h 8382"/>
                <a:gd name="connsiteX6" fmla="*/ 48757 w 50294"/>
                <a:gd name="connsiteY6" fmla="*/ 5169 h 8382"/>
                <a:gd name="connsiteX7" fmla="*/ 48757 w 50294"/>
                <a:gd name="connsiteY7" fmla="*/ 5169 h 8382"/>
                <a:gd name="connsiteX8" fmla="*/ 47081 w 50294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94" h="8382">
                  <a:moveTo>
                    <a:pt x="47081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7081" y="2096"/>
                  </a:lnTo>
                  <a:cubicBezTo>
                    <a:pt x="47919" y="2096"/>
                    <a:pt x="48757" y="3493"/>
                    <a:pt x="48757" y="5169"/>
                  </a:cubicBezTo>
                  <a:lnTo>
                    <a:pt x="48757" y="5169"/>
                  </a:lnTo>
                  <a:cubicBezTo>
                    <a:pt x="48478" y="6846"/>
                    <a:pt x="47919" y="8243"/>
                    <a:pt x="47081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E29B446E-51C7-B3BA-8AA8-349AF1FF9D46}"/>
                </a:ext>
              </a:extLst>
            </p:cNvPr>
            <p:cNvSpPr/>
            <p:nvPr/>
          </p:nvSpPr>
          <p:spPr>
            <a:xfrm>
              <a:off x="2072560" y="217637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4A520FF3-B22A-48D9-0985-8432E2DF548B}"/>
                </a:ext>
              </a:extLst>
            </p:cNvPr>
            <p:cNvSpPr/>
            <p:nvPr/>
          </p:nvSpPr>
          <p:spPr>
            <a:xfrm>
              <a:off x="2096869" y="2176094"/>
              <a:ext cx="89412" cy="8382"/>
            </a:xfrm>
            <a:custGeom>
              <a:avLst/>
              <a:gdLst>
                <a:gd name="connsiteX0" fmla="*/ 88992 w 89411"/>
                <a:gd name="connsiteY0" fmla="*/ 8522 h 8382"/>
                <a:gd name="connsiteX1" fmla="*/ 2934 w 89411"/>
                <a:gd name="connsiteY1" fmla="*/ 8522 h 8382"/>
                <a:gd name="connsiteX2" fmla="*/ 2096 w 89411"/>
                <a:gd name="connsiteY2" fmla="*/ 7684 h 8382"/>
                <a:gd name="connsiteX3" fmla="*/ 2096 w 89411"/>
                <a:gd name="connsiteY3" fmla="*/ 2934 h 8382"/>
                <a:gd name="connsiteX4" fmla="*/ 2934 w 89411"/>
                <a:gd name="connsiteY4" fmla="*/ 2096 h 8382"/>
                <a:gd name="connsiteX5" fmla="*/ 88992 w 89411"/>
                <a:gd name="connsiteY5" fmla="*/ 2096 h 8382"/>
                <a:gd name="connsiteX6" fmla="*/ 89831 w 89411"/>
                <a:gd name="connsiteY6" fmla="*/ 2934 h 8382"/>
                <a:gd name="connsiteX7" fmla="*/ 89831 w 89411"/>
                <a:gd name="connsiteY7" fmla="*/ 7684 h 8382"/>
                <a:gd name="connsiteX8" fmla="*/ 88992 w 89411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411" h="8382">
                  <a:moveTo>
                    <a:pt x="88992" y="8522"/>
                  </a:moveTo>
                  <a:lnTo>
                    <a:pt x="2934" y="8522"/>
                  </a:lnTo>
                  <a:cubicBezTo>
                    <a:pt x="2654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654"/>
                    <a:pt x="2375" y="2096"/>
                    <a:pt x="2934" y="2096"/>
                  </a:cubicBezTo>
                  <a:lnTo>
                    <a:pt x="88992" y="2096"/>
                  </a:lnTo>
                  <a:cubicBezTo>
                    <a:pt x="89272" y="2096"/>
                    <a:pt x="89831" y="2375"/>
                    <a:pt x="89831" y="2934"/>
                  </a:cubicBezTo>
                  <a:lnTo>
                    <a:pt x="89831" y="7684"/>
                  </a:lnTo>
                  <a:cubicBezTo>
                    <a:pt x="89831" y="8243"/>
                    <a:pt x="89551" y="8522"/>
                    <a:pt x="88992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B27872EB-844C-6CC4-C1AC-4FEDA374989B}"/>
                </a:ext>
              </a:extLst>
            </p:cNvPr>
            <p:cNvSpPr/>
            <p:nvPr/>
          </p:nvSpPr>
          <p:spPr>
            <a:xfrm>
              <a:off x="2072560" y="2189506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EDDDA623-32C9-79FB-A347-F5BA3485EFC4}"/>
                </a:ext>
              </a:extLst>
            </p:cNvPr>
            <p:cNvSpPr/>
            <p:nvPr/>
          </p:nvSpPr>
          <p:spPr>
            <a:xfrm>
              <a:off x="2096869" y="2189506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3" name="Forma libre 92">
              <a:extLst>
                <a:ext uri="{FF2B5EF4-FFF2-40B4-BE49-F238E27FC236}">
                  <a16:creationId xmlns:a16="http://schemas.microsoft.com/office/drawing/2014/main" id="{68643CA6-A283-6FD5-572A-FFEFA9800796}"/>
                </a:ext>
              </a:extLst>
            </p:cNvPr>
            <p:cNvSpPr/>
            <p:nvPr/>
          </p:nvSpPr>
          <p:spPr>
            <a:xfrm>
              <a:off x="2141295" y="2189506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4" name="Forma libre 93">
              <a:extLst>
                <a:ext uri="{FF2B5EF4-FFF2-40B4-BE49-F238E27FC236}">
                  <a16:creationId xmlns:a16="http://schemas.microsoft.com/office/drawing/2014/main" id="{3DE91BE3-AC63-7131-EBB9-1501B772575D}"/>
                </a:ext>
              </a:extLst>
            </p:cNvPr>
            <p:cNvSpPr/>
            <p:nvPr/>
          </p:nvSpPr>
          <p:spPr>
            <a:xfrm>
              <a:off x="2072560" y="2202359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395F8801-199E-0AB3-39D4-071E9177E660}"/>
                </a:ext>
              </a:extLst>
            </p:cNvPr>
            <p:cNvSpPr/>
            <p:nvPr/>
          </p:nvSpPr>
          <p:spPr>
            <a:xfrm>
              <a:off x="2096869" y="2202079"/>
              <a:ext cx="114559" cy="8382"/>
            </a:xfrm>
            <a:custGeom>
              <a:avLst/>
              <a:gdLst>
                <a:gd name="connsiteX0" fmla="*/ 111625 w 114558"/>
                <a:gd name="connsiteY0" fmla="*/ 8522 h 8382"/>
                <a:gd name="connsiteX1" fmla="*/ 2934 w 114558"/>
                <a:gd name="connsiteY1" fmla="*/ 8522 h 8382"/>
                <a:gd name="connsiteX2" fmla="*/ 2096 w 114558"/>
                <a:gd name="connsiteY2" fmla="*/ 7684 h 8382"/>
                <a:gd name="connsiteX3" fmla="*/ 2096 w 114558"/>
                <a:gd name="connsiteY3" fmla="*/ 2934 h 8382"/>
                <a:gd name="connsiteX4" fmla="*/ 2934 w 114558"/>
                <a:gd name="connsiteY4" fmla="*/ 2096 h 8382"/>
                <a:gd name="connsiteX5" fmla="*/ 111625 w 114558"/>
                <a:gd name="connsiteY5" fmla="*/ 2096 h 8382"/>
                <a:gd name="connsiteX6" fmla="*/ 112463 w 114558"/>
                <a:gd name="connsiteY6" fmla="*/ 2934 h 8382"/>
                <a:gd name="connsiteX7" fmla="*/ 112463 w 114558"/>
                <a:gd name="connsiteY7" fmla="*/ 7684 h 8382"/>
                <a:gd name="connsiteX8" fmla="*/ 111625 w 11455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558" h="8382">
                  <a:moveTo>
                    <a:pt x="111625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111625" y="2096"/>
                  </a:lnTo>
                  <a:cubicBezTo>
                    <a:pt x="112184" y="2096"/>
                    <a:pt x="112463" y="2375"/>
                    <a:pt x="112463" y="2934"/>
                  </a:cubicBezTo>
                  <a:lnTo>
                    <a:pt x="112463" y="7684"/>
                  </a:lnTo>
                  <a:cubicBezTo>
                    <a:pt x="112463" y="8243"/>
                    <a:pt x="112184" y="8522"/>
                    <a:pt x="111625" y="8522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582C6E71-ACD8-6DE9-631B-03316F0DC2F2}"/>
                </a:ext>
              </a:extLst>
            </p:cNvPr>
            <p:cNvSpPr/>
            <p:nvPr/>
          </p:nvSpPr>
          <p:spPr>
            <a:xfrm>
              <a:off x="2072560" y="2252653"/>
              <a:ext cx="22353" cy="8382"/>
            </a:xfrm>
            <a:custGeom>
              <a:avLst/>
              <a:gdLst>
                <a:gd name="connsiteX0" fmla="*/ 20257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20257 w 22352"/>
                <a:gd name="connsiteY5" fmla="*/ 2096 h 8382"/>
                <a:gd name="connsiteX6" fmla="*/ 21934 w 22352"/>
                <a:gd name="connsiteY6" fmla="*/ 5169 h 8382"/>
                <a:gd name="connsiteX7" fmla="*/ 21934 w 22352"/>
                <a:gd name="connsiteY7" fmla="*/ 5169 h 8382"/>
                <a:gd name="connsiteX8" fmla="*/ 20257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20257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20257" y="2096"/>
                  </a:lnTo>
                  <a:cubicBezTo>
                    <a:pt x="21096" y="2096"/>
                    <a:pt x="21934" y="3493"/>
                    <a:pt x="21934" y="5169"/>
                  </a:cubicBezTo>
                  <a:lnTo>
                    <a:pt x="21934" y="5169"/>
                  </a:lnTo>
                  <a:cubicBezTo>
                    <a:pt x="21934" y="6846"/>
                    <a:pt x="21096" y="8243"/>
                    <a:pt x="20257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FD0B0464-C0D3-79D2-1A1E-2A2C0FA909AF}"/>
                </a:ext>
              </a:extLst>
            </p:cNvPr>
            <p:cNvSpPr/>
            <p:nvPr/>
          </p:nvSpPr>
          <p:spPr>
            <a:xfrm>
              <a:off x="2162530" y="2252653"/>
              <a:ext cx="58676" cy="8382"/>
            </a:xfrm>
            <a:custGeom>
              <a:avLst/>
              <a:gdLst>
                <a:gd name="connsiteX0" fmla="*/ 55743 w 58676"/>
                <a:gd name="connsiteY0" fmla="*/ 8243 h 8382"/>
                <a:gd name="connsiteX1" fmla="*/ 3772 w 58676"/>
                <a:gd name="connsiteY1" fmla="*/ 8243 h 8382"/>
                <a:gd name="connsiteX2" fmla="*/ 2096 w 58676"/>
                <a:gd name="connsiteY2" fmla="*/ 5169 h 8382"/>
                <a:gd name="connsiteX3" fmla="*/ 2096 w 58676"/>
                <a:gd name="connsiteY3" fmla="*/ 5169 h 8382"/>
                <a:gd name="connsiteX4" fmla="*/ 3772 w 58676"/>
                <a:gd name="connsiteY4" fmla="*/ 2096 h 8382"/>
                <a:gd name="connsiteX5" fmla="*/ 55743 w 58676"/>
                <a:gd name="connsiteY5" fmla="*/ 2096 h 8382"/>
                <a:gd name="connsiteX6" fmla="*/ 57419 w 58676"/>
                <a:gd name="connsiteY6" fmla="*/ 5169 h 8382"/>
                <a:gd name="connsiteX7" fmla="*/ 57419 w 58676"/>
                <a:gd name="connsiteY7" fmla="*/ 5169 h 8382"/>
                <a:gd name="connsiteX8" fmla="*/ 55743 w 58676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76" h="8382">
                  <a:moveTo>
                    <a:pt x="55743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55743" y="2096"/>
                  </a:lnTo>
                  <a:cubicBezTo>
                    <a:pt x="56581" y="2096"/>
                    <a:pt x="57419" y="3493"/>
                    <a:pt x="57419" y="5169"/>
                  </a:cubicBezTo>
                  <a:lnTo>
                    <a:pt x="57419" y="5169"/>
                  </a:lnTo>
                  <a:cubicBezTo>
                    <a:pt x="57140" y="6846"/>
                    <a:pt x="56581" y="8243"/>
                    <a:pt x="55743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8" name="Forma libre 97">
              <a:extLst>
                <a:ext uri="{FF2B5EF4-FFF2-40B4-BE49-F238E27FC236}">
                  <a16:creationId xmlns:a16="http://schemas.microsoft.com/office/drawing/2014/main" id="{7DF53286-88F3-E04E-27BB-445F61C04AA0}"/>
                </a:ext>
              </a:extLst>
            </p:cNvPr>
            <p:cNvSpPr/>
            <p:nvPr/>
          </p:nvSpPr>
          <p:spPr>
            <a:xfrm>
              <a:off x="2096869" y="2252653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9" name="Forma libre 98">
              <a:extLst>
                <a:ext uri="{FF2B5EF4-FFF2-40B4-BE49-F238E27FC236}">
                  <a16:creationId xmlns:a16="http://schemas.microsoft.com/office/drawing/2014/main" id="{A617269B-899D-15B7-EBF3-4343D0A7B482}"/>
                </a:ext>
              </a:extLst>
            </p:cNvPr>
            <p:cNvSpPr/>
            <p:nvPr/>
          </p:nvSpPr>
          <p:spPr>
            <a:xfrm>
              <a:off x="2141295" y="2252653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E4E9F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0" name="Forma libre 99">
              <a:extLst>
                <a:ext uri="{FF2B5EF4-FFF2-40B4-BE49-F238E27FC236}">
                  <a16:creationId xmlns:a16="http://schemas.microsoft.com/office/drawing/2014/main" id="{914C6509-46D5-E660-E862-4287A0A51503}"/>
                </a:ext>
              </a:extLst>
            </p:cNvPr>
            <p:cNvSpPr/>
            <p:nvPr/>
          </p:nvSpPr>
          <p:spPr>
            <a:xfrm>
              <a:off x="2097148" y="2265506"/>
              <a:ext cx="75441" cy="8382"/>
            </a:xfrm>
            <a:custGeom>
              <a:avLst/>
              <a:gdLst>
                <a:gd name="connsiteX0" fmla="*/ 74184 w 75441"/>
                <a:gd name="connsiteY0" fmla="*/ 8243 h 8382"/>
                <a:gd name="connsiteX1" fmla="*/ 2654 w 75441"/>
                <a:gd name="connsiteY1" fmla="*/ 8243 h 8382"/>
                <a:gd name="connsiteX2" fmla="*/ 2096 w 75441"/>
                <a:gd name="connsiteY2" fmla="*/ 7684 h 8382"/>
                <a:gd name="connsiteX3" fmla="*/ 2096 w 75441"/>
                <a:gd name="connsiteY3" fmla="*/ 2654 h 8382"/>
                <a:gd name="connsiteX4" fmla="*/ 2654 w 75441"/>
                <a:gd name="connsiteY4" fmla="*/ 2096 h 8382"/>
                <a:gd name="connsiteX5" fmla="*/ 74184 w 75441"/>
                <a:gd name="connsiteY5" fmla="*/ 2096 h 8382"/>
                <a:gd name="connsiteX6" fmla="*/ 74742 w 75441"/>
                <a:gd name="connsiteY6" fmla="*/ 2654 h 8382"/>
                <a:gd name="connsiteX7" fmla="*/ 74742 w 75441"/>
                <a:gd name="connsiteY7" fmla="*/ 7684 h 8382"/>
                <a:gd name="connsiteX8" fmla="*/ 74184 w 75441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441" h="8382">
                  <a:moveTo>
                    <a:pt x="74184" y="8243"/>
                  </a:moveTo>
                  <a:lnTo>
                    <a:pt x="2654" y="8243"/>
                  </a:lnTo>
                  <a:cubicBezTo>
                    <a:pt x="2375" y="8243"/>
                    <a:pt x="2096" y="7963"/>
                    <a:pt x="2096" y="7684"/>
                  </a:cubicBezTo>
                  <a:lnTo>
                    <a:pt x="2096" y="2654"/>
                  </a:lnTo>
                  <a:cubicBezTo>
                    <a:pt x="2096" y="2375"/>
                    <a:pt x="2375" y="2096"/>
                    <a:pt x="2654" y="2096"/>
                  </a:cubicBezTo>
                  <a:lnTo>
                    <a:pt x="74184" y="2096"/>
                  </a:lnTo>
                  <a:cubicBezTo>
                    <a:pt x="74463" y="2096"/>
                    <a:pt x="74742" y="2375"/>
                    <a:pt x="74742" y="2654"/>
                  </a:cubicBezTo>
                  <a:lnTo>
                    <a:pt x="74742" y="7684"/>
                  </a:lnTo>
                  <a:cubicBezTo>
                    <a:pt x="74742" y="7963"/>
                    <a:pt x="74463" y="8243"/>
                    <a:pt x="74184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1" name="Forma libre 100">
              <a:extLst>
                <a:ext uri="{FF2B5EF4-FFF2-40B4-BE49-F238E27FC236}">
                  <a16:creationId xmlns:a16="http://schemas.microsoft.com/office/drawing/2014/main" id="{8988C3A0-25BC-8EE7-FDA3-352359722BD1}"/>
                </a:ext>
              </a:extLst>
            </p:cNvPr>
            <p:cNvSpPr/>
            <p:nvPr/>
          </p:nvSpPr>
          <p:spPr>
            <a:xfrm>
              <a:off x="2162530" y="2215212"/>
              <a:ext cx="53088" cy="8382"/>
            </a:xfrm>
            <a:custGeom>
              <a:avLst/>
              <a:gdLst>
                <a:gd name="connsiteX0" fmla="*/ 52110 w 53088"/>
                <a:gd name="connsiteY0" fmla="*/ 8522 h 8382"/>
                <a:gd name="connsiteX1" fmla="*/ 2934 w 53088"/>
                <a:gd name="connsiteY1" fmla="*/ 8522 h 8382"/>
                <a:gd name="connsiteX2" fmla="*/ 2096 w 53088"/>
                <a:gd name="connsiteY2" fmla="*/ 7684 h 8382"/>
                <a:gd name="connsiteX3" fmla="*/ 2096 w 53088"/>
                <a:gd name="connsiteY3" fmla="*/ 2934 h 8382"/>
                <a:gd name="connsiteX4" fmla="*/ 2934 w 53088"/>
                <a:gd name="connsiteY4" fmla="*/ 2096 h 8382"/>
                <a:gd name="connsiteX5" fmla="*/ 52110 w 53088"/>
                <a:gd name="connsiteY5" fmla="*/ 2096 h 8382"/>
                <a:gd name="connsiteX6" fmla="*/ 52948 w 53088"/>
                <a:gd name="connsiteY6" fmla="*/ 2934 h 8382"/>
                <a:gd name="connsiteX7" fmla="*/ 52948 w 53088"/>
                <a:gd name="connsiteY7" fmla="*/ 7684 h 8382"/>
                <a:gd name="connsiteX8" fmla="*/ 52110 w 53088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088" h="8382">
                  <a:moveTo>
                    <a:pt x="52110" y="8522"/>
                  </a:moveTo>
                  <a:lnTo>
                    <a:pt x="2934" y="8522"/>
                  </a:lnTo>
                  <a:cubicBezTo>
                    <a:pt x="2375" y="8522"/>
                    <a:pt x="2096" y="8243"/>
                    <a:pt x="2096" y="7684"/>
                  </a:cubicBezTo>
                  <a:lnTo>
                    <a:pt x="2096" y="2934"/>
                  </a:lnTo>
                  <a:cubicBezTo>
                    <a:pt x="2096" y="2375"/>
                    <a:pt x="2375" y="2096"/>
                    <a:pt x="2934" y="2096"/>
                  </a:cubicBezTo>
                  <a:lnTo>
                    <a:pt x="52110" y="2096"/>
                  </a:lnTo>
                  <a:cubicBezTo>
                    <a:pt x="52669" y="2096"/>
                    <a:pt x="52948" y="2375"/>
                    <a:pt x="52948" y="2934"/>
                  </a:cubicBezTo>
                  <a:lnTo>
                    <a:pt x="52948" y="7684"/>
                  </a:lnTo>
                  <a:cubicBezTo>
                    <a:pt x="52948" y="8243"/>
                    <a:pt x="52390" y="8522"/>
                    <a:pt x="52110" y="8522"/>
                  </a:cubicBezTo>
                  <a:close/>
                </a:path>
              </a:pathLst>
            </a:custGeom>
            <a:solidFill>
              <a:srgbClr val="EB5C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471D8B5F-1967-0851-E196-5C6BD64C0FDE}"/>
                </a:ext>
              </a:extLst>
            </p:cNvPr>
            <p:cNvSpPr/>
            <p:nvPr/>
          </p:nvSpPr>
          <p:spPr>
            <a:xfrm>
              <a:off x="2096869" y="2215491"/>
              <a:ext cx="44706" cy="8382"/>
            </a:xfrm>
            <a:custGeom>
              <a:avLst/>
              <a:gdLst>
                <a:gd name="connsiteX0" fmla="*/ 42890 w 44705"/>
                <a:gd name="connsiteY0" fmla="*/ 8243 h 8382"/>
                <a:gd name="connsiteX1" fmla="*/ 3772 w 44705"/>
                <a:gd name="connsiteY1" fmla="*/ 8243 h 8382"/>
                <a:gd name="connsiteX2" fmla="*/ 2096 w 44705"/>
                <a:gd name="connsiteY2" fmla="*/ 5169 h 8382"/>
                <a:gd name="connsiteX3" fmla="*/ 2096 w 44705"/>
                <a:gd name="connsiteY3" fmla="*/ 5169 h 8382"/>
                <a:gd name="connsiteX4" fmla="*/ 3772 w 44705"/>
                <a:gd name="connsiteY4" fmla="*/ 2096 h 8382"/>
                <a:gd name="connsiteX5" fmla="*/ 42890 w 44705"/>
                <a:gd name="connsiteY5" fmla="*/ 2096 h 8382"/>
                <a:gd name="connsiteX6" fmla="*/ 44566 w 44705"/>
                <a:gd name="connsiteY6" fmla="*/ 5169 h 8382"/>
                <a:gd name="connsiteX7" fmla="*/ 44566 w 44705"/>
                <a:gd name="connsiteY7" fmla="*/ 5169 h 8382"/>
                <a:gd name="connsiteX8" fmla="*/ 42890 w 44705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705" h="8382">
                  <a:moveTo>
                    <a:pt x="4289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42890" y="2096"/>
                  </a:lnTo>
                  <a:cubicBezTo>
                    <a:pt x="43728" y="2096"/>
                    <a:pt x="44566" y="3493"/>
                    <a:pt x="44566" y="5169"/>
                  </a:cubicBezTo>
                  <a:lnTo>
                    <a:pt x="44566" y="5169"/>
                  </a:lnTo>
                  <a:cubicBezTo>
                    <a:pt x="44566" y="6846"/>
                    <a:pt x="43728" y="8243"/>
                    <a:pt x="4289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D7ED919F-BDD5-6F23-25D5-CDF8EA3E35C5}"/>
                </a:ext>
              </a:extLst>
            </p:cNvPr>
            <p:cNvSpPr/>
            <p:nvPr/>
          </p:nvSpPr>
          <p:spPr>
            <a:xfrm>
              <a:off x="2141295" y="2215491"/>
              <a:ext cx="22353" cy="8382"/>
            </a:xfrm>
            <a:custGeom>
              <a:avLst/>
              <a:gdLst>
                <a:gd name="connsiteX0" fmla="*/ 19140 w 22352"/>
                <a:gd name="connsiteY0" fmla="*/ 8243 h 8382"/>
                <a:gd name="connsiteX1" fmla="*/ 3772 w 22352"/>
                <a:gd name="connsiteY1" fmla="*/ 8243 h 8382"/>
                <a:gd name="connsiteX2" fmla="*/ 2096 w 22352"/>
                <a:gd name="connsiteY2" fmla="*/ 5169 h 8382"/>
                <a:gd name="connsiteX3" fmla="*/ 2096 w 22352"/>
                <a:gd name="connsiteY3" fmla="*/ 5169 h 8382"/>
                <a:gd name="connsiteX4" fmla="*/ 3772 w 22352"/>
                <a:gd name="connsiteY4" fmla="*/ 2096 h 8382"/>
                <a:gd name="connsiteX5" fmla="*/ 19140 w 22352"/>
                <a:gd name="connsiteY5" fmla="*/ 2096 h 8382"/>
                <a:gd name="connsiteX6" fmla="*/ 20816 w 22352"/>
                <a:gd name="connsiteY6" fmla="*/ 5169 h 8382"/>
                <a:gd name="connsiteX7" fmla="*/ 20816 w 22352"/>
                <a:gd name="connsiteY7" fmla="*/ 5169 h 8382"/>
                <a:gd name="connsiteX8" fmla="*/ 19140 w 22352"/>
                <a:gd name="connsiteY8" fmla="*/ 8243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52" h="8382">
                  <a:moveTo>
                    <a:pt x="19140" y="8243"/>
                  </a:moveTo>
                  <a:lnTo>
                    <a:pt x="3772" y="8243"/>
                  </a:lnTo>
                  <a:cubicBezTo>
                    <a:pt x="2934" y="8243"/>
                    <a:pt x="2096" y="6846"/>
                    <a:pt x="2096" y="5169"/>
                  </a:cubicBezTo>
                  <a:lnTo>
                    <a:pt x="2096" y="5169"/>
                  </a:lnTo>
                  <a:cubicBezTo>
                    <a:pt x="2096" y="3493"/>
                    <a:pt x="2934" y="2096"/>
                    <a:pt x="3772" y="2096"/>
                  </a:cubicBezTo>
                  <a:lnTo>
                    <a:pt x="19140" y="2096"/>
                  </a:lnTo>
                  <a:cubicBezTo>
                    <a:pt x="19978" y="2096"/>
                    <a:pt x="20816" y="3493"/>
                    <a:pt x="20816" y="5169"/>
                  </a:cubicBezTo>
                  <a:lnTo>
                    <a:pt x="20816" y="5169"/>
                  </a:lnTo>
                  <a:cubicBezTo>
                    <a:pt x="20816" y="6846"/>
                    <a:pt x="19978" y="8243"/>
                    <a:pt x="19140" y="8243"/>
                  </a:cubicBezTo>
                  <a:close/>
                </a:path>
              </a:pathLst>
            </a:custGeom>
            <a:solidFill>
              <a:srgbClr val="FCC2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4" name="Forma libre 103">
              <a:extLst>
                <a:ext uri="{FF2B5EF4-FFF2-40B4-BE49-F238E27FC236}">
                  <a16:creationId xmlns:a16="http://schemas.microsoft.com/office/drawing/2014/main" id="{C4FFC7FD-14AA-B39F-8330-18628F959C41}"/>
                </a:ext>
              </a:extLst>
            </p:cNvPr>
            <p:cNvSpPr/>
            <p:nvPr/>
          </p:nvSpPr>
          <p:spPr>
            <a:xfrm>
              <a:off x="2210869" y="1939153"/>
              <a:ext cx="106176" cy="106176"/>
            </a:xfrm>
            <a:custGeom>
              <a:avLst/>
              <a:gdLst>
                <a:gd name="connsiteX0" fmla="*/ 106037 w 106176"/>
                <a:gd name="connsiteY0" fmla="*/ 54066 h 106176"/>
                <a:gd name="connsiteX1" fmla="*/ 54066 w 106176"/>
                <a:gd name="connsiteY1" fmla="*/ 106037 h 106176"/>
                <a:gd name="connsiteX2" fmla="*/ 2096 w 106176"/>
                <a:gd name="connsiteY2" fmla="*/ 54066 h 106176"/>
                <a:gd name="connsiteX3" fmla="*/ 54066 w 106176"/>
                <a:gd name="connsiteY3" fmla="*/ 2096 h 106176"/>
                <a:gd name="connsiteX4" fmla="*/ 106037 w 106176"/>
                <a:gd name="connsiteY4" fmla="*/ 54066 h 106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76" h="106176">
                  <a:moveTo>
                    <a:pt x="106037" y="54066"/>
                  </a:moveTo>
                  <a:cubicBezTo>
                    <a:pt x="106037" y="82769"/>
                    <a:pt x="82769" y="106037"/>
                    <a:pt x="54066" y="106037"/>
                  </a:cubicBezTo>
                  <a:cubicBezTo>
                    <a:pt x="25364" y="106037"/>
                    <a:pt x="2096" y="82769"/>
                    <a:pt x="2096" y="54066"/>
                  </a:cubicBezTo>
                  <a:cubicBezTo>
                    <a:pt x="2096" y="25364"/>
                    <a:pt x="25364" y="2096"/>
                    <a:pt x="54066" y="2096"/>
                  </a:cubicBezTo>
                  <a:cubicBezTo>
                    <a:pt x="82769" y="2096"/>
                    <a:pt x="106037" y="25364"/>
                    <a:pt x="106037" y="54066"/>
                  </a:cubicBezTo>
                  <a:close/>
                </a:path>
              </a:pathLst>
            </a:custGeom>
            <a:solidFill>
              <a:srgbClr val="CB6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21490162-BC59-1A9F-E266-FF433CBA49C6}"/>
                </a:ext>
              </a:extLst>
            </p:cNvPr>
            <p:cNvSpPr/>
            <p:nvPr/>
          </p:nvSpPr>
          <p:spPr>
            <a:xfrm>
              <a:off x="2229589" y="1978550"/>
              <a:ext cx="33529" cy="33529"/>
            </a:xfrm>
            <a:custGeom>
              <a:avLst/>
              <a:gdLst>
                <a:gd name="connsiteX0" fmla="*/ 31713 w 33529"/>
                <a:gd name="connsiteY0" fmla="*/ 9640 h 33529"/>
                <a:gd name="connsiteX1" fmla="*/ 11037 w 33529"/>
                <a:gd name="connsiteY1" fmla="*/ 17184 h 33529"/>
                <a:gd name="connsiteX2" fmla="*/ 31713 w 33529"/>
                <a:gd name="connsiteY2" fmla="*/ 24728 h 33529"/>
                <a:gd name="connsiteX3" fmla="*/ 31713 w 33529"/>
                <a:gd name="connsiteY3" fmla="*/ 32551 h 33529"/>
                <a:gd name="connsiteX4" fmla="*/ 2096 w 33529"/>
                <a:gd name="connsiteY4" fmla="*/ 21375 h 33529"/>
                <a:gd name="connsiteX5" fmla="*/ 2096 w 33529"/>
                <a:gd name="connsiteY5" fmla="*/ 13272 h 33529"/>
                <a:gd name="connsiteX6" fmla="*/ 31713 w 33529"/>
                <a:gd name="connsiteY6" fmla="*/ 2096 h 33529"/>
                <a:gd name="connsiteX7" fmla="*/ 31713 w 33529"/>
                <a:gd name="connsiteY7" fmla="*/ 96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31713" y="9640"/>
                  </a:moveTo>
                  <a:lnTo>
                    <a:pt x="11037" y="17184"/>
                  </a:lnTo>
                  <a:lnTo>
                    <a:pt x="31713" y="24728"/>
                  </a:lnTo>
                  <a:lnTo>
                    <a:pt x="31713" y="32551"/>
                  </a:lnTo>
                  <a:lnTo>
                    <a:pt x="2096" y="21375"/>
                  </a:lnTo>
                  <a:lnTo>
                    <a:pt x="2096" y="13272"/>
                  </a:lnTo>
                  <a:lnTo>
                    <a:pt x="31713" y="2096"/>
                  </a:lnTo>
                  <a:lnTo>
                    <a:pt x="31713" y="9640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1BFB1D26-0ED5-CB12-38D9-A49F025762A7}"/>
                </a:ext>
              </a:extLst>
            </p:cNvPr>
            <p:cNvSpPr/>
            <p:nvPr/>
          </p:nvSpPr>
          <p:spPr>
            <a:xfrm>
              <a:off x="2265913" y="1978550"/>
              <a:ext cx="33529" cy="33529"/>
            </a:xfrm>
            <a:custGeom>
              <a:avLst/>
              <a:gdLst>
                <a:gd name="connsiteX0" fmla="*/ 2096 w 33529"/>
                <a:gd name="connsiteY0" fmla="*/ 2096 h 33529"/>
                <a:gd name="connsiteX1" fmla="*/ 31713 w 33529"/>
                <a:gd name="connsiteY1" fmla="*/ 13272 h 33529"/>
                <a:gd name="connsiteX2" fmla="*/ 31713 w 33529"/>
                <a:gd name="connsiteY2" fmla="*/ 21375 h 33529"/>
                <a:gd name="connsiteX3" fmla="*/ 2096 w 33529"/>
                <a:gd name="connsiteY3" fmla="*/ 32551 h 33529"/>
                <a:gd name="connsiteX4" fmla="*/ 2096 w 33529"/>
                <a:gd name="connsiteY4" fmla="*/ 24728 h 33529"/>
                <a:gd name="connsiteX5" fmla="*/ 22772 w 33529"/>
                <a:gd name="connsiteY5" fmla="*/ 17184 h 33529"/>
                <a:gd name="connsiteX6" fmla="*/ 2096 w 33529"/>
                <a:gd name="connsiteY6" fmla="*/ 9640 h 33529"/>
                <a:gd name="connsiteX7" fmla="*/ 2096 w 33529"/>
                <a:gd name="connsiteY7" fmla="*/ 2096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29" h="33529">
                  <a:moveTo>
                    <a:pt x="2096" y="2096"/>
                  </a:moveTo>
                  <a:lnTo>
                    <a:pt x="31713" y="13272"/>
                  </a:lnTo>
                  <a:lnTo>
                    <a:pt x="31713" y="21375"/>
                  </a:lnTo>
                  <a:lnTo>
                    <a:pt x="2096" y="32551"/>
                  </a:lnTo>
                  <a:lnTo>
                    <a:pt x="2096" y="24728"/>
                  </a:lnTo>
                  <a:lnTo>
                    <a:pt x="22772" y="17184"/>
                  </a:lnTo>
                  <a:lnTo>
                    <a:pt x="2096" y="9640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FB5BCF50-E6B3-04E9-3336-9C3A0612BBC7}"/>
                </a:ext>
              </a:extLst>
            </p:cNvPr>
            <p:cNvSpPr/>
            <p:nvPr/>
          </p:nvSpPr>
          <p:spPr>
            <a:xfrm>
              <a:off x="1808378" y="2689115"/>
              <a:ext cx="234705" cy="234705"/>
            </a:xfrm>
            <a:custGeom>
              <a:avLst/>
              <a:gdLst>
                <a:gd name="connsiteX0" fmla="*/ 187466 w 234705"/>
                <a:gd name="connsiteY0" fmla="*/ 71820 h 234705"/>
                <a:gd name="connsiteX1" fmla="*/ 165293 w 234705"/>
                <a:gd name="connsiteY1" fmla="*/ 187466 h 234705"/>
                <a:gd name="connsiteX2" fmla="*/ 49647 w 234705"/>
                <a:gd name="connsiteY2" fmla="*/ 165293 h 234705"/>
                <a:gd name="connsiteX3" fmla="*/ 71820 w 234705"/>
                <a:gd name="connsiteY3" fmla="*/ 49647 h 234705"/>
                <a:gd name="connsiteX4" fmla="*/ 187466 w 234705"/>
                <a:gd name="connsiteY4" fmla="*/ 71820 h 23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05" h="234705">
                  <a:moveTo>
                    <a:pt x="187466" y="71820"/>
                  </a:moveTo>
                  <a:cubicBezTo>
                    <a:pt x="213278" y="109878"/>
                    <a:pt x="203351" y="161655"/>
                    <a:pt x="165293" y="187466"/>
                  </a:cubicBezTo>
                  <a:cubicBezTo>
                    <a:pt x="127235" y="213278"/>
                    <a:pt x="75459" y="203351"/>
                    <a:pt x="49647" y="165293"/>
                  </a:cubicBezTo>
                  <a:cubicBezTo>
                    <a:pt x="23835" y="127235"/>
                    <a:pt x="33763" y="75459"/>
                    <a:pt x="71820" y="49647"/>
                  </a:cubicBezTo>
                  <a:cubicBezTo>
                    <a:pt x="109878" y="23835"/>
                    <a:pt x="161655" y="33763"/>
                    <a:pt x="187466" y="71820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8" name="Forma libre 107">
              <a:extLst>
                <a:ext uri="{FF2B5EF4-FFF2-40B4-BE49-F238E27FC236}">
                  <a16:creationId xmlns:a16="http://schemas.microsoft.com/office/drawing/2014/main" id="{374F4545-233B-AFC6-C999-E61527F9783E}"/>
                </a:ext>
              </a:extLst>
            </p:cNvPr>
            <p:cNvSpPr/>
            <p:nvPr/>
          </p:nvSpPr>
          <p:spPr>
            <a:xfrm>
              <a:off x="1880884" y="2761460"/>
              <a:ext cx="92206" cy="92206"/>
            </a:xfrm>
            <a:custGeom>
              <a:avLst/>
              <a:gdLst>
                <a:gd name="connsiteX0" fmla="*/ 90110 w 92205"/>
                <a:gd name="connsiteY0" fmla="*/ 41213 h 92205"/>
                <a:gd name="connsiteX1" fmla="*/ 87595 w 92205"/>
                <a:gd name="connsiteY1" fmla="*/ 55463 h 92205"/>
                <a:gd name="connsiteX2" fmla="*/ 80610 w 92205"/>
                <a:gd name="connsiteY2" fmla="*/ 65522 h 92205"/>
                <a:gd name="connsiteX3" fmla="*/ 69992 w 92205"/>
                <a:gd name="connsiteY3" fmla="*/ 69154 h 92205"/>
                <a:gd name="connsiteX4" fmla="*/ 63007 w 92205"/>
                <a:gd name="connsiteY4" fmla="*/ 67198 h 92205"/>
                <a:gd name="connsiteX5" fmla="*/ 58537 w 92205"/>
                <a:gd name="connsiteY5" fmla="*/ 62169 h 92205"/>
                <a:gd name="connsiteX6" fmla="*/ 57698 w 92205"/>
                <a:gd name="connsiteY6" fmla="*/ 62169 h 92205"/>
                <a:gd name="connsiteX7" fmla="*/ 42890 w 92205"/>
                <a:gd name="connsiteY7" fmla="*/ 69154 h 92205"/>
                <a:gd name="connsiteX8" fmla="*/ 27801 w 92205"/>
                <a:gd name="connsiteY8" fmla="*/ 63287 h 92205"/>
                <a:gd name="connsiteX9" fmla="*/ 22213 w 92205"/>
                <a:gd name="connsiteY9" fmla="*/ 47640 h 92205"/>
                <a:gd name="connsiteX10" fmla="*/ 29478 w 92205"/>
                <a:gd name="connsiteY10" fmla="*/ 29478 h 92205"/>
                <a:gd name="connsiteX11" fmla="*/ 48198 w 92205"/>
                <a:gd name="connsiteY11" fmla="*/ 22493 h 92205"/>
                <a:gd name="connsiteX12" fmla="*/ 58257 w 92205"/>
                <a:gd name="connsiteY12" fmla="*/ 23331 h 92205"/>
                <a:gd name="connsiteX13" fmla="*/ 67478 w 92205"/>
                <a:gd name="connsiteY13" fmla="*/ 25566 h 92205"/>
                <a:gd name="connsiteX14" fmla="*/ 66360 w 92205"/>
                <a:gd name="connsiteY14" fmla="*/ 51831 h 92205"/>
                <a:gd name="connsiteX15" fmla="*/ 70551 w 92205"/>
                <a:gd name="connsiteY15" fmla="*/ 59375 h 92205"/>
                <a:gd name="connsiteX16" fmla="*/ 76140 w 92205"/>
                <a:gd name="connsiteY16" fmla="*/ 54345 h 92205"/>
                <a:gd name="connsiteX17" fmla="*/ 78095 w 92205"/>
                <a:gd name="connsiteY17" fmla="*/ 41213 h 92205"/>
                <a:gd name="connsiteX18" fmla="*/ 74463 w 92205"/>
                <a:gd name="connsiteY18" fmla="*/ 25846 h 92205"/>
                <a:gd name="connsiteX19" fmla="*/ 64404 w 92205"/>
                <a:gd name="connsiteY19" fmla="*/ 15787 h 92205"/>
                <a:gd name="connsiteX20" fmla="*/ 49595 w 92205"/>
                <a:gd name="connsiteY20" fmla="*/ 12154 h 92205"/>
                <a:gd name="connsiteX21" fmla="*/ 30595 w 92205"/>
                <a:gd name="connsiteY21" fmla="*/ 16625 h 92205"/>
                <a:gd name="connsiteX22" fmla="*/ 18301 w 92205"/>
                <a:gd name="connsiteY22" fmla="*/ 29478 h 92205"/>
                <a:gd name="connsiteX23" fmla="*/ 14110 w 92205"/>
                <a:gd name="connsiteY23" fmla="*/ 49037 h 92205"/>
                <a:gd name="connsiteX24" fmla="*/ 21934 w 92205"/>
                <a:gd name="connsiteY24" fmla="*/ 71948 h 92205"/>
                <a:gd name="connsiteX25" fmla="*/ 44845 w 92205"/>
                <a:gd name="connsiteY25" fmla="*/ 79772 h 92205"/>
                <a:gd name="connsiteX26" fmla="*/ 57419 w 92205"/>
                <a:gd name="connsiteY26" fmla="*/ 78375 h 92205"/>
                <a:gd name="connsiteX27" fmla="*/ 70831 w 92205"/>
                <a:gd name="connsiteY27" fmla="*/ 74742 h 92205"/>
                <a:gd name="connsiteX28" fmla="*/ 70831 w 92205"/>
                <a:gd name="connsiteY28" fmla="*/ 85081 h 92205"/>
                <a:gd name="connsiteX29" fmla="*/ 45404 w 92205"/>
                <a:gd name="connsiteY29" fmla="*/ 90110 h 92205"/>
                <a:gd name="connsiteX30" fmla="*/ 13551 w 92205"/>
                <a:gd name="connsiteY30" fmla="*/ 79213 h 92205"/>
                <a:gd name="connsiteX31" fmla="*/ 2096 w 92205"/>
                <a:gd name="connsiteY31" fmla="*/ 49316 h 92205"/>
                <a:gd name="connsiteX32" fmla="*/ 7963 w 92205"/>
                <a:gd name="connsiteY32" fmla="*/ 25287 h 92205"/>
                <a:gd name="connsiteX33" fmla="*/ 24728 w 92205"/>
                <a:gd name="connsiteY33" fmla="*/ 8243 h 92205"/>
                <a:gd name="connsiteX34" fmla="*/ 49595 w 92205"/>
                <a:gd name="connsiteY34" fmla="*/ 2096 h 92205"/>
                <a:gd name="connsiteX35" fmla="*/ 70831 w 92205"/>
                <a:gd name="connsiteY35" fmla="*/ 6846 h 92205"/>
                <a:gd name="connsiteX36" fmla="*/ 85081 w 92205"/>
                <a:gd name="connsiteY36" fmla="*/ 20537 h 92205"/>
                <a:gd name="connsiteX37" fmla="*/ 90110 w 92205"/>
                <a:gd name="connsiteY37" fmla="*/ 41213 h 92205"/>
                <a:gd name="connsiteX38" fmla="*/ 34787 w 92205"/>
                <a:gd name="connsiteY38" fmla="*/ 48198 h 92205"/>
                <a:gd name="connsiteX39" fmla="*/ 44007 w 92205"/>
                <a:gd name="connsiteY39" fmla="*/ 59654 h 92205"/>
                <a:gd name="connsiteX40" fmla="*/ 51272 w 92205"/>
                <a:gd name="connsiteY40" fmla="*/ 56301 h 92205"/>
                <a:gd name="connsiteX41" fmla="*/ 54345 w 92205"/>
                <a:gd name="connsiteY41" fmla="*/ 45125 h 92205"/>
                <a:gd name="connsiteX42" fmla="*/ 55184 w 92205"/>
                <a:gd name="connsiteY42" fmla="*/ 33110 h 92205"/>
                <a:gd name="connsiteX43" fmla="*/ 49037 w 92205"/>
                <a:gd name="connsiteY43" fmla="*/ 32551 h 92205"/>
                <a:gd name="connsiteX44" fmla="*/ 38698 w 92205"/>
                <a:gd name="connsiteY44" fmla="*/ 36743 h 92205"/>
                <a:gd name="connsiteX45" fmla="*/ 34787 w 92205"/>
                <a:gd name="connsiteY45" fmla="*/ 48198 h 9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2205" h="92205">
                  <a:moveTo>
                    <a:pt x="90110" y="41213"/>
                  </a:moveTo>
                  <a:cubicBezTo>
                    <a:pt x="90110" y="46243"/>
                    <a:pt x="89272" y="50993"/>
                    <a:pt x="87595" y="55463"/>
                  </a:cubicBezTo>
                  <a:cubicBezTo>
                    <a:pt x="85919" y="59654"/>
                    <a:pt x="83684" y="63007"/>
                    <a:pt x="80610" y="65522"/>
                  </a:cubicBezTo>
                  <a:cubicBezTo>
                    <a:pt x="77537" y="68037"/>
                    <a:pt x="74184" y="69154"/>
                    <a:pt x="69992" y="69154"/>
                  </a:cubicBezTo>
                  <a:cubicBezTo>
                    <a:pt x="67198" y="69154"/>
                    <a:pt x="64963" y="68595"/>
                    <a:pt x="63007" y="67198"/>
                  </a:cubicBezTo>
                  <a:cubicBezTo>
                    <a:pt x="61051" y="65801"/>
                    <a:pt x="59375" y="64125"/>
                    <a:pt x="58537" y="62169"/>
                  </a:cubicBezTo>
                  <a:lnTo>
                    <a:pt x="57698" y="62169"/>
                  </a:lnTo>
                  <a:cubicBezTo>
                    <a:pt x="53787" y="66919"/>
                    <a:pt x="48757" y="69154"/>
                    <a:pt x="42890" y="69154"/>
                  </a:cubicBezTo>
                  <a:cubicBezTo>
                    <a:pt x="36463" y="69154"/>
                    <a:pt x="31434" y="67198"/>
                    <a:pt x="27801" y="63287"/>
                  </a:cubicBezTo>
                  <a:cubicBezTo>
                    <a:pt x="24169" y="59375"/>
                    <a:pt x="22213" y="54345"/>
                    <a:pt x="22213" y="47640"/>
                  </a:cubicBezTo>
                  <a:cubicBezTo>
                    <a:pt x="22213" y="40095"/>
                    <a:pt x="24728" y="33948"/>
                    <a:pt x="29478" y="29478"/>
                  </a:cubicBezTo>
                  <a:cubicBezTo>
                    <a:pt x="34228" y="24728"/>
                    <a:pt x="40654" y="22493"/>
                    <a:pt x="48198" y="22493"/>
                  </a:cubicBezTo>
                  <a:cubicBezTo>
                    <a:pt x="51272" y="22493"/>
                    <a:pt x="54625" y="22772"/>
                    <a:pt x="58257" y="23331"/>
                  </a:cubicBezTo>
                  <a:cubicBezTo>
                    <a:pt x="61890" y="23890"/>
                    <a:pt x="64963" y="24728"/>
                    <a:pt x="67478" y="25566"/>
                  </a:cubicBezTo>
                  <a:lnTo>
                    <a:pt x="66360" y="51831"/>
                  </a:lnTo>
                  <a:cubicBezTo>
                    <a:pt x="66360" y="56860"/>
                    <a:pt x="67757" y="59375"/>
                    <a:pt x="70551" y="59375"/>
                  </a:cubicBezTo>
                  <a:cubicBezTo>
                    <a:pt x="72787" y="59375"/>
                    <a:pt x="74742" y="57698"/>
                    <a:pt x="76140" y="54345"/>
                  </a:cubicBezTo>
                  <a:cubicBezTo>
                    <a:pt x="77537" y="50993"/>
                    <a:pt x="78095" y="46522"/>
                    <a:pt x="78095" y="41213"/>
                  </a:cubicBezTo>
                  <a:cubicBezTo>
                    <a:pt x="78095" y="35345"/>
                    <a:pt x="76978" y="30316"/>
                    <a:pt x="74463" y="25846"/>
                  </a:cubicBezTo>
                  <a:cubicBezTo>
                    <a:pt x="71948" y="21375"/>
                    <a:pt x="68595" y="18022"/>
                    <a:pt x="64404" y="15787"/>
                  </a:cubicBezTo>
                  <a:cubicBezTo>
                    <a:pt x="59934" y="13551"/>
                    <a:pt x="55184" y="12154"/>
                    <a:pt x="49595" y="12154"/>
                  </a:cubicBezTo>
                  <a:cubicBezTo>
                    <a:pt x="42331" y="12154"/>
                    <a:pt x="36184" y="13551"/>
                    <a:pt x="30595" y="16625"/>
                  </a:cubicBezTo>
                  <a:cubicBezTo>
                    <a:pt x="25287" y="19698"/>
                    <a:pt x="21096" y="23890"/>
                    <a:pt x="18301" y="29478"/>
                  </a:cubicBezTo>
                  <a:cubicBezTo>
                    <a:pt x="15507" y="35066"/>
                    <a:pt x="14110" y="41492"/>
                    <a:pt x="14110" y="49037"/>
                  </a:cubicBezTo>
                  <a:cubicBezTo>
                    <a:pt x="14110" y="58816"/>
                    <a:pt x="16625" y="66639"/>
                    <a:pt x="21934" y="71948"/>
                  </a:cubicBezTo>
                  <a:cubicBezTo>
                    <a:pt x="27243" y="77257"/>
                    <a:pt x="34787" y="79772"/>
                    <a:pt x="44845" y="79772"/>
                  </a:cubicBezTo>
                  <a:cubicBezTo>
                    <a:pt x="48757" y="79772"/>
                    <a:pt x="52948" y="79213"/>
                    <a:pt x="57419" y="78375"/>
                  </a:cubicBezTo>
                  <a:cubicBezTo>
                    <a:pt x="61890" y="77537"/>
                    <a:pt x="66360" y="76419"/>
                    <a:pt x="70831" y="74742"/>
                  </a:cubicBezTo>
                  <a:lnTo>
                    <a:pt x="70831" y="85081"/>
                  </a:lnTo>
                  <a:cubicBezTo>
                    <a:pt x="63287" y="88434"/>
                    <a:pt x="54625" y="90110"/>
                    <a:pt x="45404" y="90110"/>
                  </a:cubicBezTo>
                  <a:cubicBezTo>
                    <a:pt x="31713" y="90110"/>
                    <a:pt x="21096" y="86478"/>
                    <a:pt x="13551" y="79213"/>
                  </a:cubicBezTo>
                  <a:cubicBezTo>
                    <a:pt x="6007" y="71948"/>
                    <a:pt x="2096" y="62169"/>
                    <a:pt x="2096" y="49316"/>
                  </a:cubicBezTo>
                  <a:cubicBezTo>
                    <a:pt x="2096" y="40375"/>
                    <a:pt x="4051" y="32551"/>
                    <a:pt x="7963" y="25287"/>
                  </a:cubicBezTo>
                  <a:cubicBezTo>
                    <a:pt x="11875" y="18022"/>
                    <a:pt x="17463" y="12434"/>
                    <a:pt x="24728" y="8243"/>
                  </a:cubicBezTo>
                  <a:cubicBezTo>
                    <a:pt x="31993" y="4051"/>
                    <a:pt x="40096" y="2096"/>
                    <a:pt x="49595" y="2096"/>
                  </a:cubicBezTo>
                  <a:cubicBezTo>
                    <a:pt x="57419" y="2096"/>
                    <a:pt x="64404" y="3772"/>
                    <a:pt x="70831" y="6846"/>
                  </a:cubicBezTo>
                  <a:cubicBezTo>
                    <a:pt x="76978" y="10198"/>
                    <a:pt x="81728" y="14669"/>
                    <a:pt x="85081" y="20537"/>
                  </a:cubicBezTo>
                  <a:cubicBezTo>
                    <a:pt x="88434" y="26684"/>
                    <a:pt x="90110" y="33669"/>
                    <a:pt x="90110" y="41213"/>
                  </a:cubicBezTo>
                  <a:close/>
                  <a:moveTo>
                    <a:pt x="34787" y="48198"/>
                  </a:moveTo>
                  <a:cubicBezTo>
                    <a:pt x="34787" y="55742"/>
                    <a:pt x="37860" y="59654"/>
                    <a:pt x="44007" y="59654"/>
                  </a:cubicBezTo>
                  <a:cubicBezTo>
                    <a:pt x="47360" y="59654"/>
                    <a:pt x="49595" y="58537"/>
                    <a:pt x="51272" y="56301"/>
                  </a:cubicBezTo>
                  <a:cubicBezTo>
                    <a:pt x="52948" y="54066"/>
                    <a:pt x="54066" y="50434"/>
                    <a:pt x="54345" y="45125"/>
                  </a:cubicBezTo>
                  <a:lnTo>
                    <a:pt x="55184" y="33110"/>
                  </a:lnTo>
                  <a:cubicBezTo>
                    <a:pt x="53228" y="32831"/>
                    <a:pt x="51272" y="32551"/>
                    <a:pt x="49037" y="32551"/>
                  </a:cubicBezTo>
                  <a:cubicBezTo>
                    <a:pt x="44566" y="32551"/>
                    <a:pt x="40934" y="33948"/>
                    <a:pt x="38698" y="36743"/>
                  </a:cubicBezTo>
                  <a:cubicBezTo>
                    <a:pt x="36184" y="39537"/>
                    <a:pt x="34787" y="43169"/>
                    <a:pt x="34787" y="4819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DE2AE511-D49D-F99A-71AE-6B842EDEBDFA}"/>
                </a:ext>
              </a:extLst>
            </p:cNvPr>
            <p:cNvSpPr/>
            <p:nvPr/>
          </p:nvSpPr>
          <p:spPr>
            <a:xfrm>
              <a:off x="1228738" y="1891933"/>
              <a:ext cx="461028" cy="131323"/>
            </a:xfrm>
            <a:custGeom>
              <a:avLst/>
              <a:gdLst>
                <a:gd name="connsiteX0" fmla="*/ 408080 w 461028"/>
                <a:gd name="connsiteY0" fmla="*/ 2096 h 131323"/>
                <a:gd name="connsiteX1" fmla="*/ 54066 w 461028"/>
                <a:gd name="connsiteY1" fmla="*/ 2096 h 131323"/>
                <a:gd name="connsiteX2" fmla="*/ 2096 w 461028"/>
                <a:gd name="connsiteY2" fmla="*/ 54066 h 131323"/>
                <a:gd name="connsiteX3" fmla="*/ 54066 w 461028"/>
                <a:gd name="connsiteY3" fmla="*/ 106037 h 131323"/>
                <a:gd name="connsiteX4" fmla="*/ 80051 w 461028"/>
                <a:gd name="connsiteY4" fmla="*/ 106037 h 131323"/>
                <a:gd name="connsiteX5" fmla="*/ 105198 w 461028"/>
                <a:gd name="connsiteY5" fmla="*/ 131184 h 131323"/>
                <a:gd name="connsiteX6" fmla="*/ 130345 w 461028"/>
                <a:gd name="connsiteY6" fmla="*/ 106037 h 131323"/>
                <a:gd name="connsiteX7" fmla="*/ 408080 w 461028"/>
                <a:gd name="connsiteY7" fmla="*/ 106037 h 131323"/>
                <a:gd name="connsiteX8" fmla="*/ 460050 w 461028"/>
                <a:gd name="connsiteY8" fmla="*/ 54066 h 131323"/>
                <a:gd name="connsiteX9" fmla="*/ 408080 w 461028"/>
                <a:gd name="connsiteY9" fmla="*/ 2096 h 13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028" h="131323">
                  <a:moveTo>
                    <a:pt x="408080" y="2096"/>
                  </a:moveTo>
                  <a:lnTo>
                    <a:pt x="54066" y="2096"/>
                  </a:lnTo>
                  <a:cubicBezTo>
                    <a:pt x="25287" y="2096"/>
                    <a:pt x="2096" y="25287"/>
                    <a:pt x="2096" y="54066"/>
                  </a:cubicBezTo>
                  <a:cubicBezTo>
                    <a:pt x="2096" y="82845"/>
                    <a:pt x="25287" y="106037"/>
                    <a:pt x="54066" y="106037"/>
                  </a:cubicBezTo>
                  <a:lnTo>
                    <a:pt x="80051" y="106037"/>
                  </a:lnTo>
                  <a:lnTo>
                    <a:pt x="105198" y="131184"/>
                  </a:lnTo>
                  <a:lnTo>
                    <a:pt x="130345" y="106037"/>
                  </a:lnTo>
                  <a:lnTo>
                    <a:pt x="408080" y="106037"/>
                  </a:lnTo>
                  <a:cubicBezTo>
                    <a:pt x="436859" y="106037"/>
                    <a:pt x="460050" y="82845"/>
                    <a:pt x="460050" y="54066"/>
                  </a:cubicBezTo>
                  <a:cubicBezTo>
                    <a:pt x="460330" y="25566"/>
                    <a:pt x="436859" y="2096"/>
                    <a:pt x="408080" y="2096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F32C4CB1-CB0C-EAB5-776E-9C427F1F4441}"/>
                </a:ext>
              </a:extLst>
            </p:cNvPr>
            <p:cNvSpPr/>
            <p:nvPr/>
          </p:nvSpPr>
          <p:spPr>
            <a:xfrm>
              <a:off x="1294679" y="1948933"/>
              <a:ext cx="248676" cy="13971"/>
            </a:xfrm>
            <a:custGeom>
              <a:avLst/>
              <a:gdLst>
                <a:gd name="connsiteX0" fmla="*/ 240992 w 248675"/>
                <a:gd name="connsiteY0" fmla="*/ 13831 h 13970"/>
                <a:gd name="connsiteX1" fmla="*/ 7963 w 248675"/>
                <a:gd name="connsiteY1" fmla="*/ 13831 h 13970"/>
                <a:gd name="connsiteX2" fmla="*/ 2096 w 248675"/>
                <a:gd name="connsiteY2" fmla="*/ 7963 h 13970"/>
                <a:gd name="connsiteX3" fmla="*/ 2096 w 248675"/>
                <a:gd name="connsiteY3" fmla="*/ 7963 h 13970"/>
                <a:gd name="connsiteX4" fmla="*/ 7963 w 248675"/>
                <a:gd name="connsiteY4" fmla="*/ 2096 h 13970"/>
                <a:gd name="connsiteX5" fmla="*/ 240992 w 248675"/>
                <a:gd name="connsiteY5" fmla="*/ 2096 h 13970"/>
                <a:gd name="connsiteX6" fmla="*/ 246860 w 248675"/>
                <a:gd name="connsiteY6" fmla="*/ 7963 h 13970"/>
                <a:gd name="connsiteX7" fmla="*/ 246860 w 248675"/>
                <a:gd name="connsiteY7" fmla="*/ 7963 h 13970"/>
                <a:gd name="connsiteX8" fmla="*/ 240992 w 248675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675" h="13970">
                  <a:moveTo>
                    <a:pt x="240992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240992" y="2096"/>
                  </a:lnTo>
                  <a:cubicBezTo>
                    <a:pt x="244345" y="2096"/>
                    <a:pt x="246860" y="4610"/>
                    <a:pt x="246860" y="7963"/>
                  </a:cubicBezTo>
                  <a:lnTo>
                    <a:pt x="246860" y="7963"/>
                  </a:lnTo>
                  <a:cubicBezTo>
                    <a:pt x="246580" y="11316"/>
                    <a:pt x="244066" y="13831"/>
                    <a:pt x="240992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1" name="Forma libre 110">
              <a:extLst>
                <a:ext uri="{FF2B5EF4-FFF2-40B4-BE49-F238E27FC236}">
                  <a16:creationId xmlns:a16="http://schemas.microsoft.com/office/drawing/2014/main" id="{4B1EDD0F-EB03-25F2-EC4B-0755D4552EE6}"/>
                </a:ext>
              </a:extLst>
            </p:cNvPr>
            <p:cNvSpPr/>
            <p:nvPr/>
          </p:nvSpPr>
          <p:spPr>
            <a:xfrm>
              <a:off x="1294400" y="1916800"/>
              <a:ext cx="176029" cy="13971"/>
            </a:xfrm>
            <a:custGeom>
              <a:avLst/>
              <a:gdLst>
                <a:gd name="connsiteX0" fmla="*/ 168345 w 176029"/>
                <a:gd name="connsiteY0" fmla="*/ 13831 h 13970"/>
                <a:gd name="connsiteX1" fmla="*/ 7963 w 176029"/>
                <a:gd name="connsiteY1" fmla="*/ 13831 h 13970"/>
                <a:gd name="connsiteX2" fmla="*/ 2096 w 176029"/>
                <a:gd name="connsiteY2" fmla="*/ 7963 h 13970"/>
                <a:gd name="connsiteX3" fmla="*/ 2096 w 176029"/>
                <a:gd name="connsiteY3" fmla="*/ 7963 h 13970"/>
                <a:gd name="connsiteX4" fmla="*/ 7963 w 176029"/>
                <a:gd name="connsiteY4" fmla="*/ 2096 h 13970"/>
                <a:gd name="connsiteX5" fmla="*/ 168345 w 176029"/>
                <a:gd name="connsiteY5" fmla="*/ 2096 h 13970"/>
                <a:gd name="connsiteX6" fmla="*/ 174213 w 176029"/>
                <a:gd name="connsiteY6" fmla="*/ 7963 h 13970"/>
                <a:gd name="connsiteX7" fmla="*/ 174213 w 176029"/>
                <a:gd name="connsiteY7" fmla="*/ 7963 h 13970"/>
                <a:gd name="connsiteX8" fmla="*/ 168345 w 176029"/>
                <a:gd name="connsiteY8" fmla="*/ 13831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029" h="13970">
                  <a:moveTo>
                    <a:pt x="168345" y="13831"/>
                  </a:moveTo>
                  <a:lnTo>
                    <a:pt x="7963" y="13831"/>
                  </a:lnTo>
                  <a:cubicBezTo>
                    <a:pt x="4610" y="13831"/>
                    <a:pt x="2096" y="11316"/>
                    <a:pt x="2096" y="7963"/>
                  </a:cubicBezTo>
                  <a:lnTo>
                    <a:pt x="2096" y="7963"/>
                  </a:lnTo>
                  <a:cubicBezTo>
                    <a:pt x="2096" y="4610"/>
                    <a:pt x="4610" y="2096"/>
                    <a:pt x="7963" y="2096"/>
                  </a:cubicBezTo>
                  <a:lnTo>
                    <a:pt x="168345" y="2096"/>
                  </a:lnTo>
                  <a:cubicBezTo>
                    <a:pt x="171698" y="2096"/>
                    <a:pt x="174213" y="4610"/>
                    <a:pt x="174213" y="7963"/>
                  </a:cubicBezTo>
                  <a:lnTo>
                    <a:pt x="174213" y="7963"/>
                  </a:lnTo>
                  <a:cubicBezTo>
                    <a:pt x="174213" y="11316"/>
                    <a:pt x="171419" y="13831"/>
                    <a:pt x="168345" y="1383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D68758D2-824D-DBDF-C2B9-5D6ED55BE449}"/>
                </a:ext>
              </a:extLst>
            </p:cNvPr>
            <p:cNvSpPr/>
            <p:nvPr/>
          </p:nvSpPr>
          <p:spPr>
            <a:xfrm>
              <a:off x="2156942" y="2332005"/>
              <a:ext cx="117353" cy="117353"/>
            </a:xfrm>
            <a:custGeom>
              <a:avLst/>
              <a:gdLst>
                <a:gd name="connsiteX0" fmla="*/ 58816 w 117352"/>
                <a:gd name="connsiteY0" fmla="*/ 2096 h 117352"/>
                <a:gd name="connsiteX1" fmla="*/ 2096 w 117352"/>
                <a:gd name="connsiteY1" fmla="*/ 58816 h 117352"/>
                <a:gd name="connsiteX2" fmla="*/ 58816 w 117352"/>
                <a:gd name="connsiteY2" fmla="*/ 115537 h 117352"/>
                <a:gd name="connsiteX3" fmla="*/ 115537 w 117352"/>
                <a:gd name="connsiteY3" fmla="*/ 58816 h 117352"/>
                <a:gd name="connsiteX4" fmla="*/ 58816 w 117352"/>
                <a:gd name="connsiteY4" fmla="*/ 2096 h 117352"/>
                <a:gd name="connsiteX5" fmla="*/ 30037 w 117352"/>
                <a:gd name="connsiteY5" fmla="*/ 54345 h 117352"/>
                <a:gd name="connsiteX6" fmla="*/ 37022 w 117352"/>
                <a:gd name="connsiteY6" fmla="*/ 47360 h 117352"/>
                <a:gd name="connsiteX7" fmla="*/ 44007 w 117352"/>
                <a:gd name="connsiteY7" fmla="*/ 54345 h 117352"/>
                <a:gd name="connsiteX8" fmla="*/ 37022 w 117352"/>
                <a:gd name="connsiteY8" fmla="*/ 61331 h 117352"/>
                <a:gd name="connsiteX9" fmla="*/ 30037 w 117352"/>
                <a:gd name="connsiteY9" fmla="*/ 54345 h 117352"/>
                <a:gd name="connsiteX10" fmla="*/ 58816 w 117352"/>
                <a:gd name="connsiteY10" fmla="*/ 89831 h 117352"/>
                <a:gd name="connsiteX11" fmla="*/ 40934 w 117352"/>
                <a:gd name="connsiteY11" fmla="*/ 74184 h 117352"/>
                <a:gd name="connsiteX12" fmla="*/ 76698 w 117352"/>
                <a:gd name="connsiteY12" fmla="*/ 74184 h 117352"/>
                <a:gd name="connsiteX13" fmla="*/ 58816 w 117352"/>
                <a:gd name="connsiteY13" fmla="*/ 89831 h 117352"/>
                <a:gd name="connsiteX14" fmla="*/ 80610 w 117352"/>
                <a:gd name="connsiteY14" fmla="*/ 61331 h 117352"/>
                <a:gd name="connsiteX15" fmla="*/ 73625 w 117352"/>
                <a:gd name="connsiteY15" fmla="*/ 54345 h 117352"/>
                <a:gd name="connsiteX16" fmla="*/ 80610 w 117352"/>
                <a:gd name="connsiteY16" fmla="*/ 47360 h 117352"/>
                <a:gd name="connsiteX17" fmla="*/ 87595 w 117352"/>
                <a:gd name="connsiteY17" fmla="*/ 54345 h 117352"/>
                <a:gd name="connsiteX18" fmla="*/ 80610 w 117352"/>
                <a:gd name="connsiteY18" fmla="*/ 61331 h 11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352" h="117352">
                  <a:moveTo>
                    <a:pt x="58816" y="2096"/>
                  </a:moveTo>
                  <a:cubicBezTo>
                    <a:pt x="27522" y="2096"/>
                    <a:pt x="2096" y="27522"/>
                    <a:pt x="2096" y="58816"/>
                  </a:cubicBezTo>
                  <a:cubicBezTo>
                    <a:pt x="2096" y="90110"/>
                    <a:pt x="27522" y="115537"/>
                    <a:pt x="58816" y="115537"/>
                  </a:cubicBezTo>
                  <a:cubicBezTo>
                    <a:pt x="90110" y="115537"/>
                    <a:pt x="115537" y="90110"/>
                    <a:pt x="115537" y="58816"/>
                  </a:cubicBezTo>
                  <a:cubicBezTo>
                    <a:pt x="115537" y="27522"/>
                    <a:pt x="90110" y="2096"/>
                    <a:pt x="58816" y="2096"/>
                  </a:cubicBezTo>
                  <a:close/>
                  <a:moveTo>
                    <a:pt x="30037" y="54345"/>
                  </a:moveTo>
                  <a:cubicBezTo>
                    <a:pt x="30037" y="50434"/>
                    <a:pt x="33110" y="47360"/>
                    <a:pt x="37022" y="47360"/>
                  </a:cubicBezTo>
                  <a:cubicBezTo>
                    <a:pt x="40934" y="47360"/>
                    <a:pt x="44007" y="50434"/>
                    <a:pt x="44007" y="54345"/>
                  </a:cubicBezTo>
                  <a:cubicBezTo>
                    <a:pt x="44007" y="58257"/>
                    <a:pt x="40934" y="61331"/>
                    <a:pt x="37022" y="61331"/>
                  </a:cubicBezTo>
                  <a:cubicBezTo>
                    <a:pt x="33110" y="61331"/>
                    <a:pt x="30037" y="58257"/>
                    <a:pt x="30037" y="54345"/>
                  </a:cubicBezTo>
                  <a:close/>
                  <a:moveTo>
                    <a:pt x="58816" y="89831"/>
                  </a:moveTo>
                  <a:cubicBezTo>
                    <a:pt x="49595" y="89831"/>
                    <a:pt x="42051" y="83125"/>
                    <a:pt x="40934" y="74184"/>
                  </a:cubicBezTo>
                  <a:lnTo>
                    <a:pt x="76698" y="74184"/>
                  </a:lnTo>
                  <a:cubicBezTo>
                    <a:pt x="75581" y="83125"/>
                    <a:pt x="68037" y="89831"/>
                    <a:pt x="58816" y="89831"/>
                  </a:cubicBezTo>
                  <a:close/>
                  <a:moveTo>
                    <a:pt x="80610" y="61331"/>
                  </a:moveTo>
                  <a:cubicBezTo>
                    <a:pt x="76698" y="61331"/>
                    <a:pt x="73625" y="58257"/>
                    <a:pt x="73625" y="54345"/>
                  </a:cubicBezTo>
                  <a:cubicBezTo>
                    <a:pt x="73625" y="50434"/>
                    <a:pt x="76698" y="47360"/>
                    <a:pt x="80610" y="47360"/>
                  </a:cubicBezTo>
                  <a:cubicBezTo>
                    <a:pt x="84522" y="47360"/>
                    <a:pt x="87595" y="50434"/>
                    <a:pt x="87595" y="54345"/>
                  </a:cubicBezTo>
                  <a:cubicBezTo>
                    <a:pt x="87595" y="58257"/>
                    <a:pt x="84522" y="61331"/>
                    <a:pt x="80610" y="61331"/>
                  </a:cubicBezTo>
                  <a:close/>
                </a:path>
              </a:pathLst>
            </a:custGeom>
            <a:solidFill>
              <a:srgbClr val="FEC70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720CC84B-BEAD-A117-E9C6-AC89BD76B515}"/>
                </a:ext>
              </a:extLst>
            </p:cNvPr>
            <p:cNvSpPr/>
            <p:nvPr/>
          </p:nvSpPr>
          <p:spPr>
            <a:xfrm>
              <a:off x="1366488" y="2648578"/>
              <a:ext cx="653822" cy="148088"/>
            </a:xfrm>
            <a:custGeom>
              <a:avLst/>
              <a:gdLst>
                <a:gd name="connsiteX0" fmla="*/ 5449 w 653822"/>
                <a:gd name="connsiteY0" fmla="*/ 146272 h 148087"/>
                <a:gd name="connsiteX1" fmla="*/ 2096 w 653822"/>
                <a:gd name="connsiteY1" fmla="*/ 139566 h 148087"/>
                <a:gd name="connsiteX2" fmla="*/ 92066 w 653822"/>
                <a:gd name="connsiteY2" fmla="*/ 94581 h 148087"/>
                <a:gd name="connsiteX3" fmla="*/ 205786 w 653822"/>
                <a:gd name="connsiteY3" fmla="*/ 96537 h 148087"/>
                <a:gd name="connsiteX4" fmla="*/ 329007 w 653822"/>
                <a:gd name="connsiteY4" fmla="*/ 50154 h 148087"/>
                <a:gd name="connsiteX5" fmla="*/ 423448 w 653822"/>
                <a:gd name="connsiteY5" fmla="*/ 50154 h 148087"/>
                <a:gd name="connsiteX6" fmla="*/ 524036 w 653822"/>
                <a:gd name="connsiteY6" fmla="*/ 16625 h 148087"/>
                <a:gd name="connsiteX7" fmla="*/ 524874 w 653822"/>
                <a:gd name="connsiteY7" fmla="*/ 16625 h 148087"/>
                <a:gd name="connsiteX8" fmla="*/ 605344 w 653822"/>
                <a:gd name="connsiteY8" fmla="*/ 25846 h 148087"/>
                <a:gd name="connsiteX9" fmla="*/ 650888 w 653822"/>
                <a:gd name="connsiteY9" fmla="*/ 2096 h 148087"/>
                <a:gd name="connsiteX10" fmla="*/ 654241 w 653822"/>
                <a:gd name="connsiteY10" fmla="*/ 8802 h 148087"/>
                <a:gd name="connsiteX11" fmla="*/ 606741 w 653822"/>
                <a:gd name="connsiteY11" fmla="*/ 33390 h 148087"/>
                <a:gd name="connsiteX12" fmla="*/ 605624 w 653822"/>
                <a:gd name="connsiteY12" fmla="*/ 33390 h 148087"/>
                <a:gd name="connsiteX13" fmla="*/ 524594 w 653822"/>
                <a:gd name="connsiteY13" fmla="*/ 24169 h 148087"/>
                <a:gd name="connsiteX14" fmla="*/ 424006 w 653822"/>
                <a:gd name="connsiteY14" fmla="*/ 57419 h 148087"/>
                <a:gd name="connsiteX15" fmla="*/ 329845 w 653822"/>
                <a:gd name="connsiteY15" fmla="*/ 57419 h 148087"/>
                <a:gd name="connsiteX16" fmla="*/ 207183 w 653822"/>
                <a:gd name="connsiteY16" fmla="*/ 104081 h 148087"/>
                <a:gd name="connsiteX17" fmla="*/ 206345 w 653822"/>
                <a:gd name="connsiteY17" fmla="*/ 104081 h 148087"/>
                <a:gd name="connsiteX18" fmla="*/ 93742 w 653822"/>
                <a:gd name="connsiteY18" fmla="*/ 102125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3822" h="148087">
                  <a:moveTo>
                    <a:pt x="5449" y="146272"/>
                  </a:moveTo>
                  <a:lnTo>
                    <a:pt x="2096" y="139566"/>
                  </a:lnTo>
                  <a:lnTo>
                    <a:pt x="92066" y="94581"/>
                  </a:lnTo>
                  <a:lnTo>
                    <a:pt x="205786" y="96537"/>
                  </a:lnTo>
                  <a:lnTo>
                    <a:pt x="329007" y="50154"/>
                  </a:lnTo>
                  <a:lnTo>
                    <a:pt x="423448" y="50154"/>
                  </a:lnTo>
                  <a:lnTo>
                    <a:pt x="524036" y="16625"/>
                  </a:lnTo>
                  <a:lnTo>
                    <a:pt x="524874" y="16625"/>
                  </a:lnTo>
                  <a:lnTo>
                    <a:pt x="605344" y="25846"/>
                  </a:lnTo>
                  <a:lnTo>
                    <a:pt x="650888" y="2096"/>
                  </a:lnTo>
                  <a:lnTo>
                    <a:pt x="654241" y="8802"/>
                  </a:lnTo>
                  <a:lnTo>
                    <a:pt x="606741" y="33390"/>
                  </a:lnTo>
                  <a:lnTo>
                    <a:pt x="605624" y="33390"/>
                  </a:lnTo>
                  <a:lnTo>
                    <a:pt x="524594" y="24169"/>
                  </a:lnTo>
                  <a:lnTo>
                    <a:pt x="424006" y="57419"/>
                  </a:lnTo>
                  <a:lnTo>
                    <a:pt x="329845" y="57419"/>
                  </a:lnTo>
                  <a:lnTo>
                    <a:pt x="207183" y="104081"/>
                  </a:lnTo>
                  <a:lnTo>
                    <a:pt x="206345" y="104081"/>
                  </a:lnTo>
                  <a:lnTo>
                    <a:pt x="93742" y="102125"/>
                  </a:lnTo>
                  <a:close/>
                </a:path>
              </a:pathLst>
            </a:custGeom>
            <a:solidFill>
              <a:srgbClr val="FA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955BF5AE-6B5C-4E15-329B-15099D8B704E}"/>
                </a:ext>
              </a:extLst>
            </p:cNvPr>
            <p:cNvSpPr/>
            <p:nvPr/>
          </p:nvSpPr>
          <p:spPr>
            <a:xfrm>
              <a:off x="1201879" y="2731806"/>
              <a:ext cx="145294" cy="142500"/>
            </a:xfrm>
            <a:custGeom>
              <a:avLst/>
              <a:gdLst>
                <a:gd name="connsiteX0" fmla="*/ 90147 w 145293"/>
                <a:gd name="connsiteY0" fmla="*/ 3250 h 142499"/>
                <a:gd name="connsiteX1" fmla="*/ 26441 w 145293"/>
                <a:gd name="connsiteY1" fmla="*/ 20853 h 142499"/>
                <a:gd name="connsiteX2" fmla="*/ 3250 w 145293"/>
                <a:gd name="connsiteY2" fmla="*/ 61367 h 142499"/>
                <a:gd name="connsiteX3" fmla="*/ 15264 w 145293"/>
                <a:gd name="connsiteY3" fmla="*/ 105235 h 142499"/>
                <a:gd name="connsiteX4" fmla="*/ 55779 w 145293"/>
                <a:gd name="connsiteY4" fmla="*/ 128426 h 142499"/>
                <a:gd name="connsiteX5" fmla="*/ 74779 w 145293"/>
                <a:gd name="connsiteY5" fmla="*/ 123117 h 142499"/>
                <a:gd name="connsiteX6" fmla="*/ 93499 w 145293"/>
                <a:gd name="connsiteY6" fmla="*/ 141838 h 142499"/>
                <a:gd name="connsiteX7" fmla="*/ 100205 w 145293"/>
                <a:gd name="connsiteY7" fmla="*/ 116132 h 142499"/>
                <a:gd name="connsiteX8" fmla="*/ 119205 w 145293"/>
                <a:gd name="connsiteY8" fmla="*/ 110823 h 142499"/>
                <a:gd name="connsiteX9" fmla="*/ 142396 w 145293"/>
                <a:gd name="connsiteY9" fmla="*/ 70308 h 142499"/>
                <a:gd name="connsiteX10" fmla="*/ 130382 w 145293"/>
                <a:gd name="connsiteY10" fmla="*/ 26441 h 142499"/>
                <a:gd name="connsiteX11" fmla="*/ 90147 w 145293"/>
                <a:gd name="connsiteY11" fmla="*/ 3250 h 14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293" h="142499">
                  <a:moveTo>
                    <a:pt x="90147" y="3250"/>
                  </a:moveTo>
                  <a:lnTo>
                    <a:pt x="26441" y="20853"/>
                  </a:lnTo>
                  <a:cubicBezTo>
                    <a:pt x="8838" y="25603"/>
                    <a:pt x="-1500" y="44044"/>
                    <a:pt x="3250" y="61367"/>
                  </a:cubicBezTo>
                  <a:lnTo>
                    <a:pt x="15264" y="105235"/>
                  </a:lnTo>
                  <a:cubicBezTo>
                    <a:pt x="20014" y="122838"/>
                    <a:pt x="38455" y="133176"/>
                    <a:pt x="55779" y="128426"/>
                  </a:cubicBezTo>
                  <a:lnTo>
                    <a:pt x="74779" y="123117"/>
                  </a:lnTo>
                  <a:lnTo>
                    <a:pt x="93499" y="141838"/>
                  </a:lnTo>
                  <a:lnTo>
                    <a:pt x="100205" y="116132"/>
                  </a:lnTo>
                  <a:lnTo>
                    <a:pt x="119205" y="110823"/>
                  </a:lnTo>
                  <a:cubicBezTo>
                    <a:pt x="136808" y="106073"/>
                    <a:pt x="147146" y="87632"/>
                    <a:pt x="142396" y="70308"/>
                  </a:cubicBezTo>
                  <a:lnTo>
                    <a:pt x="130382" y="26441"/>
                  </a:lnTo>
                  <a:cubicBezTo>
                    <a:pt x="125911" y="8838"/>
                    <a:pt x="107470" y="-1500"/>
                    <a:pt x="90147" y="3250"/>
                  </a:cubicBezTo>
                  <a:close/>
                </a:path>
              </a:pathLst>
            </a:custGeom>
            <a:solidFill>
              <a:srgbClr val="7C6E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5" name="Forma libre 114">
              <a:extLst>
                <a:ext uri="{FF2B5EF4-FFF2-40B4-BE49-F238E27FC236}">
                  <a16:creationId xmlns:a16="http://schemas.microsoft.com/office/drawing/2014/main" id="{558DBC7D-A727-7111-19E1-20B9E2E2AC60}"/>
                </a:ext>
              </a:extLst>
            </p:cNvPr>
            <p:cNvSpPr/>
            <p:nvPr/>
          </p:nvSpPr>
          <p:spPr>
            <a:xfrm>
              <a:off x="1233480" y="2799731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36B2A0D6-A0D2-88C0-9FAE-6D2B3C6AA9BB}"/>
                </a:ext>
              </a:extLst>
            </p:cNvPr>
            <p:cNvSpPr/>
            <p:nvPr/>
          </p:nvSpPr>
          <p:spPr>
            <a:xfrm>
              <a:off x="1265612" y="2790790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2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324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481CF28D-7A31-5F63-FFB8-002382D914E2}"/>
                </a:ext>
              </a:extLst>
            </p:cNvPr>
            <p:cNvSpPr/>
            <p:nvPr/>
          </p:nvSpPr>
          <p:spPr>
            <a:xfrm>
              <a:off x="1297745" y="2782128"/>
              <a:ext cx="16765" cy="16765"/>
            </a:xfrm>
            <a:custGeom>
              <a:avLst/>
              <a:gdLst>
                <a:gd name="connsiteX0" fmla="*/ 16354 w 16764"/>
                <a:gd name="connsiteY0" fmla="*/ 7413 h 16764"/>
                <a:gd name="connsiteX1" fmla="*/ 11324 w 16764"/>
                <a:gd name="connsiteY1" fmla="*/ 16354 h 16764"/>
                <a:gd name="connsiteX2" fmla="*/ 2383 w 16764"/>
                <a:gd name="connsiteY2" fmla="*/ 11324 h 16764"/>
                <a:gd name="connsiteX3" fmla="*/ 7413 w 16764"/>
                <a:gd name="connsiteY3" fmla="*/ 2383 h 16764"/>
                <a:gd name="connsiteX4" fmla="*/ 16354 w 16764"/>
                <a:gd name="connsiteY4" fmla="*/ 7413 h 16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" h="16764">
                  <a:moveTo>
                    <a:pt x="16354" y="7413"/>
                  </a:moveTo>
                  <a:cubicBezTo>
                    <a:pt x="17471" y="11324"/>
                    <a:pt x="15236" y="15236"/>
                    <a:pt x="11324" y="16354"/>
                  </a:cubicBezTo>
                  <a:cubicBezTo>
                    <a:pt x="7413" y="17471"/>
                    <a:pt x="3501" y="15236"/>
                    <a:pt x="2383" y="11324"/>
                  </a:cubicBezTo>
                  <a:cubicBezTo>
                    <a:pt x="1266" y="7413"/>
                    <a:pt x="3501" y="3501"/>
                    <a:pt x="7413" y="2383"/>
                  </a:cubicBezTo>
                  <a:cubicBezTo>
                    <a:pt x="11045" y="1266"/>
                    <a:pt x="15236" y="3501"/>
                    <a:pt x="16354" y="74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8" name="Forma libre 117">
              <a:extLst>
                <a:ext uri="{FF2B5EF4-FFF2-40B4-BE49-F238E27FC236}">
                  <a16:creationId xmlns:a16="http://schemas.microsoft.com/office/drawing/2014/main" id="{438F3D09-7D37-FA91-1BBE-8B413D65CEB7}"/>
                </a:ext>
              </a:extLst>
            </p:cNvPr>
            <p:cNvSpPr/>
            <p:nvPr/>
          </p:nvSpPr>
          <p:spPr>
            <a:xfrm>
              <a:off x="1445003" y="2731284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6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6" y="20312"/>
                    <a:pt x="2096" y="13831"/>
                  </a:cubicBezTo>
                  <a:cubicBezTo>
                    <a:pt x="2096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FCC1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6D7BB3F9-7ECF-F6BA-CA3A-67B5B43B8164}"/>
                </a:ext>
              </a:extLst>
            </p:cNvPr>
            <p:cNvSpPr/>
            <p:nvPr/>
          </p:nvSpPr>
          <p:spPr>
            <a:xfrm>
              <a:off x="1877531" y="2655563"/>
              <a:ext cx="25147" cy="25147"/>
            </a:xfrm>
            <a:custGeom>
              <a:avLst/>
              <a:gdLst>
                <a:gd name="connsiteX0" fmla="*/ 25566 w 25147"/>
                <a:gd name="connsiteY0" fmla="*/ 13831 h 25147"/>
                <a:gd name="connsiteX1" fmla="*/ 13831 w 25147"/>
                <a:gd name="connsiteY1" fmla="*/ 25566 h 25147"/>
                <a:gd name="connsiteX2" fmla="*/ 2095 w 25147"/>
                <a:gd name="connsiteY2" fmla="*/ 13831 h 25147"/>
                <a:gd name="connsiteX3" fmla="*/ 13831 w 25147"/>
                <a:gd name="connsiteY3" fmla="*/ 2096 h 25147"/>
                <a:gd name="connsiteX4" fmla="*/ 25566 w 25147"/>
                <a:gd name="connsiteY4" fmla="*/ 13831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47" h="25147">
                  <a:moveTo>
                    <a:pt x="25566" y="13831"/>
                  </a:moveTo>
                  <a:cubicBezTo>
                    <a:pt x="25566" y="20312"/>
                    <a:pt x="20312" y="25566"/>
                    <a:pt x="13831" y="25566"/>
                  </a:cubicBezTo>
                  <a:cubicBezTo>
                    <a:pt x="7350" y="25566"/>
                    <a:pt x="2095" y="20312"/>
                    <a:pt x="2095" y="13831"/>
                  </a:cubicBezTo>
                  <a:cubicBezTo>
                    <a:pt x="2095" y="7350"/>
                    <a:pt x="7350" y="2096"/>
                    <a:pt x="13831" y="2096"/>
                  </a:cubicBezTo>
                  <a:cubicBezTo>
                    <a:pt x="20312" y="2096"/>
                    <a:pt x="25566" y="7350"/>
                    <a:pt x="25566" y="13831"/>
                  </a:cubicBezTo>
                  <a:close/>
                </a:path>
              </a:pathLst>
            </a:custGeom>
            <a:solidFill>
              <a:srgbClr val="EA50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0" name="Forma libre 119">
              <a:extLst>
                <a:ext uri="{FF2B5EF4-FFF2-40B4-BE49-F238E27FC236}">
                  <a16:creationId xmlns:a16="http://schemas.microsoft.com/office/drawing/2014/main" id="{4AB66E56-87B0-F7CD-6B49-4B13554CF5C8}"/>
                </a:ext>
              </a:extLst>
            </p:cNvPr>
            <p:cNvSpPr/>
            <p:nvPr/>
          </p:nvSpPr>
          <p:spPr>
            <a:xfrm>
              <a:off x="1785605" y="3077195"/>
              <a:ext cx="284999" cy="25147"/>
            </a:xfrm>
            <a:custGeom>
              <a:avLst/>
              <a:gdLst>
                <a:gd name="connsiteX0" fmla="*/ 2096 w 284999"/>
                <a:gd name="connsiteY0" fmla="*/ 12993 h 25147"/>
                <a:gd name="connsiteX1" fmla="*/ 143757 w 284999"/>
                <a:gd name="connsiteY1" fmla="*/ 23890 h 25147"/>
                <a:gd name="connsiteX2" fmla="*/ 285418 w 284999"/>
                <a:gd name="connsiteY2" fmla="*/ 12993 h 25147"/>
                <a:gd name="connsiteX3" fmla="*/ 143757 w 284999"/>
                <a:gd name="connsiteY3" fmla="*/ 2096 h 25147"/>
                <a:gd name="connsiteX4" fmla="*/ 2096 w 284999"/>
                <a:gd name="connsiteY4" fmla="*/ 12993 h 2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999" h="25147">
                  <a:moveTo>
                    <a:pt x="2096" y="12993"/>
                  </a:moveTo>
                  <a:cubicBezTo>
                    <a:pt x="2096" y="18860"/>
                    <a:pt x="65522" y="23890"/>
                    <a:pt x="143757" y="23890"/>
                  </a:cubicBezTo>
                  <a:cubicBezTo>
                    <a:pt x="221992" y="23890"/>
                    <a:pt x="285418" y="19140"/>
                    <a:pt x="285418" y="12993"/>
                  </a:cubicBezTo>
                  <a:cubicBezTo>
                    <a:pt x="285418" y="7125"/>
                    <a:pt x="221992" y="2096"/>
                    <a:pt x="143757" y="2096"/>
                  </a:cubicBezTo>
                  <a:cubicBezTo>
                    <a:pt x="65522" y="2375"/>
                    <a:pt x="2096" y="7125"/>
                    <a:pt x="2096" y="12993"/>
                  </a:cubicBezTo>
                  <a:close/>
                </a:path>
              </a:pathLst>
            </a:custGeom>
            <a:solidFill>
              <a:srgbClr val="D8D8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1" name="Forma libre 120">
              <a:extLst>
                <a:ext uri="{FF2B5EF4-FFF2-40B4-BE49-F238E27FC236}">
                  <a16:creationId xmlns:a16="http://schemas.microsoft.com/office/drawing/2014/main" id="{9179A59E-BE2D-0904-8DFD-F1C5D876B91D}"/>
                </a:ext>
              </a:extLst>
            </p:cNvPr>
            <p:cNvSpPr/>
            <p:nvPr/>
          </p:nvSpPr>
          <p:spPr>
            <a:xfrm>
              <a:off x="1887081" y="2395694"/>
              <a:ext cx="53088" cy="145294"/>
            </a:xfrm>
            <a:custGeom>
              <a:avLst/>
              <a:gdLst>
                <a:gd name="connsiteX0" fmla="*/ 26355 w 53088"/>
                <a:gd name="connsiteY0" fmla="*/ 140422 h 145293"/>
                <a:gd name="connsiteX1" fmla="*/ 45913 w 53088"/>
                <a:gd name="connsiteY1" fmla="*/ 67216 h 145293"/>
                <a:gd name="connsiteX2" fmla="*/ 51502 w 53088"/>
                <a:gd name="connsiteY2" fmla="*/ 18598 h 145293"/>
                <a:gd name="connsiteX3" fmla="*/ 33061 w 53088"/>
                <a:gd name="connsiteY3" fmla="*/ 3789 h 145293"/>
                <a:gd name="connsiteX4" fmla="*/ 12664 w 53088"/>
                <a:gd name="connsiteY4" fmla="*/ 35084 h 145293"/>
                <a:gd name="connsiteX5" fmla="*/ 2605 w 53088"/>
                <a:gd name="connsiteY5" fmla="*/ 126451 h 145293"/>
                <a:gd name="connsiteX6" fmla="*/ 26355 w 53088"/>
                <a:gd name="connsiteY6" fmla="*/ 140422 h 14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088" h="145293">
                  <a:moveTo>
                    <a:pt x="26355" y="140422"/>
                  </a:moveTo>
                  <a:cubicBezTo>
                    <a:pt x="30546" y="132319"/>
                    <a:pt x="38090" y="113598"/>
                    <a:pt x="45913" y="67216"/>
                  </a:cubicBezTo>
                  <a:cubicBezTo>
                    <a:pt x="50664" y="38995"/>
                    <a:pt x="50943" y="27260"/>
                    <a:pt x="51502" y="18598"/>
                  </a:cubicBezTo>
                  <a:cubicBezTo>
                    <a:pt x="52340" y="3510"/>
                    <a:pt x="40046" y="-681"/>
                    <a:pt x="33061" y="3789"/>
                  </a:cubicBezTo>
                  <a:cubicBezTo>
                    <a:pt x="21884" y="11334"/>
                    <a:pt x="13502" y="26981"/>
                    <a:pt x="12664" y="35084"/>
                  </a:cubicBezTo>
                  <a:cubicBezTo>
                    <a:pt x="7914" y="80628"/>
                    <a:pt x="5678" y="114995"/>
                    <a:pt x="2605" y="126451"/>
                  </a:cubicBezTo>
                  <a:cubicBezTo>
                    <a:pt x="-1586" y="142936"/>
                    <a:pt x="21325" y="149922"/>
                    <a:pt x="26355" y="140422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2" name="Forma libre 121">
              <a:extLst>
                <a:ext uri="{FF2B5EF4-FFF2-40B4-BE49-F238E27FC236}">
                  <a16:creationId xmlns:a16="http://schemas.microsoft.com/office/drawing/2014/main" id="{10B4D36C-F262-8F4B-A5A7-188EED56BBF1}"/>
                </a:ext>
              </a:extLst>
            </p:cNvPr>
            <p:cNvSpPr/>
            <p:nvPr/>
          </p:nvSpPr>
          <p:spPr>
            <a:xfrm>
              <a:off x="1803271" y="2490230"/>
              <a:ext cx="111764" cy="53088"/>
            </a:xfrm>
            <a:custGeom>
              <a:avLst/>
              <a:gdLst>
                <a:gd name="connsiteX0" fmla="*/ 2871 w 111764"/>
                <a:gd name="connsiteY0" fmla="*/ 15150 h 53088"/>
                <a:gd name="connsiteX1" fmla="*/ 33606 w 111764"/>
                <a:gd name="connsiteY1" fmla="*/ 28562 h 53088"/>
                <a:gd name="connsiteX2" fmla="*/ 94238 w 111764"/>
                <a:gd name="connsiteY2" fmla="*/ 51474 h 53088"/>
                <a:gd name="connsiteX3" fmla="*/ 103459 w 111764"/>
                <a:gd name="connsiteY3" fmla="*/ 26885 h 53088"/>
                <a:gd name="connsiteX4" fmla="*/ 10136 w 111764"/>
                <a:gd name="connsiteY4" fmla="*/ 2577 h 53088"/>
                <a:gd name="connsiteX5" fmla="*/ 2871 w 111764"/>
                <a:gd name="connsiteY5" fmla="*/ 15150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764" h="53088">
                  <a:moveTo>
                    <a:pt x="2871" y="15150"/>
                  </a:moveTo>
                  <a:cubicBezTo>
                    <a:pt x="5945" y="21297"/>
                    <a:pt x="13768" y="18224"/>
                    <a:pt x="33606" y="28562"/>
                  </a:cubicBezTo>
                  <a:cubicBezTo>
                    <a:pt x="62106" y="43650"/>
                    <a:pt x="70768" y="45885"/>
                    <a:pt x="94238" y="51474"/>
                  </a:cubicBezTo>
                  <a:cubicBezTo>
                    <a:pt x="109606" y="55106"/>
                    <a:pt x="120782" y="34709"/>
                    <a:pt x="103459" y="26885"/>
                  </a:cubicBezTo>
                  <a:cubicBezTo>
                    <a:pt x="88650" y="20180"/>
                    <a:pt x="19077" y="6488"/>
                    <a:pt x="10136" y="2577"/>
                  </a:cubicBezTo>
                  <a:cubicBezTo>
                    <a:pt x="4268" y="-217"/>
                    <a:pt x="356" y="9841"/>
                    <a:pt x="2871" y="15150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3" name="Forma libre 122">
              <a:extLst>
                <a:ext uri="{FF2B5EF4-FFF2-40B4-BE49-F238E27FC236}">
                  <a16:creationId xmlns:a16="http://schemas.microsoft.com/office/drawing/2014/main" id="{8C4E50A9-AF83-549B-98BD-6A9D3CF24D4F}"/>
                </a:ext>
              </a:extLst>
            </p:cNvPr>
            <p:cNvSpPr/>
            <p:nvPr/>
          </p:nvSpPr>
          <p:spPr>
            <a:xfrm>
              <a:off x="1993376" y="3048713"/>
              <a:ext cx="39118" cy="41912"/>
            </a:xfrm>
            <a:custGeom>
              <a:avLst/>
              <a:gdLst>
                <a:gd name="connsiteX0" fmla="*/ 13382 w 39117"/>
                <a:gd name="connsiteY0" fmla="*/ 8783 h 41911"/>
                <a:gd name="connsiteX1" fmla="*/ 11985 w 39117"/>
                <a:gd name="connsiteY1" fmla="*/ 19959 h 41911"/>
                <a:gd name="connsiteX2" fmla="*/ 4721 w 39117"/>
                <a:gd name="connsiteY2" fmla="*/ 30018 h 41911"/>
                <a:gd name="connsiteX3" fmla="*/ 14221 w 39117"/>
                <a:gd name="connsiteY3" fmla="*/ 41195 h 41911"/>
                <a:gd name="connsiteX4" fmla="*/ 39088 w 39117"/>
                <a:gd name="connsiteY4" fmla="*/ 30298 h 41911"/>
                <a:gd name="connsiteX5" fmla="*/ 35735 w 39117"/>
                <a:gd name="connsiteY5" fmla="*/ 12695 h 41911"/>
                <a:gd name="connsiteX6" fmla="*/ 33779 w 39117"/>
                <a:gd name="connsiteY6" fmla="*/ 4033 h 41911"/>
                <a:gd name="connsiteX7" fmla="*/ 13382 w 39117"/>
                <a:gd name="connsiteY7" fmla="*/ 8783 h 4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17" h="41911">
                  <a:moveTo>
                    <a:pt x="13382" y="8783"/>
                  </a:moveTo>
                  <a:cubicBezTo>
                    <a:pt x="11985" y="14371"/>
                    <a:pt x="12544" y="16327"/>
                    <a:pt x="11985" y="19959"/>
                  </a:cubicBezTo>
                  <a:cubicBezTo>
                    <a:pt x="11147" y="24430"/>
                    <a:pt x="6956" y="26106"/>
                    <a:pt x="4721" y="30018"/>
                  </a:cubicBezTo>
                  <a:cubicBezTo>
                    <a:pt x="1927" y="34209"/>
                    <a:pt x="-2265" y="40636"/>
                    <a:pt x="14221" y="41195"/>
                  </a:cubicBezTo>
                  <a:cubicBezTo>
                    <a:pt x="31824" y="41474"/>
                    <a:pt x="42162" y="40356"/>
                    <a:pt x="39088" y="30298"/>
                  </a:cubicBezTo>
                  <a:cubicBezTo>
                    <a:pt x="36015" y="20518"/>
                    <a:pt x="35456" y="16048"/>
                    <a:pt x="35735" y="12695"/>
                  </a:cubicBezTo>
                  <a:cubicBezTo>
                    <a:pt x="36015" y="9342"/>
                    <a:pt x="35735" y="5989"/>
                    <a:pt x="33779" y="4033"/>
                  </a:cubicBezTo>
                  <a:cubicBezTo>
                    <a:pt x="31544" y="2357"/>
                    <a:pt x="15897" y="-996"/>
                    <a:pt x="13382" y="8783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4" name="Forma libre 123">
              <a:extLst>
                <a:ext uri="{FF2B5EF4-FFF2-40B4-BE49-F238E27FC236}">
                  <a16:creationId xmlns:a16="http://schemas.microsoft.com/office/drawing/2014/main" id="{D9659458-97B3-B065-A713-866FE97B0A6D}"/>
                </a:ext>
              </a:extLst>
            </p:cNvPr>
            <p:cNvSpPr/>
            <p:nvPr/>
          </p:nvSpPr>
          <p:spPr>
            <a:xfrm>
              <a:off x="1944564" y="2349608"/>
              <a:ext cx="33529" cy="72647"/>
            </a:xfrm>
            <a:custGeom>
              <a:avLst/>
              <a:gdLst>
                <a:gd name="connsiteX0" fmla="*/ 30062 w 33529"/>
                <a:gd name="connsiteY0" fmla="*/ 2096 h 72646"/>
                <a:gd name="connsiteX1" fmla="*/ 32577 w 33529"/>
                <a:gd name="connsiteY1" fmla="*/ 52390 h 72646"/>
                <a:gd name="connsiteX2" fmla="*/ 17768 w 33529"/>
                <a:gd name="connsiteY2" fmla="*/ 73066 h 72646"/>
                <a:gd name="connsiteX3" fmla="*/ 17489 w 33529"/>
                <a:gd name="connsiteY3" fmla="*/ 73066 h 72646"/>
                <a:gd name="connsiteX4" fmla="*/ 2121 w 33529"/>
                <a:gd name="connsiteY4" fmla="*/ 53507 h 72646"/>
                <a:gd name="connsiteX5" fmla="*/ 2401 w 33529"/>
                <a:gd name="connsiteY5" fmla="*/ 15787 h 72646"/>
                <a:gd name="connsiteX6" fmla="*/ 30062 w 33529"/>
                <a:gd name="connsiteY6" fmla="*/ 2096 h 7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29" h="72646">
                  <a:moveTo>
                    <a:pt x="30062" y="2096"/>
                  </a:moveTo>
                  <a:cubicBezTo>
                    <a:pt x="30342" y="3493"/>
                    <a:pt x="32298" y="31154"/>
                    <a:pt x="32577" y="52390"/>
                  </a:cubicBezTo>
                  <a:cubicBezTo>
                    <a:pt x="32857" y="62728"/>
                    <a:pt x="25312" y="72787"/>
                    <a:pt x="17768" y="73066"/>
                  </a:cubicBezTo>
                  <a:cubicBezTo>
                    <a:pt x="17768" y="73066"/>
                    <a:pt x="17489" y="73066"/>
                    <a:pt x="17489" y="73066"/>
                  </a:cubicBezTo>
                  <a:cubicBezTo>
                    <a:pt x="10224" y="73066"/>
                    <a:pt x="1563" y="63845"/>
                    <a:pt x="2121" y="53507"/>
                  </a:cubicBezTo>
                  <a:cubicBezTo>
                    <a:pt x="3239" y="35066"/>
                    <a:pt x="2401" y="16066"/>
                    <a:pt x="2401" y="15787"/>
                  </a:cubicBezTo>
                  <a:lnTo>
                    <a:pt x="30062" y="2096"/>
                  </a:ln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5" name="Forma libre 124">
              <a:extLst>
                <a:ext uri="{FF2B5EF4-FFF2-40B4-BE49-F238E27FC236}">
                  <a16:creationId xmlns:a16="http://schemas.microsoft.com/office/drawing/2014/main" id="{2BB9A3A4-8115-A976-B4E4-085401AED297}"/>
                </a:ext>
              </a:extLst>
            </p:cNvPr>
            <p:cNvSpPr/>
            <p:nvPr/>
          </p:nvSpPr>
          <p:spPr>
            <a:xfrm>
              <a:off x="1873340" y="2388497"/>
              <a:ext cx="139706" cy="243088"/>
            </a:xfrm>
            <a:custGeom>
              <a:avLst/>
              <a:gdLst>
                <a:gd name="connsiteX0" fmla="*/ 122801 w 139705"/>
                <a:gd name="connsiteY0" fmla="*/ 83074 h 243087"/>
                <a:gd name="connsiteX1" fmla="*/ 109389 w 139705"/>
                <a:gd name="connsiteY1" fmla="*/ 141471 h 243087"/>
                <a:gd name="connsiteX2" fmla="*/ 109669 w 139705"/>
                <a:gd name="connsiteY2" fmla="*/ 185339 h 243087"/>
                <a:gd name="connsiteX3" fmla="*/ 114698 w 139705"/>
                <a:gd name="connsiteY3" fmla="*/ 211324 h 243087"/>
                <a:gd name="connsiteX4" fmla="*/ 122242 w 139705"/>
                <a:gd name="connsiteY4" fmla="*/ 243736 h 243087"/>
                <a:gd name="connsiteX5" fmla="*/ 2096 w 139705"/>
                <a:gd name="connsiteY5" fmla="*/ 243736 h 243087"/>
                <a:gd name="connsiteX6" fmla="*/ 11875 w 139705"/>
                <a:gd name="connsiteY6" fmla="*/ 98442 h 243087"/>
                <a:gd name="connsiteX7" fmla="*/ 27243 w 139705"/>
                <a:gd name="connsiteY7" fmla="*/ 36692 h 243087"/>
                <a:gd name="connsiteX8" fmla="*/ 36743 w 139705"/>
                <a:gd name="connsiteY8" fmla="*/ 16574 h 243087"/>
                <a:gd name="connsiteX9" fmla="*/ 55184 w 139705"/>
                <a:gd name="connsiteY9" fmla="*/ 5398 h 243087"/>
                <a:gd name="connsiteX10" fmla="*/ 66360 w 139705"/>
                <a:gd name="connsiteY10" fmla="*/ 3722 h 243087"/>
                <a:gd name="connsiteX11" fmla="*/ 139007 w 139705"/>
                <a:gd name="connsiteY11" fmla="*/ 25236 h 243087"/>
                <a:gd name="connsiteX12" fmla="*/ 136492 w 139705"/>
                <a:gd name="connsiteY12" fmla="*/ 48707 h 243087"/>
                <a:gd name="connsiteX13" fmla="*/ 126434 w 139705"/>
                <a:gd name="connsiteY13" fmla="*/ 73295 h 243087"/>
                <a:gd name="connsiteX14" fmla="*/ 122801 w 139705"/>
                <a:gd name="connsiteY14" fmla="*/ 83074 h 243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9705" h="243087">
                  <a:moveTo>
                    <a:pt x="122801" y="83074"/>
                  </a:moveTo>
                  <a:cubicBezTo>
                    <a:pt x="116375" y="102074"/>
                    <a:pt x="112742" y="121633"/>
                    <a:pt x="109389" y="141471"/>
                  </a:cubicBezTo>
                  <a:cubicBezTo>
                    <a:pt x="106875" y="156001"/>
                    <a:pt x="107713" y="170809"/>
                    <a:pt x="109669" y="185339"/>
                  </a:cubicBezTo>
                  <a:cubicBezTo>
                    <a:pt x="110787" y="194001"/>
                    <a:pt x="112463" y="202662"/>
                    <a:pt x="114698" y="211324"/>
                  </a:cubicBezTo>
                  <a:cubicBezTo>
                    <a:pt x="115537" y="214677"/>
                    <a:pt x="121963" y="240942"/>
                    <a:pt x="122242" y="243736"/>
                  </a:cubicBezTo>
                  <a:cubicBezTo>
                    <a:pt x="122242" y="243736"/>
                    <a:pt x="8801" y="243736"/>
                    <a:pt x="2096" y="243736"/>
                  </a:cubicBezTo>
                  <a:cubicBezTo>
                    <a:pt x="3213" y="220265"/>
                    <a:pt x="30037" y="146221"/>
                    <a:pt x="11875" y="98442"/>
                  </a:cubicBezTo>
                  <a:cubicBezTo>
                    <a:pt x="-699" y="65192"/>
                    <a:pt x="16066" y="64354"/>
                    <a:pt x="27243" y="36692"/>
                  </a:cubicBezTo>
                  <a:cubicBezTo>
                    <a:pt x="30037" y="29986"/>
                    <a:pt x="32272" y="22442"/>
                    <a:pt x="36743" y="16574"/>
                  </a:cubicBezTo>
                  <a:cubicBezTo>
                    <a:pt x="41213" y="10986"/>
                    <a:pt x="48198" y="7075"/>
                    <a:pt x="55184" y="5398"/>
                  </a:cubicBezTo>
                  <a:cubicBezTo>
                    <a:pt x="58816" y="4560"/>
                    <a:pt x="62728" y="4001"/>
                    <a:pt x="66360" y="3722"/>
                  </a:cubicBezTo>
                  <a:cubicBezTo>
                    <a:pt x="86757" y="2045"/>
                    <a:pt x="134536" y="-3822"/>
                    <a:pt x="139007" y="25236"/>
                  </a:cubicBezTo>
                  <a:cubicBezTo>
                    <a:pt x="140125" y="33060"/>
                    <a:pt x="139007" y="41163"/>
                    <a:pt x="136492" y="48707"/>
                  </a:cubicBezTo>
                  <a:cubicBezTo>
                    <a:pt x="133698" y="57089"/>
                    <a:pt x="129787" y="65192"/>
                    <a:pt x="126434" y="73295"/>
                  </a:cubicBezTo>
                  <a:cubicBezTo>
                    <a:pt x="125316" y="76369"/>
                    <a:pt x="123919" y="79721"/>
                    <a:pt x="122801" y="83074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56104835-C849-23FD-3A25-47E7FE8EBCEF}"/>
                </a:ext>
              </a:extLst>
            </p:cNvPr>
            <p:cNvSpPr/>
            <p:nvPr/>
          </p:nvSpPr>
          <p:spPr>
            <a:xfrm>
              <a:off x="1868590" y="2630137"/>
              <a:ext cx="131323" cy="78235"/>
            </a:xfrm>
            <a:custGeom>
              <a:avLst/>
              <a:gdLst>
                <a:gd name="connsiteX0" fmla="*/ 126154 w 131323"/>
                <a:gd name="connsiteY0" fmla="*/ 78375 h 78235"/>
                <a:gd name="connsiteX1" fmla="*/ 126713 w 131323"/>
                <a:gd name="connsiteY1" fmla="*/ 2096 h 78235"/>
                <a:gd name="connsiteX2" fmla="*/ 6566 w 131323"/>
                <a:gd name="connsiteY2" fmla="*/ 2096 h 78235"/>
                <a:gd name="connsiteX3" fmla="*/ 2096 w 131323"/>
                <a:gd name="connsiteY3" fmla="*/ 78375 h 78235"/>
                <a:gd name="connsiteX4" fmla="*/ 126154 w 131323"/>
                <a:gd name="connsiteY4" fmla="*/ 78375 h 7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323" h="78235">
                  <a:moveTo>
                    <a:pt x="126154" y="78375"/>
                  </a:moveTo>
                  <a:cubicBezTo>
                    <a:pt x="126154" y="78375"/>
                    <a:pt x="136492" y="52110"/>
                    <a:pt x="126713" y="2096"/>
                  </a:cubicBezTo>
                  <a:lnTo>
                    <a:pt x="6566" y="2096"/>
                  </a:lnTo>
                  <a:cubicBezTo>
                    <a:pt x="6566" y="2096"/>
                    <a:pt x="2375" y="37860"/>
                    <a:pt x="2096" y="78375"/>
                  </a:cubicBezTo>
                  <a:lnTo>
                    <a:pt x="126154" y="78375"/>
                  </a:ln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532B7983-6C83-C5FB-45ED-AB10E1447AFD}"/>
                </a:ext>
              </a:extLst>
            </p:cNvPr>
            <p:cNvSpPr/>
            <p:nvPr/>
          </p:nvSpPr>
          <p:spPr>
            <a:xfrm>
              <a:off x="1967732" y="2833293"/>
              <a:ext cx="64265" cy="226323"/>
            </a:xfrm>
            <a:custGeom>
              <a:avLst/>
              <a:gdLst>
                <a:gd name="connsiteX0" fmla="*/ 3541 w 64264"/>
                <a:gd name="connsiteY0" fmla="*/ 38395 h 226323"/>
                <a:gd name="connsiteX1" fmla="*/ 46571 w 64264"/>
                <a:gd name="connsiteY1" fmla="*/ 19954 h 226323"/>
                <a:gd name="connsiteX2" fmla="*/ 61938 w 64264"/>
                <a:gd name="connsiteY2" fmla="*/ 220851 h 226323"/>
                <a:gd name="connsiteX3" fmla="*/ 58026 w 64264"/>
                <a:gd name="connsiteY3" fmla="*/ 223086 h 226323"/>
                <a:gd name="connsiteX4" fmla="*/ 45453 w 64264"/>
                <a:gd name="connsiteY4" fmla="*/ 220571 h 226323"/>
                <a:gd name="connsiteX5" fmla="*/ 38747 w 64264"/>
                <a:gd name="connsiteY5" fmla="*/ 226160 h 226323"/>
                <a:gd name="connsiteX6" fmla="*/ 3541 w 64264"/>
                <a:gd name="connsiteY6" fmla="*/ 38395 h 22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226323">
                  <a:moveTo>
                    <a:pt x="3541" y="38395"/>
                  </a:moveTo>
                  <a:cubicBezTo>
                    <a:pt x="-5959" y="-2119"/>
                    <a:pt x="33997" y="-9384"/>
                    <a:pt x="46571" y="19954"/>
                  </a:cubicBezTo>
                  <a:cubicBezTo>
                    <a:pt x="64453" y="61586"/>
                    <a:pt x="63056" y="194307"/>
                    <a:pt x="61938" y="220851"/>
                  </a:cubicBezTo>
                  <a:cubicBezTo>
                    <a:pt x="61938" y="224204"/>
                    <a:pt x="59982" y="223645"/>
                    <a:pt x="58026" y="223086"/>
                  </a:cubicBezTo>
                  <a:cubicBezTo>
                    <a:pt x="52438" y="221130"/>
                    <a:pt x="47688" y="220292"/>
                    <a:pt x="45453" y="220571"/>
                  </a:cubicBezTo>
                  <a:cubicBezTo>
                    <a:pt x="40982" y="221410"/>
                    <a:pt x="38747" y="226160"/>
                    <a:pt x="38747" y="226160"/>
                  </a:cubicBezTo>
                  <a:cubicBezTo>
                    <a:pt x="34835" y="189836"/>
                    <a:pt x="12762" y="77792"/>
                    <a:pt x="3541" y="38395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A84B4039-C62D-94F6-9604-471A131AFF54}"/>
                </a:ext>
              </a:extLst>
            </p:cNvPr>
            <p:cNvSpPr/>
            <p:nvPr/>
          </p:nvSpPr>
          <p:spPr>
            <a:xfrm>
              <a:off x="1932563" y="2635159"/>
              <a:ext cx="83823" cy="254264"/>
            </a:xfrm>
            <a:custGeom>
              <a:avLst/>
              <a:gdLst>
                <a:gd name="connsiteX0" fmla="*/ 2666 w 83823"/>
                <a:gd name="connsiteY0" fmla="*/ 78941 h 254264"/>
                <a:gd name="connsiteX1" fmla="*/ 47931 w 83823"/>
                <a:gd name="connsiteY1" fmla="*/ 6015 h 254264"/>
                <a:gd name="connsiteX2" fmla="*/ 66931 w 83823"/>
                <a:gd name="connsiteY2" fmla="*/ 40103 h 254264"/>
                <a:gd name="connsiteX3" fmla="*/ 81181 w 83823"/>
                <a:gd name="connsiteY3" fmla="*/ 215294 h 254264"/>
                <a:gd name="connsiteX4" fmla="*/ 41504 w 83823"/>
                <a:gd name="connsiteY4" fmla="*/ 240720 h 254264"/>
                <a:gd name="connsiteX5" fmla="*/ 2666 w 83823"/>
                <a:gd name="connsiteY5" fmla="*/ 78941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23" h="254264">
                  <a:moveTo>
                    <a:pt x="2666" y="78941"/>
                  </a:moveTo>
                  <a:cubicBezTo>
                    <a:pt x="-1525" y="28647"/>
                    <a:pt x="17754" y="-10750"/>
                    <a:pt x="47931" y="6015"/>
                  </a:cubicBezTo>
                  <a:cubicBezTo>
                    <a:pt x="60504" y="13000"/>
                    <a:pt x="65254" y="26971"/>
                    <a:pt x="66931" y="40103"/>
                  </a:cubicBezTo>
                  <a:cubicBezTo>
                    <a:pt x="68607" y="53235"/>
                    <a:pt x="77828" y="190426"/>
                    <a:pt x="81181" y="215294"/>
                  </a:cubicBezTo>
                  <a:cubicBezTo>
                    <a:pt x="88445" y="271176"/>
                    <a:pt x="45975" y="256088"/>
                    <a:pt x="41504" y="240720"/>
                  </a:cubicBezTo>
                  <a:cubicBezTo>
                    <a:pt x="29769" y="201603"/>
                    <a:pt x="4902" y="106323"/>
                    <a:pt x="2666" y="78941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265B23D6-DE16-220C-4F65-055196E67D72}"/>
                </a:ext>
              </a:extLst>
            </p:cNvPr>
            <p:cNvSpPr/>
            <p:nvPr/>
          </p:nvSpPr>
          <p:spPr>
            <a:xfrm>
              <a:off x="1862106" y="2838186"/>
              <a:ext cx="50294" cy="237499"/>
            </a:xfrm>
            <a:custGeom>
              <a:avLst/>
              <a:gdLst>
                <a:gd name="connsiteX0" fmla="*/ 2153 w 50294"/>
                <a:gd name="connsiteY0" fmla="*/ 30987 h 237499"/>
                <a:gd name="connsiteX1" fmla="*/ 44903 w 50294"/>
                <a:gd name="connsiteY1" fmla="*/ 24840 h 237499"/>
                <a:gd name="connsiteX2" fmla="*/ 33168 w 50294"/>
                <a:gd name="connsiteY2" fmla="*/ 236634 h 237499"/>
                <a:gd name="connsiteX3" fmla="*/ 18359 w 50294"/>
                <a:gd name="connsiteY3" fmla="*/ 224061 h 237499"/>
                <a:gd name="connsiteX4" fmla="*/ 11374 w 50294"/>
                <a:gd name="connsiteY4" fmla="*/ 227972 h 237499"/>
                <a:gd name="connsiteX5" fmla="*/ 2153 w 50294"/>
                <a:gd name="connsiteY5" fmla="*/ 30987 h 237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294" h="237499">
                  <a:moveTo>
                    <a:pt x="2153" y="30987"/>
                  </a:moveTo>
                  <a:cubicBezTo>
                    <a:pt x="477" y="-6733"/>
                    <a:pt x="35962" y="-6174"/>
                    <a:pt x="44903" y="24840"/>
                  </a:cubicBezTo>
                  <a:cubicBezTo>
                    <a:pt x="58874" y="73179"/>
                    <a:pt x="34565" y="177399"/>
                    <a:pt x="33168" y="236634"/>
                  </a:cubicBezTo>
                  <a:cubicBezTo>
                    <a:pt x="27021" y="226296"/>
                    <a:pt x="21153" y="223781"/>
                    <a:pt x="18359" y="224061"/>
                  </a:cubicBezTo>
                  <a:cubicBezTo>
                    <a:pt x="13888" y="224340"/>
                    <a:pt x="11374" y="227972"/>
                    <a:pt x="11374" y="227972"/>
                  </a:cubicBezTo>
                  <a:cubicBezTo>
                    <a:pt x="12491" y="149737"/>
                    <a:pt x="3830" y="71502"/>
                    <a:pt x="2153" y="30987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F4721DE2-5432-D4DA-1CA6-D36EF1F85DED}"/>
                </a:ext>
              </a:extLst>
            </p:cNvPr>
            <p:cNvSpPr/>
            <p:nvPr/>
          </p:nvSpPr>
          <p:spPr>
            <a:xfrm>
              <a:off x="1862139" y="2634667"/>
              <a:ext cx="75441" cy="254264"/>
            </a:xfrm>
            <a:custGeom>
              <a:avLst/>
              <a:gdLst>
                <a:gd name="connsiteX0" fmla="*/ 43473 w 75441"/>
                <a:gd name="connsiteY0" fmla="*/ 238418 h 254264"/>
                <a:gd name="connsiteX1" fmla="*/ 2399 w 75441"/>
                <a:gd name="connsiteY1" fmla="*/ 215506 h 254264"/>
                <a:gd name="connsiteX2" fmla="*/ 10223 w 75441"/>
                <a:gd name="connsiteY2" fmla="*/ 39477 h 254264"/>
                <a:gd name="connsiteX3" fmla="*/ 19723 w 75441"/>
                <a:gd name="connsiteY3" fmla="*/ 4272 h 254264"/>
                <a:gd name="connsiteX4" fmla="*/ 74487 w 75441"/>
                <a:gd name="connsiteY4" fmla="*/ 81668 h 254264"/>
                <a:gd name="connsiteX5" fmla="*/ 43473 w 75441"/>
                <a:gd name="connsiteY5" fmla="*/ 238418 h 25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41" h="254264">
                  <a:moveTo>
                    <a:pt x="43473" y="238418"/>
                  </a:moveTo>
                  <a:cubicBezTo>
                    <a:pt x="38723" y="253786"/>
                    <a:pt x="-1792" y="271668"/>
                    <a:pt x="2399" y="215506"/>
                  </a:cubicBezTo>
                  <a:cubicBezTo>
                    <a:pt x="4355" y="190639"/>
                    <a:pt x="9384" y="52889"/>
                    <a:pt x="10223" y="39477"/>
                  </a:cubicBezTo>
                  <a:cubicBezTo>
                    <a:pt x="11061" y="26066"/>
                    <a:pt x="13296" y="6786"/>
                    <a:pt x="19723" y="4272"/>
                  </a:cubicBezTo>
                  <a:cubicBezTo>
                    <a:pt x="51855" y="-7743"/>
                    <a:pt x="82870" y="31654"/>
                    <a:pt x="74487" y="81668"/>
                  </a:cubicBezTo>
                  <a:cubicBezTo>
                    <a:pt x="68899" y="115198"/>
                    <a:pt x="53252" y="206565"/>
                    <a:pt x="43473" y="238418"/>
                  </a:cubicBezTo>
                  <a:close/>
                </a:path>
              </a:pathLst>
            </a:custGeom>
            <a:solidFill>
              <a:srgbClr val="00826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9CD10178-8A11-2687-9A5A-3AD5E47B60E6}"/>
                </a:ext>
              </a:extLst>
            </p:cNvPr>
            <p:cNvSpPr/>
            <p:nvPr/>
          </p:nvSpPr>
          <p:spPr>
            <a:xfrm>
              <a:off x="1899046" y="2501887"/>
              <a:ext cx="22353" cy="8382"/>
            </a:xfrm>
            <a:custGeom>
              <a:avLst/>
              <a:gdLst>
                <a:gd name="connsiteX0" fmla="*/ 4610 w 22352"/>
                <a:gd name="connsiteY0" fmla="*/ 6566 h 8382"/>
                <a:gd name="connsiteX1" fmla="*/ 21654 w 22352"/>
                <a:gd name="connsiteY1" fmla="*/ 6566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610" y="6566"/>
                  </a:moveTo>
                  <a:lnTo>
                    <a:pt x="21654" y="6566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66719579-0D48-28F3-BEC2-3DFDEE186C43}"/>
                </a:ext>
              </a:extLst>
            </p:cNvPr>
            <p:cNvSpPr/>
            <p:nvPr/>
          </p:nvSpPr>
          <p:spPr>
            <a:xfrm>
              <a:off x="1850708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2C8DB22F-7DF3-F5D4-45DE-FC39732EDB65}"/>
                </a:ext>
              </a:extLst>
            </p:cNvPr>
            <p:cNvSpPr/>
            <p:nvPr/>
          </p:nvSpPr>
          <p:spPr>
            <a:xfrm>
              <a:off x="1872502" y="2506358"/>
              <a:ext cx="22353" cy="8382"/>
            </a:xfrm>
            <a:custGeom>
              <a:avLst/>
              <a:gdLst>
                <a:gd name="connsiteX0" fmla="*/ 4331 w 22352"/>
                <a:gd name="connsiteY0" fmla="*/ 6287 h 8382"/>
                <a:gd name="connsiteX1" fmla="*/ 21375 w 22352"/>
                <a:gd name="connsiteY1" fmla="*/ 6287 h 8382"/>
                <a:gd name="connsiteX2" fmla="*/ 19140 w 22352"/>
                <a:gd name="connsiteY2" fmla="*/ 2096 h 8382"/>
                <a:gd name="connsiteX3" fmla="*/ 2096 w 22352"/>
                <a:gd name="connsiteY3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8382">
                  <a:moveTo>
                    <a:pt x="4331" y="6287"/>
                  </a:moveTo>
                  <a:lnTo>
                    <a:pt x="21375" y="6287"/>
                  </a:lnTo>
                  <a:lnTo>
                    <a:pt x="19140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4" name="Forma libre 133">
              <a:extLst>
                <a:ext uri="{FF2B5EF4-FFF2-40B4-BE49-F238E27FC236}">
                  <a16:creationId xmlns:a16="http://schemas.microsoft.com/office/drawing/2014/main" id="{0E8CFE06-BDD3-175B-CC57-D3967C3E3AC5}"/>
                </a:ext>
              </a:extLst>
            </p:cNvPr>
            <p:cNvSpPr/>
            <p:nvPr/>
          </p:nvSpPr>
          <p:spPr>
            <a:xfrm>
              <a:off x="1836178" y="2511387"/>
              <a:ext cx="89412" cy="19559"/>
            </a:xfrm>
            <a:custGeom>
              <a:avLst/>
              <a:gdLst>
                <a:gd name="connsiteX0" fmla="*/ 10478 w 89411"/>
                <a:gd name="connsiteY0" fmla="*/ 17463 h 19558"/>
                <a:gd name="connsiteX1" fmla="*/ 89551 w 89411"/>
                <a:gd name="connsiteY1" fmla="*/ 17463 h 19558"/>
                <a:gd name="connsiteX2" fmla="*/ 81448 w 89411"/>
                <a:gd name="connsiteY2" fmla="*/ 2096 h 19558"/>
                <a:gd name="connsiteX3" fmla="*/ 2096 w 89411"/>
                <a:gd name="connsiteY3" fmla="*/ 2096 h 19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19558">
                  <a:moveTo>
                    <a:pt x="10478" y="17463"/>
                  </a:moveTo>
                  <a:lnTo>
                    <a:pt x="89551" y="17463"/>
                  </a:lnTo>
                  <a:lnTo>
                    <a:pt x="8144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5" name="Forma libre 134">
              <a:extLst>
                <a:ext uri="{FF2B5EF4-FFF2-40B4-BE49-F238E27FC236}">
                  <a16:creationId xmlns:a16="http://schemas.microsoft.com/office/drawing/2014/main" id="{FF4F557D-0C76-A029-C376-D23E75DC3E3E}"/>
                </a:ext>
              </a:extLst>
            </p:cNvPr>
            <p:cNvSpPr/>
            <p:nvPr/>
          </p:nvSpPr>
          <p:spPr>
            <a:xfrm>
              <a:off x="1840649" y="2516417"/>
              <a:ext cx="22353" cy="13971"/>
            </a:xfrm>
            <a:custGeom>
              <a:avLst/>
              <a:gdLst>
                <a:gd name="connsiteX0" fmla="*/ 7684 w 22352"/>
                <a:gd name="connsiteY0" fmla="*/ 12993 h 13970"/>
                <a:gd name="connsiteX1" fmla="*/ 21375 w 22352"/>
                <a:gd name="connsiteY1" fmla="*/ 12993 h 13970"/>
                <a:gd name="connsiteX2" fmla="*/ 15507 w 22352"/>
                <a:gd name="connsiteY2" fmla="*/ 2096 h 13970"/>
                <a:gd name="connsiteX3" fmla="*/ 2096 w 22352"/>
                <a:gd name="connsiteY3" fmla="*/ 2096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13970">
                  <a:moveTo>
                    <a:pt x="7684" y="12993"/>
                  </a:moveTo>
                  <a:lnTo>
                    <a:pt x="21375" y="12993"/>
                  </a:lnTo>
                  <a:lnTo>
                    <a:pt x="15507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6" name="Forma libre 135">
              <a:extLst>
                <a:ext uri="{FF2B5EF4-FFF2-40B4-BE49-F238E27FC236}">
                  <a16:creationId xmlns:a16="http://schemas.microsoft.com/office/drawing/2014/main" id="{D4C6C4AA-BA0F-E9F4-343E-DC954C2EC7F5}"/>
                </a:ext>
              </a:extLst>
            </p:cNvPr>
            <p:cNvSpPr/>
            <p:nvPr/>
          </p:nvSpPr>
          <p:spPr>
            <a:xfrm>
              <a:off x="1891222" y="2514181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551 w 33529"/>
                <a:gd name="connsiteY1" fmla="*/ 4331 h 5588"/>
                <a:gd name="connsiteX2" fmla="*/ 3143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551" y="4331"/>
                  </a:lnTo>
                  <a:lnTo>
                    <a:pt x="3143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7" name="Forma libre 136">
              <a:extLst>
                <a:ext uri="{FF2B5EF4-FFF2-40B4-BE49-F238E27FC236}">
                  <a16:creationId xmlns:a16="http://schemas.microsoft.com/office/drawing/2014/main" id="{E661BD54-F47B-AF2D-8162-2EC5BC22E4E8}"/>
                </a:ext>
              </a:extLst>
            </p:cNvPr>
            <p:cNvSpPr/>
            <p:nvPr/>
          </p:nvSpPr>
          <p:spPr>
            <a:xfrm>
              <a:off x="1883399" y="2520608"/>
              <a:ext cx="33529" cy="5588"/>
            </a:xfrm>
            <a:custGeom>
              <a:avLst/>
              <a:gdLst>
                <a:gd name="connsiteX0" fmla="*/ 3213 w 33529"/>
                <a:gd name="connsiteY0" fmla="*/ 4331 h 5588"/>
                <a:gd name="connsiteX1" fmla="*/ 32272 w 33529"/>
                <a:gd name="connsiteY1" fmla="*/ 4331 h 5588"/>
                <a:gd name="connsiteX2" fmla="*/ 31154 w 33529"/>
                <a:gd name="connsiteY2" fmla="*/ 2096 h 5588"/>
                <a:gd name="connsiteX3" fmla="*/ 2096 w 33529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29" h="5588">
                  <a:moveTo>
                    <a:pt x="3213" y="4331"/>
                  </a:moveTo>
                  <a:lnTo>
                    <a:pt x="32272" y="4331"/>
                  </a:lnTo>
                  <a:lnTo>
                    <a:pt x="31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8" name="Forma libre 137">
              <a:extLst>
                <a:ext uri="{FF2B5EF4-FFF2-40B4-BE49-F238E27FC236}">
                  <a16:creationId xmlns:a16="http://schemas.microsoft.com/office/drawing/2014/main" id="{E2ACADB2-3099-8055-D6B6-8EFA8FCE2494}"/>
                </a:ext>
              </a:extLst>
            </p:cNvPr>
            <p:cNvSpPr/>
            <p:nvPr/>
          </p:nvSpPr>
          <p:spPr>
            <a:xfrm>
              <a:off x="1894855" y="2524520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67F1B542-10D8-A2F0-CC1B-9DA8A7A7C0F3}"/>
                </a:ext>
              </a:extLst>
            </p:cNvPr>
            <p:cNvSpPr/>
            <p:nvPr/>
          </p:nvSpPr>
          <p:spPr>
            <a:xfrm>
              <a:off x="1875296" y="2533181"/>
              <a:ext cx="64265" cy="22353"/>
            </a:xfrm>
            <a:custGeom>
              <a:avLst/>
              <a:gdLst>
                <a:gd name="connsiteX0" fmla="*/ 12434 w 64264"/>
                <a:gd name="connsiteY0" fmla="*/ 21096 h 22352"/>
                <a:gd name="connsiteX1" fmla="*/ 62728 w 64264"/>
                <a:gd name="connsiteY1" fmla="*/ 21096 h 22352"/>
                <a:gd name="connsiteX2" fmla="*/ 52669 w 64264"/>
                <a:gd name="connsiteY2" fmla="*/ 2096 h 22352"/>
                <a:gd name="connsiteX3" fmla="*/ 2096 w 64264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64" h="22352">
                  <a:moveTo>
                    <a:pt x="12434" y="21096"/>
                  </a:moveTo>
                  <a:lnTo>
                    <a:pt x="62728" y="21096"/>
                  </a:lnTo>
                  <a:lnTo>
                    <a:pt x="52669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DC340468-83B1-67DB-FD60-95ECC6D244DF}"/>
                </a:ext>
              </a:extLst>
            </p:cNvPr>
            <p:cNvSpPr/>
            <p:nvPr/>
          </p:nvSpPr>
          <p:spPr>
            <a:xfrm>
              <a:off x="1894855" y="2535976"/>
              <a:ext cx="30735" cy="5588"/>
            </a:xfrm>
            <a:custGeom>
              <a:avLst/>
              <a:gdLst>
                <a:gd name="connsiteX0" fmla="*/ 3213 w 30735"/>
                <a:gd name="connsiteY0" fmla="*/ 4331 h 5588"/>
                <a:gd name="connsiteX1" fmla="*/ 29198 w 30735"/>
                <a:gd name="connsiteY1" fmla="*/ 4331 h 5588"/>
                <a:gd name="connsiteX2" fmla="*/ 28081 w 30735"/>
                <a:gd name="connsiteY2" fmla="*/ 2096 h 5588"/>
                <a:gd name="connsiteX3" fmla="*/ 2096 w 30735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35" h="5588">
                  <a:moveTo>
                    <a:pt x="3213" y="4331"/>
                  </a:moveTo>
                  <a:lnTo>
                    <a:pt x="29198" y="4331"/>
                  </a:lnTo>
                  <a:lnTo>
                    <a:pt x="28081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47575EDF-C7D7-5687-4D30-ACF1A58E0DBD}"/>
                </a:ext>
              </a:extLst>
            </p:cNvPr>
            <p:cNvSpPr/>
            <p:nvPr/>
          </p:nvSpPr>
          <p:spPr>
            <a:xfrm>
              <a:off x="1903237" y="2539887"/>
              <a:ext cx="22353" cy="5588"/>
            </a:xfrm>
            <a:custGeom>
              <a:avLst/>
              <a:gdLst>
                <a:gd name="connsiteX0" fmla="*/ 3213 w 22352"/>
                <a:gd name="connsiteY0" fmla="*/ 4051 h 5588"/>
                <a:gd name="connsiteX1" fmla="*/ 22772 w 22352"/>
                <a:gd name="connsiteY1" fmla="*/ 4051 h 5588"/>
                <a:gd name="connsiteX2" fmla="*/ 21654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051"/>
                  </a:moveTo>
                  <a:lnTo>
                    <a:pt x="22772" y="4051"/>
                  </a:lnTo>
                  <a:lnTo>
                    <a:pt x="216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9DE77020-A4F0-01F4-BCF3-5D2AE97499EE}"/>
                </a:ext>
              </a:extLst>
            </p:cNvPr>
            <p:cNvSpPr/>
            <p:nvPr/>
          </p:nvSpPr>
          <p:spPr>
            <a:xfrm>
              <a:off x="1911619" y="2543520"/>
              <a:ext cx="16765" cy="5588"/>
            </a:xfrm>
            <a:custGeom>
              <a:avLst/>
              <a:gdLst>
                <a:gd name="connsiteX0" fmla="*/ 3213 w 16764"/>
                <a:gd name="connsiteY0" fmla="*/ 4051 h 5588"/>
                <a:gd name="connsiteX1" fmla="*/ 16346 w 16764"/>
                <a:gd name="connsiteY1" fmla="*/ 4051 h 5588"/>
                <a:gd name="connsiteX2" fmla="*/ 15228 w 16764"/>
                <a:gd name="connsiteY2" fmla="*/ 2096 h 5588"/>
                <a:gd name="connsiteX3" fmla="*/ 2096 w 16764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" h="5588">
                  <a:moveTo>
                    <a:pt x="3213" y="4051"/>
                  </a:moveTo>
                  <a:lnTo>
                    <a:pt x="16346" y="4051"/>
                  </a:lnTo>
                  <a:lnTo>
                    <a:pt x="152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0E02CEC0-2559-42A4-37EA-29F6F20E728B}"/>
                </a:ext>
              </a:extLst>
            </p:cNvPr>
            <p:cNvSpPr/>
            <p:nvPr/>
          </p:nvSpPr>
          <p:spPr>
            <a:xfrm>
              <a:off x="1901840" y="2543520"/>
              <a:ext cx="11176" cy="5588"/>
            </a:xfrm>
            <a:custGeom>
              <a:avLst/>
              <a:gdLst>
                <a:gd name="connsiteX0" fmla="*/ 3213 w 11176"/>
                <a:gd name="connsiteY0" fmla="*/ 4051 h 5588"/>
                <a:gd name="connsiteX1" fmla="*/ 11316 w 11176"/>
                <a:gd name="connsiteY1" fmla="*/ 4051 h 5588"/>
                <a:gd name="connsiteX2" fmla="*/ 10198 w 11176"/>
                <a:gd name="connsiteY2" fmla="*/ 2096 h 5588"/>
                <a:gd name="connsiteX3" fmla="*/ 2096 w 11176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76" h="5588">
                  <a:moveTo>
                    <a:pt x="3213" y="4051"/>
                  </a:moveTo>
                  <a:lnTo>
                    <a:pt x="11316" y="4051"/>
                  </a:lnTo>
                  <a:lnTo>
                    <a:pt x="1019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4" name="Forma libre 143">
              <a:extLst>
                <a:ext uri="{FF2B5EF4-FFF2-40B4-BE49-F238E27FC236}">
                  <a16:creationId xmlns:a16="http://schemas.microsoft.com/office/drawing/2014/main" id="{ABD8AA3F-D8C3-82E7-3C9D-82E3CD580CC7}"/>
                </a:ext>
              </a:extLst>
            </p:cNvPr>
            <p:cNvSpPr/>
            <p:nvPr/>
          </p:nvSpPr>
          <p:spPr>
            <a:xfrm>
              <a:off x="1908825" y="2547152"/>
              <a:ext cx="22353" cy="5588"/>
            </a:xfrm>
            <a:custGeom>
              <a:avLst/>
              <a:gdLst>
                <a:gd name="connsiteX0" fmla="*/ 3213 w 22352"/>
                <a:gd name="connsiteY0" fmla="*/ 4331 h 5588"/>
                <a:gd name="connsiteX1" fmla="*/ 21096 w 22352"/>
                <a:gd name="connsiteY1" fmla="*/ 4331 h 5588"/>
                <a:gd name="connsiteX2" fmla="*/ 19978 w 22352"/>
                <a:gd name="connsiteY2" fmla="*/ 2096 h 5588"/>
                <a:gd name="connsiteX3" fmla="*/ 2096 w 22352"/>
                <a:gd name="connsiteY3" fmla="*/ 2096 h 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52" h="5588">
                  <a:moveTo>
                    <a:pt x="3213" y="4331"/>
                  </a:moveTo>
                  <a:lnTo>
                    <a:pt x="21096" y="4331"/>
                  </a:lnTo>
                  <a:lnTo>
                    <a:pt x="1997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D40EC310-12E9-ED1F-1297-A42DDB22E505}"/>
                </a:ext>
              </a:extLst>
            </p:cNvPr>
            <p:cNvSpPr/>
            <p:nvPr/>
          </p:nvSpPr>
          <p:spPr>
            <a:xfrm>
              <a:off x="1821928" y="2444887"/>
              <a:ext cx="89412" cy="53088"/>
            </a:xfrm>
            <a:custGeom>
              <a:avLst/>
              <a:gdLst>
                <a:gd name="connsiteX0" fmla="*/ 28360 w 89411"/>
                <a:gd name="connsiteY0" fmla="*/ 50993 h 53088"/>
                <a:gd name="connsiteX1" fmla="*/ 89272 w 89411"/>
                <a:gd name="connsiteY1" fmla="*/ 50993 h 53088"/>
                <a:gd name="connsiteX2" fmla="*/ 62728 w 89411"/>
                <a:gd name="connsiteY2" fmla="*/ 2096 h 53088"/>
                <a:gd name="connsiteX3" fmla="*/ 2096 w 89411"/>
                <a:gd name="connsiteY3" fmla="*/ 2096 h 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11" h="53088">
                  <a:moveTo>
                    <a:pt x="28360" y="50993"/>
                  </a:moveTo>
                  <a:lnTo>
                    <a:pt x="89272" y="50993"/>
                  </a:lnTo>
                  <a:lnTo>
                    <a:pt x="62728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4CC9B840-AB2D-B5FD-572F-478CA9CF649F}"/>
                </a:ext>
              </a:extLst>
            </p:cNvPr>
            <p:cNvSpPr/>
            <p:nvPr/>
          </p:nvSpPr>
          <p:spPr>
            <a:xfrm>
              <a:off x="1846516" y="2533181"/>
              <a:ext cx="36323" cy="22353"/>
            </a:xfrm>
            <a:custGeom>
              <a:avLst/>
              <a:gdLst>
                <a:gd name="connsiteX0" fmla="*/ 12434 w 36323"/>
                <a:gd name="connsiteY0" fmla="*/ 21096 h 22352"/>
                <a:gd name="connsiteX1" fmla="*/ 36184 w 36323"/>
                <a:gd name="connsiteY1" fmla="*/ 21096 h 22352"/>
                <a:gd name="connsiteX2" fmla="*/ 25846 w 36323"/>
                <a:gd name="connsiteY2" fmla="*/ 2096 h 22352"/>
                <a:gd name="connsiteX3" fmla="*/ 2096 w 36323"/>
                <a:gd name="connsiteY3" fmla="*/ 2096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22352">
                  <a:moveTo>
                    <a:pt x="12434" y="21096"/>
                  </a:moveTo>
                  <a:lnTo>
                    <a:pt x="36184" y="21096"/>
                  </a:lnTo>
                  <a:lnTo>
                    <a:pt x="25846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7" name="Forma libre 146">
              <a:extLst>
                <a:ext uri="{FF2B5EF4-FFF2-40B4-BE49-F238E27FC236}">
                  <a16:creationId xmlns:a16="http://schemas.microsoft.com/office/drawing/2014/main" id="{EDF16F2B-EEFB-E373-5502-4DFD5D033E1D}"/>
                </a:ext>
              </a:extLst>
            </p:cNvPr>
            <p:cNvSpPr/>
            <p:nvPr/>
          </p:nvSpPr>
          <p:spPr>
            <a:xfrm>
              <a:off x="1858761" y="2537093"/>
              <a:ext cx="11176" cy="8382"/>
            </a:xfrm>
            <a:custGeom>
              <a:avLst/>
              <a:gdLst>
                <a:gd name="connsiteX0" fmla="*/ 7454 w 11176"/>
                <a:gd name="connsiteY0" fmla="*/ 8522 h 8382"/>
                <a:gd name="connsiteX1" fmla="*/ 7454 w 11176"/>
                <a:gd name="connsiteY1" fmla="*/ 8522 h 8382"/>
                <a:gd name="connsiteX2" fmla="*/ 9130 w 11176"/>
                <a:gd name="connsiteY2" fmla="*/ 6007 h 8382"/>
                <a:gd name="connsiteX3" fmla="*/ 8292 w 11176"/>
                <a:gd name="connsiteY3" fmla="*/ 4610 h 8382"/>
                <a:gd name="connsiteX4" fmla="*/ 4101 w 11176"/>
                <a:gd name="connsiteY4" fmla="*/ 2096 h 8382"/>
                <a:gd name="connsiteX5" fmla="*/ 4101 w 11176"/>
                <a:gd name="connsiteY5" fmla="*/ 2096 h 8382"/>
                <a:gd name="connsiteX6" fmla="*/ 2424 w 11176"/>
                <a:gd name="connsiteY6" fmla="*/ 4610 h 8382"/>
                <a:gd name="connsiteX7" fmla="*/ 3263 w 11176"/>
                <a:gd name="connsiteY7" fmla="*/ 6007 h 8382"/>
                <a:gd name="connsiteX8" fmla="*/ 7454 w 11176"/>
                <a:gd name="connsiteY8" fmla="*/ 852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76" h="8382">
                  <a:moveTo>
                    <a:pt x="7454" y="8522"/>
                  </a:moveTo>
                  <a:lnTo>
                    <a:pt x="7454" y="8522"/>
                  </a:lnTo>
                  <a:cubicBezTo>
                    <a:pt x="9130" y="8522"/>
                    <a:pt x="9969" y="7404"/>
                    <a:pt x="9130" y="6007"/>
                  </a:cubicBezTo>
                  <a:lnTo>
                    <a:pt x="8292" y="4610"/>
                  </a:lnTo>
                  <a:cubicBezTo>
                    <a:pt x="7454" y="3213"/>
                    <a:pt x="5498" y="2096"/>
                    <a:pt x="4101" y="2096"/>
                  </a:cubicBezTo>
                  <a:lnTo>
                    <a:pt x="4101" y="2096"/>
                  </a:lnTo>
                  <a:cubicBezTo>
                    <a:pt x="2424" y="2096"/>
                    <a:pt x="1586" y="3213"/>
                    <a:pt x="2424" y="4610"/>
                  </a:cubicBezTo>
                  <a:lnTo>
                    <a:pt x="3263" y="6007"/>
                  </a:lnTo>
                  <a:cubicBezTo>
                    <a:pt x="3821" y="7404"/>
                    <a:pt x="5777" y="8522"/>
                    <a:pt x="7454" y="8522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4DD17738-409E-229B-D6BB-DA80BAF4E800}"/>
                </a:ext>
              </a:extLst>
            </p:cNvPr>
            <p:cNvSpPr/>
            <p:nvPr/>
          </p:nvSpPr>
          <p:spPr>
            <a:xfrm>
              <a:off x="1858531" y="2542402"/>
              <a:ext cx="16765" cy="8382"/>
            </a:xfrm>
            <a:custGeom>
              <a:avLst/>
              <a:gdLst>
                <a:gd name="connsiteX0" fmla="*/ 6846 w 16764"/>
                <a:gd name="connsiteY0" fmla="*/ 2096 h 8382"/>
                <a:gd name="connsiteX1" fmla="*/ 14949 w 16764"/>
                <a:gd name="connsiteY1" fmla="*/ 5449 h 8382"/>
                <a:gd name="connsiteX2" fmla="*/ 14390 w 16764"/>
                <a:gd name="connsiteY2" fmla="*/ 7963 h 8382"/>
                <a:gd name="connsiteX3" fmla="*/ 5448 w 16764"/>
                <a:gd name="connsiteY3" fmla="*/ 7963 h 8382"/>
                <a:gd name="connsiteX4" fmla="*/ 2096 w 16764"/>
                <a:gd name="connsiteY4" fmla="*/ 5449 h 8382"/>
                <a:gd name="connsiteX5" fmla="*/ 6846 w 16764"/>
                <a:gd name="connsiteY5" fmla="*/ 2096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64" h="8382">
                  <a:moveTo>
                    <a:pt x="6846" y="2096"/>
                  </a:moveTo>
                  <a:cubicBezTo>
                    <a:pt x="9640" y="2096"/>
                    <a:pt x="12993" y="3493"/>
                    <a:pt x="14949" y="5449"/>
                  </a:cubicBezTo>
                  <a:cubicBezTo>
                    <a:pt x="16346" y="6566"/>
                    <a:pt x="15787" y="7963"/>
                    <a:pt x="14390" y="7963"/>
                  </a:cubicBezTo>
                  <a:lnTo>
                    <a:pt x="5448" y="7963"/>
                  </a:lnTo>
                  <a:cubicBezTo>
                    <a:pt x="3772" y="7963"/>
                    <a:pt x="2096" y="6566"/>
                    <a:pt x="2096" y="5449"/>
                  </a:cubicBezTo>
                  <a:cubicBezTo>
                    <a:pt x="2375" y="3493"/>
                    <a:pt x="4051" y="2096"/>
                    <a:pt x="6846" y="2096"/>
                  </a:cubicBezTo>
                  <a:close/>
                </a:path>
              </a:pathLst>
            </a:custGeom>
            <a:solidFill>
              <a:srgbClr val="5CA7D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19F48E68-287C-3261-93E2-328265A7D1A8}"/>
                </a:ext>
              </a:extLst>
            </p:cNvPr>
            <p:cNvSpPr/>
            <p:nvPr/>
          </p:nvSpPr>
          <p:spPr>
            <a:xfrm>
              <a:off x="1808796" y="2452990"/>
              <a:ext cx="44706" cy="61470"/>
            </a:xfrm>
            <a:custGeom>
              <a:avLst/>
              <a:gdLst>
                <a:gd name="connsiteX0" fmla="*/ 12993 w 44705"/>
                <a:gd name="connsiteY0" fmla="*/ 2096 h 61470"/>
                <a:gd name="connsiteX1" fmla="*/ 2096 w 44705"/>
                <a:gd name="connsiteY1" fmla="*/ 2096 h 61470"/>
                <a:gd name="connsiteX2" fmla="*/ 33110 w 44705"/>
                <a:gd name="connsiteY2" fmla="*/ 59654 h 61470"/>
                <a:gd name="connsiteX3" fmla="*/ 44007 w 44705"/>
                <a:gd name="connsiteY3" fmla="*/ 59654 h 6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705" h="61470">
                  <a:moveTo>
                    <a:pt x="12993" y="2096"/>
                  </a:moveTo>
                  <a:lnTo>
                    <a:pt x="2096" y="2096"/>
                  </a:lnTo>
                  <a:lnTo>
                    <a:pt x="33110" y="59654"/>
                  </a:lnTo>
                  <a:lnTo>
                    <a:pt x="44007" y="59654"/>
                  </a:ln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6EDC943E-BAD2-EB0B-A945-BB8747AD1A8F}"/>
                </a:ext>
              </a:extLst>
            </p:cNvPr>
            <p:cNvSpPr/>
            <p:nvPr/>
          </p:nvSpPr>
          <p:spPr>
            <a:xfrm>
              <a:off x="1898766" y="2275844"/>
              <a:ext cx="53088" cy="108970"/>
            </a:xfrm>
            <a:custGeom>
              <a:avLst/>
              <a:gdLst>
                <a:gd name="connsiteX0" fmla="*/ 11316 w 53088"/>
                <a:gd name="connsiteY0" fmla="*/ 26963 h 108970"/>
                <a:gd name="connsiteX1" fmla="*/ 2096 w 53088"/>
                <a:gd name="connsiteY1" fmla="*/ 108551 h 108970"/>
                <a:gd name="connsiteX2" fmla="*/ 48757 w 53088"/>
                <a:gd name="connsiteY2" fmla="*/ 86757 h 108970"/>
                <a:gd name="connsiteX3" fmla="*/ 24728 w 53088"/>
                <a:gd name="connsiteY3" fmla="*/ 2096 h 10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88" h="108970">
                  <a:moveTo>
                    <a:pt x="11316" y="26963"/>
                  </a:moveTo>
                  <a:cubicBezTo>
                    <a:pt x="10198" y="55184"/>
                    <a:pt x="6007" y="100728"/>
                    <a:pt x="2096" y="108551"/>
                  </a:cubicBezTo>
                  <a:cubicBezTo>
                    <a:pt x="2096" y="108551"/>
                    <a:pt x="41213" y="106316"/>
                    <a:pt x="48757" y="86757"/>
                  </a:cubicBezTo>
                  <a:cubicBezTo>
                    <a:pt x="56581" y="67198"/>
                    <a:pt x="46522" y="4331"/>
                    <a:pt x="24728" y="2096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68C1EB07-8A12-C67A-F338-7F9469AEBBC2}"/>
                </a:ext>
              </a:extLst>
            </p:cNvPr>
            <p:cNvSpPr/>
            <p:nvPr/>
          </p:nvSpPr>
          <p:spPr>
            <a:xfrm>
              <a:off x="1788399" y="2463329"/>
              <a:ext cx="139706" cy="97794"/>
            </a:xfrm>
            <a:custGeom>
              <a:avLst/>
              <a:gdLst>
                <a:gd name="connsiteX0" fmla="*/ 52948 w 139705"/>
                <a:gd name="connsiteY0" fmla="*/ 96537 h 97793"/>
                <a:gd name="connsiteX1" fmla="*/ 139007 w 139705"/>
                <a:gd name="connsiteY1" fmla="*/ 96537 h 97793"/>
                <a:gd name="connsiteX2" fmla="*/ 88154 w 139705"/>
                <a:gd name="connsiteY2" fmla="*/ 2096 h 97793"/>
                <a:gd name="connsiteX3" fmla="*/ 2096 w 139705"/>
                <a:gd name="connsiteY3" fmla="*/ 2096 h 97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705" h="97793">
                  <a:moveTo>
                    <a:pt x="52948" y="96537"/>
                  </a:moveTo>
                  <a:lnTo>
                    <a:pt x="139007" y="96537"/>
                  </a:lnTo>
                  <a:lnTo>
                    <a:pt x="88154" y="2096"/>
                  </a:lnTo>
                  <a:lnTo>
                    <a:pt x="2096" y="2096"/>
                  </a:ln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FA4E2959-C107-1463-5447-430246559A8D}"/>
                </a:ext>
              </a:extLst>
            </p:cNvPr>
            <p:cNvSpPr/>
            <p:nvPr/>
          </p:nvSpPr>
          <p:spPr>
            <a:xfrm>
              <a:off x="1889585" y="2509959"/>
              <a:ext cx="25147" cy="13971"/>
            </a:xfrm>
            <a:custGeom>
              <a:avLst/>
              <a:gdLst>
                <a:gd name="connsiteX0" fmla="*/ 22174 w 25147"/>
                <a:gd name="connsiteY0" fmla="*/ 11348 h 13970"/>
                <a:gd name="connsiteX1" fmla="*/ 3733 w 25147"/>
                <a:gd name="connsiteY1" fmla="*/ 2127 h 13970"/>
                <a:gd name="connsiteX2" fmla="*/ 11556 w 25147"/>
                <a:gd name="connsiteY2" fmla="*/ 12186 h 13970"/>
                <a:gd name="connsiteX3" fmla="*/ 22174 w 25147"/>
                <a:gd name="connsiteY3" fmla="*/ 11348 h 1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47" h="13970">
                  <a:moveTo>
                    <a:pt x="22174" y="11348"/>
                  </a:moveTo>
                  <a:cubicBezTo>
                    <a:pt x="16586" y="6877"/>
                    <a:pt x="9042" y="2686"/>
                    <a:pt x="3733" y="2127"/>
                  </a:cubicBezTo>
                  <a:cubicBezTo>
                    <a:pt x="-1576" y="1568"/>
                    <a:pt x="7365" y="8554"/>
                    <a:pt x="11556" y="12186"/>
                  </a:cubicBezTo>
                  <a:cubicBezTo>
                    <a:pt x="15747" y="15539"/>
                    <a:pt x="27203" y="14980"/>
                    <a:pt x="22174" y="11348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3" name="Forma libre 152">
              <a:extLst>
                <a:ext uri="{FF2B5EF4-FFF2-40B4-BE49-F238E27FC236}">
                  <a16:creationId xmlns:a16="http://schemas.microsoft.com/office/drawing/2014/main" id="{28BA6ED2-3D45-BB5B-9824-48347D9111F0}"/>
                </a:ext>
              </a:extLst>
            </p:cNvPr>
            <p:cNvSpPr/>
            <p:nvPr/>
          </p:nvSpPr>
          <p:spPr>
            <a:xfrm>
              <a:off x="1870787" y="2515242"/>
              <a:ext cx="44706" cy="22353"/>
            </a:xfrm>
            <a:custGeom>
              <a:avLst/>
              <a:gdLst>
                <a:gd name="connsiteX0" fmla="*/ 33148 w 44705"/>
                <a:gd name="connsiteY0" fmla="*/ 6064 h 22352"/>
                <a:gd name="connsiteX1" fmla="*/ 4369 w 44705"/>
                <a:gd name="connsiteY1" fmla="*/ 2991 h 22352"/>
                <a:gd name="connsiteX2" fmla="*/ 12472 w 44705"/>
                <a:gd name="connsiteY2" fmla="*/ 16402 h 22352"/>
                <a:gd name="connsiteX3" fmla="*/ 40133 w 44705"/>
                <a:gd name="connsiteY3" fmla="*/ 20873 h 22352"/>
                <a:gd name="connsiteX4" fmla="*/ 33148 w 44705"/>
                <a:gd name="connsiteY4" fmla="*/ 6064 h 2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05" h="22352">
                  <a:moveTo>
                    <a:pt x="33148" y="6064"/>
                  </a:moveTo>
                  <a:cubicBezTo>
                    <a:pt x="18619" y="3829"/>
                    <a:pt x="11075" y="476"/>
                    <a:pt x="4369" y="2991"/>
                  </a:cubicBezTo>
                  <a:cubicBezTo>
                    <a:pt x="-2337" y="5505"/>
                    <a:pt x="7442" y="15005"/>
                    <a:pt x="12472" y="16402"/>
                  </a:cubicBezTo>
                  <a:cubicBezTo>
                    <a:pt x="17501" y="17799"/>
                    <a:pt x="35104" y="24505"/>
                    <a:pt x="40133" y="20873"/>
                  </a:cubicBezTo>
                  <a:cubicBezTo>
                    <a:pt x="45442" y="17520"/>
                    <a:pt x="44045" y="7461"/>
                    <a:pt x="33148" y="6064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2108BB96-DADD-9DE2-D373-8356820FC729}"/>
                </a:ext>
              </a:extLst>
            </p:cNvPr>
            <p:cNvSpPr/>
            <p:nvPr/>
          </p:nvSpPr>
          <p:spPr>
            <a:xfrm>
              <a:off x="1976545" y="2397296"/>
              <a:ext cx="44706" cy="148088"/>
            </a:xfrm>
            <a:custGeom>
              <a:avLst/>
              <a:gdLst>
                <a:gd name="connsiteX0" fmla="*/ 42229 w 44705"/>
                <a:gd name="connsiteY0" fmla="*/ 139378 h 148087"/>
                <a:gd name="connsiteX1" fmla="*/ 42787 w 44705"/>
                <a:gd name="connsiteY1" fmla="*/ 63657 h 148087"/>
                <a:gd name="connsiteX2" fmla="*/ 35802 w 44705"/>
                <a:gd name="connsiteY2" fmla="*/ 15319 h 148087"/>
                <a:gd name="connsiteX3" fmla="*/ 14287 w 44705"/>
                <a:gd name="connsiteY3" fmla="*/ 5819 h 148087"/>
                <a:gd name="connsiteX4" fmla="*/ 2273 w 44705"/>
                <a:gd name="connsiteY4" fmla="*/ 41304 h 148087"/>
                <a:gd name="connsiteX5" fmla="*/ 15684 w 44705"/>
                <a:gd name="connsiteY5" fmla="*/ 132113 h 148087"/>
                <a:gd name="connsiteX6" fmla="*/ 42229 w 44705"/>
                <a:gd name="connsiteY6" fmla="*/ 139378 h 148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705" h="148087">
                  <a:moveTo>
                    <a:pt x="42229" y="139378"/>
                  </a:moveTo>
                  <a:cubicBezTo>
                    <a:pt x="44464" y="130437"/>
                    <a:pt x="46978" y="110319"/>
                    <a:pt x="42787" y="63657"/>
                  </a:cubicBezTo>
                  <a:cubicBezTo>
                    <a:pt x="40273" y="35157"/>
                    <a:pt x="37758" y="23702"/>
                    <a:pt x="35802" y="15319"/>
                  </a:cubicBezTo>
                  <a:cubicBezTo>
                    <a:pt x="32729" y="510"/>
                    <a:pt x="19596" y="-607"/>
                    <a:pt x="14287" y="5819"/>
                  </a:cubicBezTo>
                  <a:cubicBezTo>
                    <a:pt x="5346" y="15878"/>
                    <a:pt x="1155" y="33202"/>
                    <a:pt x="2273" y="41304"/>
                  </a:cubicBezTo>
                  <a:cubicBezTo>
                    <a:pt x="9258" y="86569"/>
                    <a:pt x="15405" y="120378"/>
                    <a:pt x="15684" y="132113"/>
                  </a:cubicBezTo>
                  <a:cubicBezTo>
                    <a:pt x="15964" y="148878"/>
                    <a:pt x="39714" y="149716"/>
                    <a:pt x="42229" y="139378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02D547FD-1B93-8C8D-6660-7F9A3E51980A}"/>
                </a:ext>
              </a:extLst>
            </p:cNvPr>
            <p:cNvSpPr/>
            <p:nvPr/>
          </p:nvSpPr>
          <p:spPr>
            <a:xfrm>
              <a:off x="1903140" y="2516871"/>
              <a:ext cx="117353" cy="30735"/>
            </a:xfrm>
            <a:custGeom>
              <a:avLst/>
              <a:gdLst>
                <a:gd name="connsiteX0" fmla="*/ 4149 w 117352"/>
                <a:gd name="connsiteY0" fmla="*/ 17009 h 30735"/>
                <a:gd name="connsiteX1" fmla="*/ 37399 w 117352"/>
                <a:gd name="connsiteY1" fmla="*/ 22318 h 30735"/>
                <a:gd name="connsiteX2" fmla="*/ 101663 w 117352"/>
                <a:gd name="connsiteY2" fmla="*/ 29303 h 30735"/>
                <a:gd name="connsiteX3" fmla="*/ 104457 w 117352"/>
                <a:gd name="connsiteY3" fmla="*/ 3039 h 30735"/>
                <a:gd name="connsiteX4" fmla="*/ 8060 w 117352"/>
                <a:gd name="connsiteY4" fmla="*/ 3039 h 30735"/>
                <a:gd name="connsiteX5" fmla="*/ 4149 w 117352"/>
                <a:gd name="connsiteY5" fmla="*/ 17009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52" h="30735">
                  <a:moveTo>
                    <a:pt x="4149" y="17009"/>
                  </a:moveTo>
                  <a:cubicBezTo>
                    <a:pt x="8899" y="22318"/>
                    <a:pt x="15325" y="17289"/>
                    <a:pt x="37399" y="22318"/>
                  </a:cubicBezTo>
                  <a:cubicBezTo>
                    <a:pt x="68693" y="29583"/>
                    <a:pt x="77634" y="29862"/>
                    <a:pt x="101663" y="29303"/>
                  </a:cubicBezTo>
                  <a:cubicBezTo>
                    <a:pt x="117310" y="29024"/>
                    <a:pt x="123178" y="6392"/>
                    <a:pt x="104457" y="3039"/>
                  </a:cubicBezTo>
                  <a:cubicBezTo>
                    <a:pt x="88531" y="244"/>
                    <a:pt x="17840" y="4715"/>
                    <a:pt x="8060" y="3039"/>
                  </a:cubicBezTo>
                  <a:cubicBezTo>
                    <a:pt x="1634" y="1921"/>
                    <a:pt x="516" y="12818"/>
                    <a:pt x="4149" y="17009"/>
                  </a:cubicBezTo>
                  <a:close/>
                </a:path>
              </a:pathLst>
            </a:custGeom>
            <a:solidFill>
              <a:srgbClr val="E622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1990D705-D8A2-A0F4-C337-84917EB6BF5C}"/>
                </a:ext>
              </a:extLst>
            </p:cNvPr>
            <p:cNvSpPr/>
            <p:nvPr/>
          </p:nvSpPr>
          <p:spPr>
            <a:xfrm>
              <a:off x="1909378" y="2269697"/>
              <a:ext cx="81029" cy="114559"/>
            </a:xfrm>
            <a:custGeom>
              <a:avLst/>
              <a:gdLst>
                <a:gd name="connsiteX0" fmla="*/ 79778 w 81029"/>
                <a:gd name="connsiteY0" fmla="*/ 61890 h 114558"/>
                <a:gd name="connsiteX1" fmla="*/ 66366 w 81029"/>
                <a:gd name="connsiteY1" fmla="*/ 100448 h 114558"/>
                <a:gd name="connsiteX2" fmla="*/ 30043 w 81029"/>
                <a:gd name="connsiteY2" fmla="*/ 114698 h 114558"/>
                <a:gd name="connsiteX3" fmla="*/ 6293 w 81029"/>
                <a:gd name="connsiteY3" fmla="*/ 91787 h 114558"/>
                <a:gd name="connsiteX4" fmla="*/ 3499 w 81029"/>
                <a:gd name="connsiteY4" fmla="*/ 31154 h 114558"/>
                <a:gd name="connsiteX5" fmla="*/ 38146 w 81029"/>
                <a:gd name="connsiteY5" fmla="*/ 2096 h 114558"/>
                <a:gd name="connsiteX6" fmla="*/ 79778 w 81029"/>
                <a:gd name="connsiteY6" fmla="*/ 61890 h 11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029" h="114558">
                  <a:moveTo>
                    <a:pt x="79778" y="61890"/>
                  </a:moveTo>
                  <a:cubicBezTo>
                    <a:pt x="77543" y="85640"/>
                    <a:pt x="76705" y="90948"/>
                    <a:pt x="66366" y="100448"/>
                  </a:cubicBezTo>
                  <a:cubicBezTo>
                    <a:pt x="56028" y="110228"/>
                    <a:pt x="41219" y="114698"/>
                    <a:pt x="30043" y="114698"/>
                  </a:cubicBezTo>
                  <a:cubicBezTo>
                    <a:pt x="18028" y="114698"/>
                    <a:pt x="8808" y="101845"/>
                    <a:pt x="6293" y="91787"/>
                  </a:cubicBezTo>
                  <a:cubicBezTo>
                    <a:pt x="3499" y="81448"/>
                    <a:pt x="146" y="57140"/>
                    <a:pt x="3499" y="31154"/>
                  </a:cubicBezTo>
                  <a:cubicBezTo>
                    <a:pt x="5175" y="18022"/>
                    <a:pt x="21381" y="2096"/>
                    <a:pt x="38146" y="2096"/>
                  </a:cubicBezTo>
                  <a:cubicBezTo>
                    <a:pt x="54631" y="2096"/>
                    <a:pt x="85366" y="4051"/>
                    <a:pt x="79778" y="6189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BE7DC803-9421-DC2B-BFEF-CCFC5B7248D1}"/>
                </a:ext>
              </a:extLst>
            </p:cNvPr>
            <p:cNvSpPr/>
            <p:nvPr/>
          </p:nvSpPr>
          <p:spPr>
            <a:xfrm>
              <a:off x="1795859" y="2479078"/>
              <a:ext cx="22353" cy="27941"/>
            </a:xfrm>
            <a:custGeom>
              <a:avLst/>
              <a:gdLst>
                <a:gd name="connsiteX0" fmla="*/ 18944 w 22352"/>
                <a:gd name="connsiteY0" fmla="*/ 15685 h 27941"/>
                <a:gd name="connsiteX1" fmla="*/ 12239 w 22352"/>
                <a:gd name="connsiteY1" fmla="*/ 3391 h 27941"/>
                <a:gd name="connsiteX2" fmla="*/ 2739 w 22352"/>
                <a:gd name="connsiteY2" fmla="*/ 5626 h 27941"/>
                <a:gd name="connsiteX3" fmla="*/ 5533 w 22352"/>
                <a:gd name="connsiteY3" fmla="*/ 21832 h 27941"/>
                <a:gd name="connsiteX4" fmla="*/ 18106 w 22352"/>
                <a:gd name="connsiteY4" fmla="*/ 26023 h 27941"/>
                <a:gd name="connsiteX5" fmla="*/ 18944 w 22352"/>
                <a:gd name="connsiteY5" fmla="*/ 15685 h 2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2" h="27941">
                  <a:moveTo>
                    <a:pt x="18944" y="15685"/>
                  </a:moveTo>
                  <a:cubicBezTo>
                    <a:pt x="16989" y="12052"/>
                    <a:pt x="13636" y="6464"/>
                    <a:pt x="12239" y="3391"/>
                  </a:cubicBezTo>
                  <a:cubicBezTo>
                    <a:pt x="10841" y="317"/>
                    <a:pt x="3577" y="3391"/>
                    <a:pt x="2739" y="5626"/>
                  </a:cubicBezTo>
                  <a:cubicBezTo>
                    <a:pt x="1621" y="8979"/>
                    <a:pt x="1621" y="18479"/>
                    <a:pt x="5533" y="21832"/>
                  </a:cubicBezTo>
                  <a:cubicBezTo>
                    <a:pt x="8886" y="24905"/>
                    <a:pt x="13915" y="26302"/>
                    <a:pt x="18106" y="26023"/>
                  </a:cubicBezTo>
                  <a:cubicBezTo>
                    <a:pt x="22018" y="25744"/>
                    <a:pt x="22018" y="21552"/>
                    <a:pt x="18944" y="15685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7499E035-02B7-6F05-6777-1D5C556F040A}"/>
                </a:ext>
              </a:extLst>
            </p:cNvPr>
            <p:cNvSpPr/>
            <p:nvPr/>
          </p:nvSpPr>
          <p:spPr>
            <a:xfrm>
              <a:off x="1832095" y="3059087"/>
              <a:ext cx="64265" cy="30735"/>
            </a:xfrm>
            <a:custGeom>
              <a:avLst/>
              <a:gdLst>
                <a:gd name="connsiteX0" fmla="*/ 39988 w 64264"/>
                <a:gd name="connsiteY0" fmla="*/ 6792 h 30735"/>
                <a:gd name="connsiteX1" fmla="*/ 22944 w 64264"/>
                <a:gd name="connsiteY1" fmla="*/ 19645 h 30735"/>
                <a:gd name="connsiteX2" fmla="*/ 5341 w 64264"/>
                <a:gd name="connsiteY2" fmla="*/ 29145 h 30735"/>
                <a:gd name="connsiteX3" fmla="*/ 34959 w 64264"/>
                <a:gd name="connsiteY3" fmla="*/ 29424 h 30735"/>
                <a:gd name="connsiteX4" fmla="*/ 54797 w 64264"/>
                <a:gd name="connsiteY4" fmla="*/ 28307 h 30735"/>
                <a:gd name="connsiteX5" fmla="*/ 63459 w 64264"/>
                <a:gd name="connsiteY5" fmla="*/ 16572 h 30735"/>
                <a:gd name="connsiteX6" fmla="*/ 39988 w 64264"/>
                <a:gd name="connsiteY6" fmla="*/ 6792 h 3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264" h="30735">
                  <a:moveTo>
                    <a:pt x="39988" y="6792"/>
                  </a:moveTo>
                  <a:cubicBezTo>
                    <a:pt x="38591" y="9586"/>
                    <a:pt x="32164" y="15733"/>
                    <a:pt x="22944" y="19645"/>
                  </a:cubicBezTo>
                  <a:cubicBezTo>
                    <a:pt x="13723" y="23836"/>
                    <a:pt x="-5556" y="25513"/>
                    <a:pt x="5341" y="29145"/>
                  </a:cubicBezTo>
                  <a:cubicBezTo>
                    <a:pt x="15959" y="32777"/>
                    <a:pt x="28532" y="30542"/>
                    <a:pt x="34959" y="29424"/>
                  </a:cubicBezTo>
                  <a:cubicBezTo>
                    <a:pt x="41385" y="28307"/>
                    <a:pt x="47532" y="28307"/>
                    <a:pt x="54797" y="28307"/>
                  </a:cubicBezTo>
                  <a:cubicBezTo>
                    <a:pt x="64576" y="28307"/>
                    <a:pt x="64576" y="27748"/>
                    <a:pt x="63459" y="16572"/>
                  </a:cubicBezTo>
                  <a:cubicBezTo>
                    <a:pt x="61503" y="1483"/>
                    <a:pt x="44459" y="-1870"/>
                    <a:pt x="39988" y="6792"/>
                  </a:cubicBezTo>
                  <a:close/>
                </a:path>
              </a:pathLst>
            </a:custGeom>
            <a:solidFill>
              <a:srgbClr val="3445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59" name="Forma libre 158">
              <a:extLst>
                <a:ext uri="{FF2B5EF4-FFF2-40B4-BE49-F238E27FC236}">
                  <a16:creationId xmlns:a16="http://schemas.microsoft.com/office/drawing/2014/main" id="{5CCA5898-F4E7-003C-183A-68271287B8A4}"/>
                </a:ext>
              </a:extLst>
            </p:cNvPr>
            <p:cNvSpPr/>
            <p:nvPr/>
          </p:nvSpPr>
          <p:spPr>
            <a:xfrm>
              <a:off x="1977727" y="2317725"/>
              <a:ext cx="22353" cy="33529"/>
            </a:xfrm>
            <a:custGeom>
              <a:avLst/>
              <a:gdLst>
                <a:gd name="connsiteX0" fmla="*/ 4165 w 22352"/>
                <a:gd name="connsiteY0" fmla="*/ 14140 h 33529"/>
                <a:gd name="connsiteX1" fmla="*/ 5841 w 22352"/>
                <a:gd name="connsiteY1" fmla="*/ 32023 h 33529"/>
                <a:gd name="connsiteX2" fmla="*/ 19812 w 22352"/>
                <a:gd name="connsiteY2" fmla="*/ 20287 h 33529"/>
                <a:gd name="connsiteX3" fmla="*/ 18135 w 22352"/>
                <a:gd name="connsiteY3" fmla="*/ 2405 h 33529"/>
                <a:gd name="connsiteX4" fmla="*/ 4165 w 22352"/>
                <a:gd name="connsiteY4" fmla="*/ 14140 h 3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52" h="33529">
                  <a:moveTo>
                    <a:pt x="4165" y="14140"/>
                  </a:moveTo>
                  <a:cubicBezTo>
                    <a:pt x="812" y="22243"/>
                    <a:pt x="1650" y="30346"/>
                    <a:pt x="5841" y="32023"/>
                  </a:cubicBezTo>
                  <a:cubicBezTo>
                    <a:pt x="10032" y="33699"/>
                    <a:pt x="16459" y="28670"/>
                    <a:pt x="19812" y="20287"/>
                  </a:cubicBezTo>
                  <a:cubicBezTo>
                    <a:pt x="23164" y="12184"/>
                    <a:pt x="22326" y="4082"/>
                    <a:pt x="18135" y="2405"/>
                  </a:cubicBezTo>
                  <a:cubicBezTo>
                    <a:pt x="13944" y="729"/>
                    <a:pt x="7517" y="6037"/>
                    <a:pt x="4165" y="14140"/>
                  </a:cubicBezTo>
                  <a:close/>
                </a:path>
              </a:pathLst>
            </a:custGeom>
            <a:solidFill>
              <a:srgbClr val="F6AD8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EDCCC341-5466-4F66-CE7D-025FF0CC16DE}"/>
                </a:ext>
              </a:extLst>
            </p:cNvPr>
            <p:cNvSpPr/>
            <p:nvPr/>
          </p:nvSpPr>
          <p:spPr>
            <a:xfrm>
              <a:off x="1913550" y="2264870"/>
              <a:ext cx="86617" cy="67059"/>
            </a:xfrm>
            <a:custGeom>
              <a:avLst/>
              <a:gdLst>
                <a:gd name="connsiteX0" fmla="*/ 2959 w 86617"/>
                <a:gd name="connsiteY0" fmla="*/ 23687 h 67058"/>
                <a:gd name="connsiteX1" fmla="*/ 76165 w 86617"/>
                <a:gd name="connsiteY1" fmla="*/ 66157 h 67058"/>
                <a:gd name="connsiteX2" fmla="*/ 76165 w 86617"/>
                <a:gd name="connsiteY2" fmla="*/ 20613 h 67058"/>
                <a:gd name="connsiteX3" fmla="*/ 2959 w 86617"/>
                <a:gd name="connsiteY3" fmla="*/ 23687 h 6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17" h="67058">
                  <a:moveTo>
                    <a:pt x="2959" y="23687"/>
                  </a:moveTo>
                  <a:cubicBezTo>
                    <a:pt x="-6262" y="39613"/>
                    <a:pt x="61076" y="68672"/>
                    <a:pt x="76165" y="66157"/>
                  </a:cubicBezTo>
                  <a:cubicBezTo>
                    <a:pt x="91253" y="63643"/>
                    <a:pt x="87621" y="35143"/>
                    <a:pt x="76165" y="20613"/>
                  </a:cubicBezTo>
                  <a:cubicBezTo>
                    <a:pt x="64709" y="5805"/>
                    <a:pt x="25032" y="-13754"/>
                    <a:pt x="2959" y="23687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7A2F6CF3-8E26-9D3B-8932-5619338305EB}"/>
                </a:ext>
              </a:extLst>
            </p:cNvPr>
            <p:cNvSpPr/>
            <p:nvPr/>
          </p:nvSpPr>
          <p:spPr>
            <a:xfrm>
              <a:off x="1907594" y="2268943"/>
              <a:ext cx="36323" cy="44706"/>
            </a:xfrm>
            <a:custGeom>
              <a:avLst/>
              <a:gdLst>
                <a:gd name="connsiteX0" fmla="*/ 34061 w 36323"/>
                <a:gd name="connsiteY0" fmla="*/ 15702 h 44705"/>
                <a:gd name="connsiteX1" fmla="*/ 4164 w 36323"/>
                <a:gd name="connsiteY1" fmla="*/ 43364 h 44705"/>
                <a:gd name="connsiteX2" fmla="*/ 6120 w 36323"/>
                <a:gd name="connsiteY2" fmla="*/ 18496 h 44705"/>
                <a:gd name="connsiteX3" fmla="*/ 34061 w 36323"/>
                <a:gd name="connsiteY3" fmla="*/ 15702 h 44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323" h="44705">
                  <a:moveTo>
                    <a:pt x="34061" y="15702"/>
                  </a:moveTo>
                  <a:cubicBezTo>
                    <a:pt x="31547" y="29114"/>
                    <a:pt x="8076" y="32187"/>
                    <a:pt x="4164" y="43364"/>
                  </a:cubicBezTo>
                  <a:cubicBezTo>
                    <a:pt x="1650" y="50349"/>
                    <a:pt x="532" y="28555"/>
                    <a:pt x="6120" y="18496"/>
                  </a:cubicBezTo>
                  <a:cubicBezTo>
                    <a:pt x="11429" y="8717"/>
                    <a:pt x="38811" y="-11401"/>
                    <a:pt x="34061" y="15702"/>
                  </a:cubicBezTo>
                  <a:close/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62" name="Forma libre 161">
              <a:extLst>
                <a:ext uri="{FF2B5EF4-FFF2-40B4-BE49-F238E27FC236}">
                  <a16:creationId xmlns:a16="http://schemas.microsoft.com/office/drawing/2014/main" id="{484A3A71-E927-EEFF-0A95-21338A196385}"/>
                </a:ext>
              </a:extLst>
            </p:cNvPr>
            <p:cNvSpPr/>
            <p:nvPr/>
          </p:nvSpPr>
          <p:spPr>
            <a:xfrm>
              <a:off x="1945428" y="2264649"/>
              <a:ext cx="69853" cy="120147"/>
            </a:xfrm>
            <a:custGeom>
              <a:avLst/>
              <a:gdLst>
                <a:gd name="connsiteX0" fmla="*/ 25007 w 69852"/>
                <a:gd name="connsiteY0" fmla="*/ 51011 h 120146"/>
                <a:gd name="connsiteX1" fmla="*/ 18022 w 69852"/>
                <a:gd name="connsiteY1" fmla="*/ 119746 h 120146"/>
                <a:gd name="connsiteX2" fmla="*/ 64684 w 69852"/>
                <a:gd name="connsiteY2" fmla="*/ 97952 h 120146"/>
                <a:gd name="connsiteX3" fmla="*/ 2096 w 69852"/>
                <a:gd name="connsiteY3" fmla="*/ 2114 h 1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52" h="120146">
                  <a:moveTo>
                    <a:pt x="25007" y="51011"/>
                  </a:moveTo>
                  <a:cubicBezTo>
                    <a:pt x="25566" y="79232"/>
                    <a:pt x="21934" y="111923"/>
                    <a:pt x="18022" y="119746"/>
                  </a:cubicBezTo>
                  <a:cubicBezTo>
                    <a:pt x="18022" y="119746"/>
                    <a:pt x="57140" y="117511"/>
                    <a:pt x="64684" y="97952"/>
                  </a:cubicBezTo>
                  <a:cubicBezTo>
                    <a:pt x="72507" y="78393"/>
                    <a:pt x="77816" y="717"/>
                    <a:pt x="2096" y="2114"/>
                  </a:cubicBezTo>
                </a:path>
              </a:pathLst>
            </a:custGeom>
            <a:solidFill>
              <a:srgbClr val="36277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166" name="Título 165">
            <a:extLst>
              <a:ext uri="{FF2B5EF4-FFF2-40B4-BE49-F238E27FC236}">
                <a16:creationId xmlns:a16="http://schemas.microsoft.com/office/drawing/2014/main" id="{92C6A15E-6B82-BDA2-1BD4-073A8D3F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项目愿景</a:t>
            </a:r>
            <a:endParaRPr lang="es-ES" dirty="0"/>
          </a:p>
        </p:txBody>
      </p:sp>
      <p:sp>
        <p:nvSpPr>
          <p:cNvPr id="167" name="Marcador de texto 166">
            <a:extLst>
              <a:ext uri="{FF2B5EF4-FFF2-40B4-BE49-F238E27FC236}">
                <a16:creationId xmlns:a16="http://schemas.microsoft.com/office/drawing/2014/main" id="{F8E7EFDC-CCC2-2C9D-52AF-2047F9C9CA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7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064BF1-87AA-CAA8-74A0-A8EFC4AC927D}"/>
              </a:ext>
            </a:extLst>
          </p:cNvPr>
          <p:cNvSpPr txBox="1"/>
          <p:nvPr/>
        </p:nvSpPr>
        <p:spPr>
          <a:xfrm>
            <a:off x="5901080" y="1376837"/>
            <a:ext cx="55799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希望通过活跃度趋势预测和风险判断，看到项目未来可能的方向，证明贡献结构与活跃趋势结合能发现风险</a:t>
            </a:r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040084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s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647F2"/>
      </a:accent1>
      <a:accent2>
        <a:srgbClr val="59BCAB"/>
      </a:accent2>
      <a:accent3>
        <a:srgbClr val="CB61A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</TotalTime>
  <Words>366</Words>
  <Application>Microsoft Office PowerPoint</Application>
  <PresentationFormat>宽屏</PresentationFormat>
  <Paragraphs>52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Montserrat ExtraBold</vt:lpstr>
      <vt:lpstr>Montserrat</vt:lpstr>
      <vt:lpstr>Calibri</vt:lpstr>
      <vt:lpstr>Arial</vt:lpstr>
      <vt:lpstr>Tema de Office</vt:lpstr>
      <vt:lpstr>PowerPoint 演示文稿</vt:lpstr>
      <vt:lpstr>PowerPoint 演示文稿</vt:lpstr>
      <vt:lpstr>项目概述</vt:lpstr>
      <vt:lpstr>问题</vt:lpstr>
      <vt:lpstr>项目目标</vt:lpstr>
      <vt:lpstr>数据来源</vt:lpstr>
      <vt:lpstr>技术路线</vt:lpstr>
      <vt:lpstr>展示方式</vt:lpstr>
      <vt:lpstr>项目愿景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yuan ma</cp:lastModifiedBy>
  <cp:revision>139</cp:revision>
  <dcterms:created xsi:type="dcterms:W3CDTF">2019-10-13T12:38:04Z</dcterms:created>
  <dcterms:modified xsi:type="dcterms:W3CDTF">2026-01-01T13:38:03Z</dcterms:modified>
</cp:coreProperties>
</file>